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0"/>
  </p:notesMasterIdLst>
  <p:handoutMasterIdLst>
    <p:handoutMasterId r:id="rId41"/>
  </p:handoutMasterIdLst>
  <p:sldIdLst>
    <p:sldId id="1354" r:id="rId2"/>
    <p:sldId id="1352" r:id="rId3"/>
    <p:sldId id="1411" r:id="rId4"/>
    <p:sldId id="1406" r:id="rId5"/>
    <p:sldId id="1416" r:id="rId6"/>
    <p:sldId id="1388" r:id="rId7"/>
    <p:sldId id="1434" r:id="rId8"/>
    <p:sldId id="1437" r:id="rId9"/>
    <p:sldId id="1445" r:id="rId10"/>
    <p:sldId id="1435" r:id="rId11"/>
    <p:sldId id="1436" r:id="rId12"/>
    <p:sldId id="1438" r:id="rId13"/>
    <p:sldId id="1439" r:id="rId14"/>
    <p:sldId id="1440" r:id="rId15"/>
    <p:sldId id="1441" r:id="rId16"/>
    <p:sldId id="1442" r:id="rId17"/>
    <p:sldId id="1444" r:id="rId18"/>
    <p:sldId id="1443" r:id="rId19"/>
    <p:sldId id="1458" r:id="rId20"/>
    <p:sldId id="1447" r:id="rId21"/>
    <p:sldId id="1459" r:id="rId22"/>
    <p:sldId id="1462" r:id="rId23"/>
    <p:sldId id="1460" r:id="rId24"/>
    <p:sldId id="1461" r:id="rId25"/>
    <p:sldId id="1463" r:id="rId26"/>
    <p:sldId id="1420" r:id="rId27"/>
    <p:sldId id="1465" r:id="rId28"/>
    <p:sldId id="1464" r:id="rId29"/>
    <p:sldId id="1466" r:id="rId30"/>
    <p:sldId id="1467" r:id="rId31"/>
    <p:sldId id="1468" r:id="rId32"/>
    <p:sldId id="1471" r:id="rId33"/>
    <p:sldId id="1472" r:id="rId34"/>
    <p:sldId id="1473" r:id="rId35"/>
    <p:sldId id="1355" r:id="rId36"/>
    <p:sldId id="1414" r:id="rId37"/>
    <p:sldId id="1413" r:id="rId38"/>
    <p:sldId id="1387" r:id="rId39"/>
  </p:sldIdLst>
  <p:sldSz cx="9144000" cy="6858000" type="screen4x3"/>
  <p:notesSz cx="7010400" cy="9296400"/>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52">
          <p15:clr>
            <a:srgbClr val="A4A3A4"/>
          </p15:clr>
        </p15:guide>
        <p15:guide id="2" pos="2883">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5050"/>
    <a:srgbClr val="A50021"/>
    <a:srgbClr val="C00000"/>
    <a:srgbClr val="99CCFF"/>
    <a:srgbClr val="0033CC"/>
    <a:srgbClr val="99FF66"/>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7D1C4-0A6C-4B40-BF36-CABB73154F1B}" v="1" dt="2025-01-09T21:04:23.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5036" autoAdjust="0"/>
  </p:normalViewPr>
  <p:slideViewPr>
    <p:cSldViewPr snapToGrid="0" snapToObjects="1">
      <p:cViewPr varScale="1">
        <p:scale>
          <a:sx n="111" d="100"/>
          <a:sy n="111" d="100"/>
        </p:scale>
        <p:origin x="1650" y="96"/>
      </p:cViewPr>
      <p:guideLst>
        <p:guide orient="horz" pos="2152"/>
        <p:guide pos="288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804" y="10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ea typeface="+mn-ea"/>
              </a:defRPr>
            </a:lvl1pPr>
          </a:lstStyle>
          <a:p>
            <a:pPr>
              <a:defRPr/>
            </a:pPr>
            <a:endParaRPr lang="en-US" dirty="0"/>
          </a:p>
        </p:txBody>
      </p:sp>
      <p:sp>
        <p:nvSpPr>
          <p:cNvPr id="78851" name="Rectangle 3"/>
          <p:cNvSpPr>
            <a:spLocks noGrp="1" noChangeArrowheads="1"/>
          </p:cNvSpPr>
          <p:nvPr>
            <p:ph type="dt" sz="quarter" idx="1"/>
          </p:nvPr>
        </p:nvSpPr>
        <p:spPr bwMode="auto">
          <a:xfrm>
            <a:off x="3970938"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ea typeface="+mn-ea"/>
              </a:defRPr>
            </a:lvl1pPr>
          </a:lstStyle>
          <a:p>
            <a:pPr>
              <a:defRPr/>
            </a:pPr>
            <a:endParaRPr lang="en-US" dirty="0"/>
          </a:p>
        </p:txBody>
      </p:sp>
      <p:sp>
        <p:nvSpPr>
          <p:cNvPr id="78852" name="Rectangle 4"/>
          <p:cNvSpPr>
            <a:spLocks noGrp="1" noChangeArrowheads="1"/>
          </p:cNvSpPr>
          <p:nvPr>
            <p:ph type="ftr" sz="quarter" idx="2"/>
          </p:nvPr>
        </p:nvSpPr>
        <p:spPr bwMode="auto">
          <a:xfrm>
            <a:off x="0"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ea typeface="+mn-ea"/>
              </a:defRPr>
            </a:lvl1pPr>
          </a:lstStyle>
          <a:p>
            <a:pPr>
              <a:defRPr/>
            </a:pPr>
            <a:endParaRPr lang="en-US" dirty="0"/>
          </a:p>
        </p:txBody>
      </p:sp>
      <p:sp>
        <p:nvSpPr>
          <p:cNvPr id="78853" name="Rectangle 5"/>
          <p:cNvSpPr>
            <a:spLocks noGrp="1" noChangeArrowheads="1"/>
          </p:cNvSpPr>
          <p:nvPr>
            <p:ph type="sldNum" sz="quarter" idx="3"/>
          </p:nvPr>
        </p:nvSpPr>
        <p:spPr bwMode="auto">
          <a:xfrm>
            <a:off x="3970938"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377CFDEB-2ED2-4526-8C36-2B46D1E67F3A}" type="slidenum">
              <a:rPr lang="en-US" altLang="en-US"/>
              <a:pPr>
                <a:defRPr/>
              </a:pPr>
              <a:t>‹#›</a:t>
            </a:fld>
            <a:r>
              <a:rPr lang="en-US" altLang="en-US" dirty="0"/>
              <a:t>CEG/CDR/CDC/CDM</a:t>
            </a:r>
          </a:p>
        </p:txBody>
      </p:sp>
    </p:spTree>
    <p:extLst>
      <p:ext uri="{BB962C8B-B14F-4D97-AF65-F5344CB8AC3E}">
        <p14:creationId xmlns:p14="http://schemas.microsoft.com/office/powerpoint/2010/main" val="4121661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noProof="1">
                <a:latin typeface="Arial" charset="0"/>
                <a:ea typeface="+mn-ea"/>
              </a:defRPr>
            </a:lvl1pPr>
          </a:lstStyle>
          <a:p>
            <a:pPr>
              <a:defRPr/>
            </a:pPr>
            <a:endParaRPr lang="en-US" dirty="0"/>
          </a:p>
        </p:txBody>
      </p:sp>
      <p:sp>
        <p:nvSpPr>
          <p:cNvPr id="5123" name="Rectangle 3"/>
          <p:cNvSpPr>
            <a:spLocks noGrp="1" noChangeArrowheads="1"/>
          </p:cNvSpPr>
          <p:nvPr>
            <p:ph type="dt" idx="1"/>
          </p:nvPr>
        </p:nvSpPr>
        <p:spPr bwMode="auto">
          <a:xfrm>
            <a:off x="3970938"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noProof="1">
                <a:latin typeface="Arial" charset="0"/>
                <a:ea typeface="+mn-ea"/>
              </a:defRPr>
            </a:lvl1pPr>
          </a:lstStyle>
          <a:p>
            <a:pPr>
              <a:defRPr/>
            </a:pPr>
            <a:endParaRPr lang="fr-FR" dirty="0"/>
          </a:p>
        </p:txBody>
      </p:sp>
      <p:sp>
        <p:nvSpPr>
          <p:cNvPr id="4100" name="Rectangle 4"/>
          <p:cNvSpPr>
            <a:spLocks noGrp="1" noRot="1" noChangeAspect="1" noChangeArrowheads="1" noTextEdit="1"/>
          </p:cNvSpPr>
          <p:nvPr>
            <p:ph type="sldImg" idx="2"/>
          </p:nvPr>
        </p:nvSpPr>
        <p:spPr bwMode="auto">
          <a:xfrm>
            <a:off x="1184275" y="696913"/>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040" y="4416426"/>
            <a:ext cx="560832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1"/>
              <a:t>Cliquez pour modifier les styles du texte du masque</a:t>
            </a:r>
          </a:p>
          <a:p>
            <a:pPr lvl="1"/>
            <a:r>
              <a:rPr lang="en-US" noProof="1"/>
              <a:t>Deuxième niveau</a:t>
            </a:r>
          </a:p>
          <a:p>
            <a:pPr lvl="2"/>
            <a:r>
              <a:rPr lang="en-US" noProof="1"/>
              <a:t>Troisième niveau</a:t>
            </a:r>
          </a:p>
          <a:p>
            <a:pPr lvl="3"/>
            <a:r>
              <a:rPr lang="en-US" noProof="1"/>
              <a:t>Quatrième niveau</a:t>
            </a:r>
          </a:p>
          <a:p>
            <a:pPr lvl="4"/>
            <a:r>
              <a:rPr lang="en-US" noProof="1"/>
              <a:t>Cinquième niveau</a:t>
            </a:r>
          </a:p>
        </p:txBody>
      </p:sp>
      <p:sp>
        <p:nvSpPr>
          <p:cNvPr id="5126" name="Rectangle 6"/>
          <p:cNvSpPr>
            <a:spLocks noGrp="1" noChangeArrowheads="1"/>
          </p:cNvSpPr>
          <p:nvPr>
            <p:ph type="ftr" sz="quarter" idx="4"/>
          </p:nvPr>
        </p:nvSpPr>
        <p:spPr bwMode="auto">
          <a:xfrm>
            <a:off x="0"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noProof="1">
                <a:latin typeface="Arial" charset="0"/>
                <a:ea typeface="+mn-ea"/>
              </a:defRPr>
            </a:lvl1pPr>
          </a:lstStyle>
          <a:p>
            <a:pPr>
              <a:defRPr/>
            </a:pPr>
            <a:endParaRPr lang="en-US" dirty="0"/>
          </a:p>
        </p:txBody>
      </p:sp>
      <p:sp>
        <p:nvSpPr>
          <p:cNvPr id="5127" name="Rectangle 7"/>
          <p:cNvSpPr>
            <a:spLocks noGrp="1" noChangeArrowheads="1"/>
          </p:cNvSpPr>
          <p:nvPr>
            <p:ph type="sldNum" sz="quarter" idx="5"/>
          </p:nvPr>
        </p:nvSpPr>
        <p:spPr bwMode="auto">
          <a:xfrm>
            <a:off x="3970938"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noProof="1"/>
            </a:lvl1pPr>
          </a:lstStyle>
          <a:p>
            <a:pPr>
              <a:defRPr/>
            </a:pPr>
            <a:fld id="{382A8B1C-FED3-4284-A0FB-A430093C850B}" type="slidenum">
              <a:rPr altLang="en-US"/>
              <a:pPr>
                <a:defRPr/>
              </a:pPr>
              <a:t>‹#›</a:t>
            </a:fld>
            <a:endParaRPr lang="en-US" altLang="en-US" dirty="0"/>
          </a:p>
        </p:txBody>
      </p:sp>
    </p:spTree>
    <p:extLst>
      <p:ext uri="{BB962C8B-B14F-4D97-AF65-F5344CB8AC3E}">
        <p14:creationId xmlns:p14="http://schemas.microsoft.com/office/powerpoint/2010/main" val="29533211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Guidelines">
    <p:spTree>
      <p:nvGrpSpPr>
        <p:cNvPr id="1" name=""/>
        <p:cNvGrpSpPr/>
        <p:nvPr/>
      </p:nvGrpSpPr>
      <p:grpSpPr>
        <a:xfrm>
          <a:off x="0" y="0"/>
          <a:ext cx="0" cy="0"/>
          <a:chOff x="0" y="0"/>
          <a:chExt cx="0" cy="0"/>
        </a:xfrm>
      </p:grpSpPr>
      <p:grpSp>
        <p:nvGrpSpPr>
          <p:cNvPr id="10" name="Group 9"/>
          <p:cNvGrpSpPr/>
          <p:nvPr userDrawn="1"/>
        </p:nvGrpSpPr>
        <p:grpSpPr>
          <a:xfrm>
            <a:off x="125828" y="118970"/>
            <a:ext cx="8887994" cy="6329251"/>
            <a:chOff x="125828" y="118970"/>
            <a:chExt cx="8887994" cy="6329251"/>
          </a:xfrm>
        </p:grpSpPr>
        <p:sp>
          <p:nvSpPr>
            <p:cNvPr id="11" name="TextBox 10"/>
            <p:cNvSpPr txBox="1"/>
            <p:nvPr/>
          </p:nvSpPr>
          <p:spPr>
            <a:xfrm>
              <a:off x="125832" y="118970"/>
              <a:ext cx="4877016" cy="523220"/>
            </a:xfrm>
            <a:prstGeom prst="rect">
              <a:avLst/>
            </a:prstGeom>
            <a:solidFill>
              <a:srgbClr val="FFFF00"/>
            </a:solidFill>
          </p:spPr>
          <p:txBody>
            <a:bodyPr wrap="square" rtlCol="0">
              <a:spAutoFit/>
            </a:bodyPr>
            <a:lstStyle/>
            <a:p>
              <a:r>
                <a:rPr lang="en-US" sz="2800" u="sng" dirty="0">
                  <a:solidFill>
                    <a:srgbClr val="FF0000"/>
                  </a:solidFill>
                </a:rPr>
                <a:t>TSP Template Guidelines</a:t>
              </a:r>
            </a:p>
          </p:txBody>
        </p:sp>
        <p:grpSp>
          <p:nvGrpSpPr>
            <p:cNvPr id="12" name="Group 11"/>
            <p:cNvGrpSpPr/>
            <p:nvPr/>
          </p:nvGrpSpPr>
          <p:grpSpPr>
            <a:xfrm>
              <a:off x="125828" y="1120906"/>
              <a:ext cx="8887994" cy="5327315"/>
              <a:chOff x="125828" y="1120906"/>
              <a:chExt cx="8887994" cy="5327315"/>
            </a:xfrm>
          </p:grpSpPr>
          <p:sp>
            <p:nvSpPr>
              <p:cNvPr id="13" name="TextBox 12"/>
              <p:cNvSpPr txBox="1"/>
              <p:nvPr/>
            </p:nvSpPr>
            <p:spPr>
              <a:xfrm>
                <a:off x="3703590" y="1880140"/>
                <a:ext cx="5310231" cy="2708434"/>
              </a:xfrm>
              <a:prstGeom prst="rect">
                <a:avLst/>
              </a:prstGeom>
              <a:solidFill>
                <a:srgbClr val="FFFF00"/>
              </a:solidFill>
            </p:spPr>
            <p:txBody>
              <a:bodyPr wrap="square" rtlCol="0">
                <a:spAutoFit/>
              </a:bodyPr>
              <a:lstStyle>
                <a:defPPr>
                  <a:defRPr lang="en-US"/>
                </a:defPPr>
                <a:lvl1pPr>
                  <a:defRPr sz="2400" u="sng">
                    <a:solidFill>
                      <a:srgbClr val="FF0000"/>
                    </a:solidFill>
                  </a:defRPr>
                </a:lvl1pPr>
              </a:lstStyle>
              <a:p>
                <a:r>
                  <a:rPr lang="en-US" sz="1600" u="none" dirty="0">
                    <a:latin typeface="Wingdings 2" panose="05020102010507070707" pitchFamily="18" charset="2"/>
                  </a:rPr>
                  <a:t>k</a:t>
                </a:r>
                <a:r>
                  <a:rPr lang="en-US" sz="1600" u="none" dirty="0"/>
                  <a:t> Revised Content Information:</a:t>
                </a:r>
              </a:p>
              <a:p>
                <a:pPr marL="285750" indent="-285750">
                  <a:buFont typeface="Arial" panose="020B0604020202020204" pitchFamily="34" charset="0"/>
                  <a:buChar char="•"/>
                </a:pPr>
                <a:r>
                  <a:rPr lang="en-US" sz="1400" b="0" u="none" dirty="0"/>
                  <a:t>Summarize updates done for the TSP in this location.</a:t>
                </a:r>
              </a:p>
              <a:p>
                <a:pPr marL="285750" indent="-285750">
                  <a:buFont typeface="Arial" panose="020B0604020202020204" pitchFamily="34" charset="0"/>
                  <a:buChar char="•"/>
                </a:pPr>
                <a:r>
                  <a:rPr lang="en-US" sz="1400" b="0" u="none" dirty="0"/>
                  <a:t>“TSP Annual Review” will be placed in the space for review and audited of the TSP.  </a:t>
                </a:r>
                <a:r>
                  <a:rPr lang="en-US" sz="1400" b="1" u="sng" dirty="0"/>
                  <a:t>NO NEW REVISION NUMBER is</a:t>
                </a:r>
                <a:r>
                  <a:rPr lang="en-US" sz="1400" b="1" u="sng" baseline="0" dirty="0"/>
                  <a:t> needed for Annual Review</a:t>
                </a:r>
                <a:r>
                  <a:rPr lang="en-US" sz="1400" b="0" u="none" baseline="0" dirty="0"/>
                  <a:t>.</a:t>
                </a:r>
                <a:endParaRPr lang="en-US" sz="1400" b="0" u="none" dirty="0"/>
              </a:p>
              <a:p>
                <a:pPr marL="285750" indent="-285750">
                  <a:buFont typeface="Wingdings 2" panose="05020102010507070707" pitchFamily="18" charset="2"/>
                  <a:buChar char="l"/>
                </a:pPr>
                <a:r>
                  <a:rPr lang="en-US" sz="1400" b="1" u="none" dirty="0"/>
                  <a:t>Version</a:t>
                </a:r>
                <a:r>
                  <a:rPr lang="en-US" sz="1400" b="0" u="none" dirty="0"/>
                  <a:t>     are to be clearly added to the left bottom corner </a:t>
                </a:r>
                <a:r>
                  <a:rPr lang="en-US" sz="1400" b="1" u="sng" dirty="0"/>
                  <a:t>of each page with changes</a:t>
                </a:r>
                <a:r>
                  <a:rPr lang="en-US" sz="1400" b="0" u="none" dirty="0"/>
                  <a:t>;</a:t>
                </a:r>
                <a:r>
                  <a:rPr lang="en-US" sz="1400" b="0" u="none" baseline="0" dirty="0"/>
                  <a:t>  </a:t>
                </a:r>
                <a:r>
                  <a:rPr lang="en-US" sz="1400" b="1" u="none" baseline="0" dirty="0"/>
                  <a:t>Revision Content</a:t>
                </a:r>
                <a:r>
                  <a:rPr lang="en-US" sz="1400" b="0" u="none" baseline="0" dirty="0"/>
                  <a:t> c</a:t>
                </a:r>
                <a:r>
                  <a:rPr lang="en-US" sz="1400" b="0" u="none" dirty="0"/>
                  <a:t>hange</a:t>
                </a:r>
                <a:r>
                  <a:rPr lang="en-US" sz="1400" b="0" u="none" baseline="0" dirty="0"/>
                  <a:t> #      are to be added </a:t>
                </a:r>
                <a:r>
                  <a:rPr lang="en-US" sz="1400" b="0" u="none" dirty="0"/>
                  <a:t>on the right side of the page of the changes;</a:t>
                </a:r>
                <a:r>
                  <a:rPr lang="en-US" sz="1400" b="0" u="none" baseline="0" dirty="0"/>
                  <a:t> </a:t>
                </a:r>
                <a:r>
                  <a:rPr lang="en-US" sz="1400" b="0" u="none" dirty="0"/>
                  <a:t>this is only after the “New” level release.  This is similar to how we add our changes to the NEM / NDS / KDS in the Nissan system.  Sample will be shown</a:t>
                </a:r>
                <a:r>
                  <a:rPr lang="en-US" sz="1400" b="0" u="none" baseline="0" dirty="0"/>
                  <a:t> on the next page.     </a:t>
                </a:r>
                <a:r>
                  <a:rPr lang="en-US" sz="1200" b="0" i="1" u="sng" baseline="0" dirty="0">
                    <a:solidFill>
                      <a:schemeClr val="tx1"/>
                    </a:solidFill>
                  </a:rPr>
                  <a:t>(X=Version #; Y=Change#)</a:t>
                </a:r>
                <a:endParaRPr lang="en-US" sz="1200" b="0" i="1" u="sng" dirty="0">
                  <a:solidFill>
                    <a:schemeClr val="tx1"/>
                  </a:solidFill>
                </a:endParaRPr>
              </a:p>
            </p:txBody>
          </p:sp>
          <p:sp>
            <p:nvSpPr>
              <p:cNvPr id="14" name="TextBox 13"/>
              <p:cNvSpPr txBox="1"/>
              <p:nvPr/>
            </p:nvSpPr>
            <p:spPr>
              <a:xfrm>
                <a:off x="125832" y="5524891"/>
                <a:ext cx="8887990" cy="923330"/>
              </a:xfrm>
              <a:prstGeom prst="rect">
                <a:avLst/>
              </a:prstGeom>
              <a:solidFill>
                <a:srgbClr val="FFFF00"/>
              </a:solidFill>
              <a:ln w="19050">
                <a:solidFill>
                  <a:srgbClr val="FF0000"/>
                </a:solidFill>
              </a:ln>
            </p:spPr>
            <p:txBody>
              <a:bodyPr wrap="square" tIns="0" bIns="0" rtlCol="0">
                <a:spAutoFit/>
              </a:bodyPr>
              <a:lstStyle/>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r>
                  <a:rPr lang="en-US" sz="1400" b="1" u="sng" dirty="0">
                    <a:solidFill>
                      <a:srgbClr val="FF0000"/>
                    </a:solidFill>
                  </a:rPr>
                  <a:t>Each Procedure Step MUST </a:t>
                </a:r>
                <a:r>
                  <a:rPr lang="en-US" sz="1400" b="0" dirty="0">
                    <a:solidFill>
                      <a:srgbClr val="FF0000"/>
                    </a:solidFill>
                  </a:rPr>
                  <a:t>be numbered</a:t>
                </a:r>
                <a:r>
                  <a:rPr lang="en-US" sz="1400" b="0" baseline="0" dirty="0">
                    <a:solidFill>
                      <a:srgbClr val="FF0000"/>
                    </a:solidFill>
                  </a:rPr>
                  <a:t> sequentially on the same TSP.</a:t>
                </a:r>
              </a:p>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r>
                  <a:rPr lang="en-US" sz="1400" b="1" u="sng" dirty="0">
                    <a:solidFill>
                      <a:srgbClr val="FF0000"/>
                    </a:solidFill>
                  </a:rPr>
                  <a:t>Time MUST </a:t>
                </a:r>
                <a:r>
                  <a:rPr lang="en-US" sz="1400" b="0" dirty="0">
                    <a:solidFill>
                      <a:srgbClr val="FF0000"/>
                    </a:solidFill>
                  </a:rPr>
                  <a:t>be added on each page for the Procedure.  Add your Total Time and input into the TSP Information Page. </a:t>
                </a:r>
                <a:r>
                  <a:rPr lang="en-US" sz="1400" b="1" u="sng" dirty="0">
                    <a:solidFill>
                      <a:srgbClr val="FF0000"/>
                    </a:solidFill>
                  </a:rPr>
                  <a:t>Procedure</a:t>
                </a:r>
                <a:r>
                  <a:rPr lang="en-US" sz="1400" b="1" u="sng" baseline="0" dirty="0">
                    <a:solidFill>
                      <a:srgbClr val="FF0000"/>
                    </a:solidFill>
                  </a:rPr>
                  <a:t> pages with pictures only</a:t>
                </a:r>
                <a:r>
                  <a:rPr lang="en-US" sz="1400" b="0" u="none" baseline="0" dirty="0">
                    <a:solidFill>
                      <a:srgbClr val="FF0000"/>
                    </a:solidFill>
                  </a:rPr>
                  <a:t> </a:t>
                </a:r>
                <a:r>
                  <a:rPr lang="en-US" sz="1400" b="0" baseline="0" dirty="0">
                    <a:solidFill>
                      <a:srgbClr val="FF0000"/>
                    </a:solidFill>
                  </a:rPr>
                  <a:t>does not require TIME.</a:t>
                </a:r>
                <a:r>
                  <a:rPr lang="en-US" sz="1400" b="0" dirty="0">
                    <a:solidFill>
                      <a:srgbClr val="FF0000"/>
                    </a:solidFill>
                  </a:rPr>
                  <a:t>   </a:t>
                </a:r>
              </a:p>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r>
                  <a:rPr lang="en-US" sz="1400" u="sng" dirty="0">
                    <a:solidFill>
                      <a:srgbClr val="FF0000"/>
                    </a:solidFill>
                  </a:rPr>
                  <a:t>Follow rules of pictures added to </a:t>
                </a:r>
                <a:r>
                  <a:rPr lang="en-US" sz="1400" b="0" u="none" dirty="0">
                    <a:solidFill>
                      <a:srgbClr val="FF0000"/>
                    </a:solidFill>
                  </a:rPr>
                  <a:t>file.</a:t>
                </a:r>
                <a:r>
                  <a:rPr lang="en-US" sz="1400" b="0" u="none" baseline="0" dirty="0">
                    <a:solidFill>
                      <a:srgbClr val="FF0000"/>
                    </a:solidFill>
                  </a:rPr>
                  <a:t>  </a:t>
                </a:r>
                <a:r>
                  <a:rPr lang="en-US" sz="1400" b="0" u="none" dirty="0">
                    <a:solidFill>
                      <a:srgbClr val="FF0000"/>
                    </a:solidFill>
                  </a:rPr>
                  <a:t>Each picture must be numbered sequentially for the</a:t>
                </a:r>
                <a:r>
                  <a:rPr lang="en-US" sz="1400" b="0" u="none" baseline="0" dirty="0">
                    <a:solidFill>
                      <a:srgbClr val="FF0000"/>
                    </a:solidFill>
                  </a:rPr>
                  <a:t> TSP</a:t>
                </a:r>
                <a:r>
                  <a:rPr lang="en-US" sz="1400" u="none" dirty="0">
                    <a:solidFill>
                      <a:srgbClr val="FF0000"/>
                    </a:solidFill>
                  </a:rPr>
                  <a:t>.</a:t>
                </a:r>
              </a:p>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endParaRPr lang="en-US" sz="400" u="none" dirty="0">
                  <a:solidFill>
                    <a:srgbClr val="FF0000"/>
                  </a:solidFill>
                </a:endParaRPr>
              </a:p>
            </p:txBody>
          </p:sp>
          <p:sp>
            <p:nvSpPr>
              <p:cNvPr id="15" name="TextBox 14"/>
              <p:cNvSpPr txBox="1"/>
              <p:nvPr/>
            </p:nvSpPr>
            <p:spPr>
              <a:xfrm>
                <a:off x="125832" y="1120906"/>
                <a:ext cx="8887989" cy="738664"/>
              </a:xfrm>
              <a:prstGeom prst="rect">
                <a:avLst/>
              </a:prstGeom>
              <a:solidFill>
                <a:srgbClr val="FFFF00"/>
              </a:solidFill>
            </p:spPr>
            <p:txBody>
              <a:bodyPr wrap="square" tIns="0" bIns="0" rtlCol="0">
                <a:spAutoFit/>
              </a:bodyPr>
              <a:lstStyle/>
              <a:p>
                <a:pPr>
                  <a:spcBef>
                    <a:spcPts val="0"/>
                  </a:spcBef>
                </a:pPr>
                <a:r>
                  <a:rPr lang="en-US" sz="1600" u="sng" dirty="0">
                    <a:solidFill>
                      <a:srgbClr val="FF0000"/>
                    </a:solidFill>
                  </a:rPr>
                  <a:t>Use Save As to start your TSP creation.  Use your own File name. DELETE ALL items that are instructions (Yellow Boxes with RED Letters) in the template before presenting the file.  Including this whole page.</a:t>
                </a:r>
              </a:p>
            </p:txBody>
          </p:sp>
          <p:sp>
            <p:nvSpPr>
              <p:cNvPr id="16" name="TextBox 15"/>
              <p:cNvSpPr txBox="1"/>
              <p:nvPr/>
            </p:nvSpPr>
            <p:spPr>
              <a:xfrm>
                <a:off x="125828" y="2742558"/>
                <a:ext cx="3539862" cy="1877437"/>
              </a:xfrm>
              <a:prstGeom prst="rect">
                <a:avLst/>
              </a:prstGeom>
              <a:solidFill>
                <a:srgbClr val="FFFF00"/>
              </a:solidFill>
            </p:spPr>
            <p:txBody>
              <a:bodyPr wrap="square" rtlCol="0">
                <a:spAutoFit/>
              </a:bodyPr>
              <a:lstStyle>
                <a:defPPr>
                  <a:defRPr lang="en-US"/>
                </a:defPPr>
                <a:lvl1pPr>
                  <a:defRPr sz="2400" u="sng">
                    <a:solidFill>
                      <a:srgbClr val="FF0000"/>
                    </a:solidFill>
                  </a:defRPr>
                </a:lvl1pPr>
              </a:lstStyle>
              <a:p>
                <a:pPr algn="ctr"/>
                <a:r>
                  <a:rPr lang="en-US" sz="1600" dirty="0"/>
                  <a:t>Area:</a:t>
                </a:r>
              </a:p>
              <a:p>
                <a:r>
                  <a:rPr lang="en-US" sz="1200" b="0" u="none" dirty="0"/>
                  <a:t>      A – Safety / SAL   </a:t>
                </a:r>
                <a:r>
                  <a:rPr lang="en-US" sz="1200" b="0" u="none" baseline="0" dirty="0"/>
                  <a:t>  </a:t>
                </a:r>
                <a:r>
                  <a:rPr lang="en-US" sz="1200" b="0" u="none" dirty="0"/>
                  <a:t>G – Materials</a:t>
                </a:r>
              </a:p>
              <a:p>
                <a:r>
                  <a:rPr lang="en-US" sz="1200" b="0" u="none" dirty="0"/>
                  <a:t>      B – Body	                H – HVAC</a:t>
                </a:r>
              </a:p>
              <a:p>
                <a:r>
                  <a:rPr lang="en-US" sz="1200" b="0" u="none" dirty="0"/>
                  <a:t>      C – Chassis            J – ADAS </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200" b="0" u="none" dirty="0"/>
                  <a:t>      D – NVH                 </a:t>
                </a:r>
                <a:r>
                  <a:rPr lang="en-US" sz="1200" b="0" u="none" baseline="0" dirty="0"/>
                  <a:t>K</a:t>
                </a:r>
                <a:r>
                  <a:rPr lang="en-US" sz="1200" b="0" u="none" dirty="0"/>
                  <a:t> – Human Engineering</a:t>
                </a:r>
              </a:p>
              <a:p>
                <a:r>
                  <a:rPr lang="en-US" sz="1200" b="0" u="none" dirty="0"/>
                  <a:t>      E – Emissions         M - Marketability</a:t>
                </a:r>
                <a:endParaRPr lang="en-US" sz="800" b="0" u="none" dirty="0"/>
              </a:p>
              <a:p>
                <a:r>
                  <a:rPr lang="en-US" sz="1200" b="0" u="none" dirty="0"/>
                  <a:t>      F – FMVSS             N – Others (</a:t>
                </a:r>
                <a:r>
                  <a:rPr lang="en-US" sz="800" b="0" u="none" dirty="0"/>
                  <a:t>e.g. Cost</a:t>
                </a:r>
                <a:r>
                  <a:rPr lang="en-US" sz="800" b="0" u="none" baseline="0" dirty="0"/>
                  <a:t> Saving)</a:t>
                </a:r>
                <a:r>
                  <a:rPr lang="en-US" sz="1200" b="0" u="none" dirty="0"/>
                  <a:t> </a:t>
                </a:r>
              </a:p>
              <a:p>
                <a:pPr algn="ctr"/>
                <a:r>
                  <a:rPr lang="en-US" sz="1400" b="0" u="none" dirty="0"/>
                  <a:t>Number will be sequential and assigned by Supervisor of the Area</a:t>
                </a:r>
              </a:p>
            </p:txBody>
          </p:sp>
          <p:sp>
            <p:nvSpPr>
              <p:cNvPr id="17" name="TextBox 16"/>
              <p:cNvSpPr txBox="1"/>
              <p:nvPr/>
            </p:nvSpPr>
            <p:spPr>
              <a:xfrm>
                <a:off x="125832" y="1889857"/>
                <a:ext cx="3501962" cy="830997"/>
              </a:xfrm>
              <a:prstGeom prst="rect">
                <a:avLst/>
              </a:prstGeom>
              <a:solidFill>
                <a:srgbClr val="FFFF00"/>
              </a:solidFill>
            </p:spPr>
            <p:txBody>
              <a:bodyPr wrap="square" rtlCol="0" anchor="ctr">
                <a:spAutoFit/>
              </a:bodyPr>
              <a:lstStyle>
                <a:defPPr>
                  <a:defRPr lang="en-US"/>
                </a:defPPr>
                <a:lvl1pPr>
                  <a:defRPr sz="2400" u="sng">
                    <a:solidFill>
                      <a:srgbClr val="FF0000"/>
                    </a:solidFill>
                  </a:defRPr>
                </a:lvl1pPr>
              </a:lstStyle>
              <a:p>
                <a:r>
                  <a:rPr lang="en-US" sz="1600" u="none" dirty="0">
                    <a:latin typeface="Wingdings 2" panose="05020102010507070707" pitchFamily="18" charset="2"/>
                  </a:rPr>
                  <a:t>j</a:t>
                </a:r>
                <a:r>
                  <a:rPr lang="en-US" sz="1600" u="none" dirty="0"/>
                  <a:t>  Control Number information:</a:t>
                </a:r>
              </a:p>
              <a:p>
                <a:r>
                  <a:rPr lang="en-US" sz="1600" b="0" u="none" dirty="0"/>
                  <a:t>     </a:t>
                </a:r>
                <a:r>
                  <a:rPr lang="en-US" sz="1600" dirty="0"/>
                  <a:t>TSP-</a:t>
                </a:r>
                <a:r>
                  <a:rPr lang="en-US" sz="1600" i="1" dirty="0"/>
                  <a:t>Area-####  </a:t>
                </a:r>
              </a:p>
              <a:p>
                <a:r>
                  <a:rPr lang="en-US" sz="1600" b="0" u="none" dirty="0"/>
                  <a:t>     </a:t>
                </a:r>
                <a:r>
                  <a:rPr lang="en-US" sz="1600" i="1" dirty="0"/>
                  <a:t>TSP-Area-5###</a:t>
                </a:r>
              </a:p>
            </p:txBody>
          </p:sp>
          <p:sp>
            <p:nvSpPr>
              <p:cNvPr id="18" name="TextBox 17"/>
              <p:cNvSpPr txBox="1"/>
              <p:nvPr/>
            </p:nvSpPr>
            <p:spPr>
              <a:xfrm>
                <a:off x="2089782" y="2178271"/>
                <a:ext cx="1267581" cy="230832"/>
              </a:xfrm>
              <a:prstGeom prst="rect">
                <a:avLst/>
              </a:prstGeom>
              <a:noFill/>
            </p:spPr>
            <p:txBody>
              <a:bodyPr wrap="square" rtlCol="0" anchor="ctr">
                <a:spAutoFit/>
              </a:bodyPr>
              <a:lstStyle/>
              <a:p>
                <a:r>
                  <a:rPr lang="en-US" sz="900" i="1" dirty="0">
                    <a:solidFill>
                      <a:srgbClr val="0070C0"/>
                    </a:solidFill>
                  </a:rPr>
                  <a:t>Test  Procedure  </a:t>
                </a:r>
              </a:p>
            </p:txBody>
          </p:sp>
          <p:sp>
            <p:nvSpPr>
              <p:cNvPr id="19" name="TextBox 18"/>
              <p:cNvSpPr txBox="1"/>
              <p:nvPr/>
            </p:nvSpPr>
            <p:spPr>
              <a:xfrm>
                <a:off x="2123056" y="2438552"/>
                <a:ext cx="1396317" cy="230832"/>
              </a:xfrm>
              <a:prstGeom prst="rect">
                <a:avLst/>
              </a:prstGeom>
              <a:noFill/>
            </p:spPr>
            <p:txBody>
              <a:bodyPr wrap="square" rtlCol="0" anchor="ctr">
                <a:spAutoFit/>
              </a:bodyPr>
              <a:lstStyle/>
              <a:p>
                <a:r>
                  <a:rPr lang="en-US" sz="900" i="1" dirty="0">
                    <a:solidFill>
                      <a:srgbClr val="0070C0"/>
                    </a:solidFill>
                  </a:rPr>
                  <a:t>Equipment Procedure</a:t>
                </a:r>
              </a:p>
            </p:txBody>
          </p:sp>
          <p:sp>
            <p:nvSpPr>
              <p:cNvPr id="20" name="Rectangle 19"/>
              <p:cNvSpPr/>
              <p:nvPr/>
            </p:nvSpPr>
            <p:spPr>
              <a:xfrm>
                <a:off x="125832" y="4959234"/>
                <a:ext cx="8887990" cy="523220"/>
              </a:xfrm>
              <a:prstGeom prst="rect">
                <a:avLst/>
              </a:prstGeom>
              <a:solidFill>
                <a:srgbClr val="FFFF00"/>
              </a:solidFill>
              <a:ln w="19050">
                <a:solidFill>
                  <a:srgbClr val="FF0000"/>
                </a:solidFill>
              </a:ln>
            </p:spPr>
            <p:txBody>
              <a:bodyPr wrap="square" anchor="ctr">
                <a:spAutoFit/>
              </a:bodyPr>
              <a:lstStyle/>
              <a:p>
                <a:r>
                  <a:rPr lang="en-US" sz="1400" b="0" dirty="0">
                    <a:solidFill>
                      <a:srgbClr val="FF0000"/>
                    </a:solidFill>
                  </a:rPr>
                  <a:t>Nissan Specifications (NDS/NEM/KDS) and Regulations are allowed to be added to the TSP Folder.  The user will be responsible to follow all guidelines for confidentiality. </a:t>
                </a:r>
              </a:p>
            </p:txBody>
          </p:sp>
        </p:grpSp>
      </p:grpSp>
      <p:sp>
        <p:nvSpPr>
          <p:cNvPr id="2" name="Rectangle 1"/>
          <p:cNvSpPr/>
          <p:nvPr userDrawn="1"/>
        </p:nvSpPr>
        <p:spPr>
          <a:xfrm>
            <a:off x="125832" y="666670"/>
            <a:ext cx="7617385" cy="400110"/>
          </a:xfrm>
          <a:prstGeom prst="rect">
            <a:avLst/>
          </a:prstGeom>
          <a:solidFill>
            <a:srgbClr val="FF0000"/>
          </a:solidFill>
        </p:spPr>
        <p:txBody>
          <a:bodyPr wrap="square">
            <a:spAutoFit/>
          </a:bodyPr>
          <a:lstStyle/>
          <a:p>
            <a:pPr algn="ctr">
              <a:spcBef>
                <a:spcPts val="0"/>
              </a:spcBef>
            </a:pPr>
            <a:r>
              <a:rPr lang="en-US" sz="2000" u="sng" dirty="0">
                <a:solidFill>
                  <a:srgbClr val="FFFF00"/>
                </a:solidFill>
              </a:rPr>
              <a:t>DO</a:t>
            </a:r>
            <a:r>
              <a:rPr lang="en-US" sz="2000" u="sng" baseline="0" dirty="0">
                <a:solidFill>
                  <a:srgbClr val="FFFF00"/>
                </a:solidFill>
              </a:rPr>
              <a:t> NOT UPDATE THIS FORM AND SAVE</a:t>
            </a:r>
            <a:r>
              <a:rPr lang="en-US" sz="2000" u="sng" dirty="0">
                <a:solidFill>
                  <a:srgbClr val="FFFF00"/>
                </a:solidFill>
              </a:rPr>
              <a:t>. </a:t>
            </a:r>
          </a:p>
        </p:txBody>
      </p:sp>
      <p:sp>
        <p:nvSpPr>
          <p:cNvPr id="3" name="TextBox 2"/>
          <p:cNvSpPr txBox="1"/>
          <p:nvPr userDrawn="1"/>
        </p:nvSpPr>
        <p:spPr>
          <a:xfrm>
            <a:off x="4781724" y="3034264"/>
            <a:ext cx="142613" cy="230832"/>
          </a:xfrm>
          <a:prstGeom prst="rect">
            <a:avLst/>
          </a:prstGeom>
          <a:solidFill>
            <a:srgbClr val="FF0000"/>
          </a:solidFill>
          <a:ln w="12700">
            <a:solidFill>
              <a:schemeClr val="tx1"/>
            </a:solidFill>
          </a:ln>
        </p:spPr>
        <p:txBody>
          <a:bodyPr wrap="square" rtlCol="0" anchor="ctr">
            <a:spAutoFit/>
          </a:bodyPr>
          <a:lstStyle/>
          <a:p>
            <a:pPr algn="ctr"/>
            <a:r>
              <a:rPr lang="en-US" sz="900" dirty="0"/>
              <a:t>X </a:t>
            </a:r>
          </a:p>
        </p:txBody>
      </p:sp>
      <p:sp>
        <p:nvSpPr>
          <p:cNvPr id="4" name="Oval 3"/>
          <p:cNvSpPr/>
          <p:nvPr userDrawn="1"/>
        </p:nvSpPr>
        <p:spPr bwMode="auto">
          <a:xfrm flipH="1">
            <a:off x="8577477" y="3273485"/>
            <a:ext cx="180808" cy="176169"/>
          </a:xfrm>
          <a:prstGeom prst="ellipse">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noProof="1">
                <a:ln>
                  <a:noFill/>
                </a:ln>
                <a:solidFill>
                  <a:schemeClr val="tx1"/>
                </a:solidFill>
                <a:effectLst/>
                <a:latin typeface="Arial" charset="0"/>
              </a:rPr>
              <a:t>Y   </a:t>
            </a:r>
          </a:p>
        </p:txBody>
      </p:sp>
    </p:spTree>
    <p:extLst>
      <p:ext uri="{BB962C8B-B14F-4D97-AF65-F5344CB8AC3E}">
        <p14:creationId xmlns:p14="http://schemas.microsoft.com/office/powerpoint/2010/main" val="383162884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SP Title Slide">
    <p:spTree>
      <p:nvGrpSpPr>
        <p:cNvPr id="1" name=""/>
        <p:cNvGrpSpPr/>
        <p:nvPr/>
      </p:nvGrpSpPr>
      <p:grpSpPr>
        <a:xfrm>
          <a:off x="0" y="0"/>
          <a:ext cx="0" cy="0"/>
          <a:chOff x="0" y="0"/>
          <a:chExt cx="0" cy="0"/>
        </a:xfrm>
      </p:grpSpPr>
      <p:sp>
        <p:nvSpPr>
          <p:cNvPr id="1652739" name="Rectangle 3"/>
          <p:cNvSpPr>
            <a:spLocks noGrp="1" noChangeArrowheads="1"/>
          </p:cNvSpPr>
          <p:nvPr>
            <p:ph type="ctrTitle" hasCustomPrompt="1"/>
          </p:nvPr>
        </p:nvSpPr>
        <p:spPr>
          <a:xfrm>
            <a:off x="685800" y="2368550"/>
            <a:ext cx="7772400" cy="1470025"/>
          </a:xfrm>
        </p:spPr>
        <p:txBody>
          <a:bodyPr/>
          <a:lstStyle>
            <a:lvl1pPr algn="ctr">
              <a:defRPr sz="3200"/>
            </a:lvl1pPr>
          </a:lstStyle>
          <a:p>
            <a:r>
              <a:rPr lang="en-US" dirty="0"/>
              <a:t>Test Type</a:t>
            </a:r>
            <a:br>
              <a:rPr lang="en-US" dirty="0"/>
            </a:br>
            <a:r>
              <a:rPr lang="en-US" dirty="0"/>
              <a:t>Regulation #</a:t>
            </a:r>
          </a:p>
        </p:txBody>
      </p:sp>
      <p:sp>
        <p:nvSpPr>
          <p:cNvPr id="1652740" name="Rectangle 4"/>
          <p:cNvSpPr>
            <a:spLocks noGrp="1" noChangeArrowheads="1"/>
          </p:cNvSpPr>
          <p:nvPr>
            <p:ph type="subTitle" idx="1" hasCustomPrompt="1"/>
          </p:nvPr>
        </p:nvSpPr>
        <p:spPr>
          <a:xfrm>
            <a:off x="1371600" y="4338638"/>
            <a:ext cx="6400800" cy="1300162"/>
          </a:xfrm>
        </p:spPr>
        <p:txBody>
          <a:bodyPr/>
          <a:lstStyle>
            <a:lvl1pPr marL="0" indent="0" algn="ctr">
              <a:buFont typeface="Wingdings" pitchFamily="2" charset="2"/>
              <a:buNone/>
              <a:defRPr i="1" baseline="0"/>
            </a:lvl1pPr>
          </a:lstStyle>
          <a:p>
            <a:r>
              <a:rPr lang="en-US" dirty="0"/>
              <a:t>Created by</a:t>
            </a:r>
          </a:p>
          <a:p>
            <a:r>
              <a:rPr lang="en-US" dirty="0"/>
              <a:t>Date </a:t>
            </a:r>
          </a:p>
          <a:p>
            <a:r>
              <a:rPr lang="en-US" dirty="0"/>
              <a:t>(Month Date, Year)</a:t>
            </a:r>
          </a:p>
        </p:txBody>
      </p:sp>
      <p:pic>
        <p:nvPicPr>
          <p:cNvPr id="3" name="Picture 2"/>
          <p:cNvPicPr>
            <a:picLocks noChangeAspect="1"/>
          </p:cNvPicPr>
          <p:nvPr userDrawn="1"/>
        </p:nvPicPr>
        <p:blipFill>
          <a:blip r:embed="rId2"/>
          <a:stretch>
            <a:fillRect/>
          </a:stretch>
        </p:blipFill>
        <p:spPr>
          <a:xfrm>
            <a:off x="142956" y="112761"/>
            <a:ext cx="3578595" cy="2087514"/>
          </a:xfrm>
          <a:prstGeom prst="rect">
            <a:avLst/>
          </a:prstGeom>
        </p:spPr>
      </p:pic>
    </p:spTree>
    <p:extLst>
      <p:ext uri="{BB962C8B-B14F-4D97-AF65-F5344CB8AC3E}">
        <p14:creationId xmlns:p14="http://schemas.microsoft.com/office/powerpoint/2010/main" val="46312019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est Summary">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userDrawn="1"/>
        </p:nvSpPr>
        <p:spPr>
          <a:xfrm>
            <a:off x="83890" y="75501"/>
            <a:ext cx="4941116" cy="584775"/>
          </a:xfrm>
          <a:prstGeom prst="rect">
            <a:avLst/>
          </a:prstGeom>
          <a:noFill/>
        </p:spPr>
        <p:txBody>
          <a:bodyPr wrap="square" rtlCol="0">
            <a:spAutoFit/>
          </a:bodyPr>
          <a:lstStyle/>
          <a:p>
            <a:r>
              <a:rPr lang="en-US" sz="3200" dirty="0">
                <a:latin typeface="+mj-lt"/>
              </a:rPr>
              <a:t>Test Summary</a:t>
            </a:r>
          </a:p>
        </p:txBody>
      </p:sp>
    </p:spTree>
    <p:extLst>
      <p:ext uri="{BB962C8B-B14F-4D97-AF65-F5344CB8AC3E}">
        <p14:creationId xmlns:p14="http://schemas.microsoft.com/office/powerpoint/2010/main" val="336863781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ogistic Info Shee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userDrawn="1"/>
        </p:nvSpPr>
        <p:spPr>
          <a:xfrm>
            <a:off x="75501" y="5935"/>
            <a:ext cx="6660859" cy="584775"/>
          </a:xfrm>
          <a:prstGeom prst="rect">
            <a:avLst/>
          </a:prstGeom>
          <a:noFill/>
        </p:spPr>
        <p:txBody>
          <a:bodyPr wrap="square" rtlCol="0">
            <a:spAutoFit/>
          </a:bodyPr>
          <a:lstStyle/>
          <a:p>
            <a:r>
              <a:rPr lang="en-US" sz="3200" dirty="0">
                <a:latin typeface="+mj-lt"/>
              </a:rPr>
              <a:t>Logistic Information</a:t>
            </a:r>
          </a:p>
        </p:txBody>
      </p:sp>
    </p:spTree>
    <p:extLst>
      <p:ext uri="{BB962C8B-B14F-4D97-AF65-F5344CB8AC3E}">
        <p14:creationId xmlns:p14="http://schemas.microsoft.com/office/powerpoint/2010/main" val="247497601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ntent She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023698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SP Info Sheet">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
          <a:stretch>
            <a:fillRect/>
          </a:stretch>
        </p:blipFill>
        <p:spPr>
          <a:xfrm>
            <a:off x="45355" y="516006"/>
            <a:ext cx="9096376" cy="5818742"/>
          </a:xfrm>
          <a:prstGeom prst="rect">
            <a:avLst/>
          </a:prstGeom>
        </p:spPr>
      </p:pic>
      <p:pic>
        <p:nvPicPr>
          <p:cNvPr id="4" name="Picture 3"/>
          <p:cNvPicPr>
            <a:picLocks noChangeAspect="1"/>
          </p:cNvPicPr>
          <p:nvPr userDrawn="1"/>
        </p:nvPicPr>
        <p:blipFill>
          <a:blip r:embed="rId3"/>
          <a:stretch>
            <a:fillRect/>
          </a:stretch>
        </p:blipFill>
        <p:spPr>
          <a:xfrm>
            <a:off x="0" y="-97753"/>
            <a:ext cx="7315200" cy="788852"/>
          </a:xfrm>
          <a:prstGeom prst="rect">
            <a:avLst/>
          </a:prstGeom>
        </p:spPr>
      </p:pic>
      <p:sp>
        <p:nvSpPr>
          <p:cNvPr id="10" name="Text Placeholder 9"/>
          <p:cNvSpPr>
            <a:spLocks noGrp="1"/>
          </p:cNvSpPr>
          <p:nvPr>
            <p:ph type="body" sz="quarter" idx="10" hasCustomPrompt="1"/>
          </p:nvPr>
        </p:nvSpPr>
        <p:spPr>
          <a:xfrm>
            <a:off x="1221249" y="980400"/>
            <a:ext cx="1430337" cy="241300"/>
          </a:xfrm>
        </p:spPr>
        <p:txBody>
          <a:bodyPr anchor="ctr" anchorCtr="0"/>
          <a:lstStyle>
            <a:lvl1pPr marL="0" indent="0">
              <a:buNone/>
              <a:defRPr sz="1200" baseline="0">
                <a:latin typeface="+mn-lt"/>
              </a:defRPr>
            </a:lvl1pPr>
          </a:lstStyle>
          <a:p>
            <a:pPr lvl="0"/>
            <a:r>
              <a:rPr lang="en-US" dirty="0"/>
              <a:t>Control #</a:t>
            </a:r>
          </a:p>
        </p:txBody>
      </p:sp>
      <p:sp>
        <p:nvSpPr>
          <p:cNvPr id="11" name="Text Placeholder 9"/>
          <p:cNvSpPr>
            <a:spLocks noGrp="1"/>
          </p:cNvSpPr>
          <p:nvPr>
            <p:ph type="body" sz="quarter" idx="11" hasCustomPrompt="1"/>
          </p:nvPr>
        </p:nvSpPr>
        <p:spPr>
          <a:xfrm>
            <a:off x="1221248" y="1302172"/>
            <a:ext cx="1430337" cy="241300"/>
          </a:xfrm>
        </p:spPr>
        <p:txBody>
          <a:bodyPr anchor="ctr" anchorCtr="0"/>
          <a:lstStyle>
            <a:lvl1pPr marL="0" indent="0">
              <a:buNone/>
              <a:defRPr sz="1200" baseline="0">
                <a:latin typeface="+mn-lt"/>
              </a:defRPr>
            </a:lvl1pPr>
          </a:lstStyle>
          <a:p>
            <a:pPr lvl="0"/>
            <a:r>
              <a:rPr lang="en-US" dirty="0"/>
              <a:t>NEM #</a:t>
            </a:r>
          </a:p>
        </p:txBody>
      </p:sp>
      <p:sp>
        <p:nvSpPr>
          <p:cNvPr id="12" name="Text Placeholder 9"/>
          <p:cNvSpPr>
            <a:spLocks noGrp="1"/>
          </p:cNvSpPr>
          <p:nvPr>
            <p:ph type="body" sz="quarter" idx="12" hasCustomPrompt="1"/>
          </p:nvPr>
        </p:nvSpPr>
        <p:spPr>
          <a:xfrm>
            <a:off x="1221247" y="1619325"/>
            <a:ext cx="1430337" cy="241300"/>
          </a:xfrm>
        </p:spPr>
        <p:txBody>
          <a:bodyPr anchor="ctr" anchorCtr="0"/>
          <a:lstStyle>
            <a:lvl1pPr marL="0" indent="0">
              <a:buNone/>
              <a:defRPr sz="1200" baseline="0">
                <a:latin typeface="+mn-lt"/>
              </a:defRPr>
            </a:lvl1pPr>
          </a:lstStyle>
          <a:p>
            <a:pPr lvl="0"/>
            <a:r>
              <a:rPr lang="en-US" dirty="0" err="1"/>
              <a:t>Cadics</a:t>
            </a:r>
            <a:r>
              <a:rPr lang="en-US" dirty="0"/>
              <a:t> #</a:t>
            </a:r>
          </a:p>
        </p:txBody>
      </p:sp>
      <p:sp>
        <p:nvSpPr>
          <p:cNvPr id="13" name="Text Placeholder 9"/>
          <p:cNvSpPr>
            <a:spLocks noGrp="1"/>
          </p:cNvSpPr>
          <p:nvPr>
            <p:ph type="body" sz="quarter" idx="13" hasCustomPrompt="1"/>
          </p:nvPr>
        </p:nvSpPr>
        <p:spPr>
          <a:xfrm>
            <a:off x="3657426" y="982593"/>
            <a:ext cx="5320319" cy="241300"/>
          </a:xfrm>
        </p:spPr>
        <p:txBody>
          <a:bodyPr anchor="ctr" anchorCtr="0"/>
          <a:lstStyle>
            <a:lvl1pPr marL="0" indent="0">
              <a:buNone/>
              <a:defRPr sz="1200" baseline="0">
                <a:latin typeface="+mn-lt"/>
              </a:defRPr>
            </a:lvl1pPr>
          </a:lstStyle>
          <a:p>
            <a:pPr lvl="0"/>
            <a:r>
              <a:rPr lang="en-US" dirty="0"/>
              <a:t>Click in box to edit</a:t>
            </a:r>
          </a:p>
        </p:txBody>
      </p:sp>
      <p:sp>
        <p:nvSpPr>
          <p:cNvPr id="14" name="Text Placeholder 9"/>
          <p:cNvSpPr>
            <a:spLocks noGrp="1"/>
          </p:cNvSpPr>
          <p:nvPr>
            <p:ph type="body" sz="quarter" idx="14" hasCustomPrompt="1"/>
          </p:nvPr>
        </p:nvSpPr>
        <p:spPr>
          <a:xfrm>
            <a:off x="3657424" y="1297263"/>
            <a:ext cx="5320319" cy="241300"/>
          </a:xfrm>
        </p:spPr>
        <p:txBody>
          <a:bodyPr anchor="ctr" anchorCtr="0"/>
          <a:lstStyle>
            <a:lvl1pPr marL="0" indent="0">
              <a:buNone/>
              <a:defRPr sz="1200" baseline="0">
                <a:latin typeface="+mn-lt"/>
              </a:defRPr>
            </a:lvl1pPr>
          </a:lstStyle>
          <a:p>
            <a:pPr lvl="0"/>
            <a:r>
              <a:rPr lang="en-US" dirty="0"/>
              <a:t>Click in box to edit – Use additional sheet for more NEM items</a:t>
            </a:r>
          </a:p>
        </p:txBody>
      </p:sp>
      <p:sp>
        <p:nvSpPr>
          <p:cNvPr id="15" name="Text Placeholder 9"/>
          <p:cNvSpPr>
            <a:spLocks noGrp="1"/>
          </p:cNvSpPr>
          <p:nvPr>
            <p:ph type="body" sz="quarter" idx="15" hasCustomPrompt="1"/>
          </p:nvPr>
        </p:nvSpPr>
        <p:spPr>
          <a:xfrm>
            <a:off x="3657425" y="1619325"/>
            <a:ext cx="5320319" cy="241300"/>
          </a:xfrm>
        </p:spPr>
        <p:txBody>
          <a:bodyPr anchor="ctr" anchorCtr="0"/>
          <a:lstStyle>
            <a:lvl1pPr marL="0" indent="0">
              <a:buNone/>
              <a:defRPr sz="1200" baseline="0">
                <a:latin typeface="+mn-lt"/>
              </a:defRPr>
            </a:lvl1pPr>
          </a:lstStyle>
          <a:p>
            <a:pPr lvl="0"/>
            <a:r>
              <a:rPr lang="en-US" dirty="0"/>
              <a:t>Click in box to edit – Use additional sheet for more CADIC items</a:t>
            </a:r>
          </a:p>
        </p:txBody>
      </p:sp>
      <p:sp>
        <p:nvSpPr>
          <p:cNvPr id="16" name="Text Placeholder 9"/>
          <p:cNvSpPr>
            <a:spLocks noGrp="1"/>
          </p:cNvSpPr>
          <p:nvPr>
            <p:ph type="body" sz="quarter" idx="16" hasCustomPrompt="1"/>
          </p:nvPr>
        </p:nvSpPr>
        <p:spPr>
          <a:xfrm>
            <a:off x="838550" y="2136585"/>
            <a:ext cx="1053493" cy="241300"/>
          </a:xfrm>
        </p:spPr>
        <p:txBody>
          <a:bodyPr anchor="ctr"/>
          <a:lstStyle>
            <a:lvl1pPr marL="0" indent="0">
              <a:buNone/>
              <a:defRPr sz="1200" baseline="0">
                <a:latin typeface="+mn-lt"/>
              </a:defRPr>
            </a:lvl1pPr>
          </a:lstStyle>
          <a:p>
            <a:pPr lvl="0"/>
            <a:r>
              <a:rPr lang="en-US" dirty="0"/>
              <a:t>Yes or No</a:t>
            </a:r>
          </a:p>
        </p:txBody>
      </p:sp>
      <p:sp>
        <p:nvSpPr>
          <p:cNvPr id="17" name="Text Placeholder 9"/>
          <p:cNvSpPr>
            <a:spLocks noGrp="1"/>
          </p:cNvSpPr>
          <p:nvPr>
            <p:ph type="body" sz="quarter" idx="17" hasCustomPrompt="1"/>
          </p:nvPr>
        </p:nvSpPr>
        <p:spPr>
          <a:xfrm>
            <a:off x="838552" y="2395901"/>
            <a:ext cx="1053493" cy="241300"/>
          </a:xfrm>
        </p:spPr>
        <p:txBody>
          <a:bodyPr anchor="ctr"/>
          <a:lstStyle>
            <a:lvl1pPr marL="0" indent="0">
              <a:buNone/>
              <a:defRPr sz="1200" baseline="0">
                <a:latin typeface="+mn-lt"/>
              </a:defRPr>
            </a:lvl1pPr>
          </a:lstStyle>
          <a:p>
            <a:pPr lvl="0"/>
            <a:r>
              <a:rPr lang="en-US" dirty="0"/>
              <a:t>Yes or No</a:t>
            </a:r>
          </a:p>
        </p:txBody>
      </p:sp>
      <p:sp>
        <p:nvSpPr>
          <p:cNvPr id="18" name="Text Placeholder 9"/>
          <p:cNvSpPr>
            <a:spLocks noGrp="1"/>
          </p:cNvSpPr>
          <p:nvPr>
            <p:ph type="body" sz="quarter" idx="18" hasCustomPrompt="1"/>
          </p:nvPr>
        </p:nvSpPr>
        <p:spPr>
          <a:xfrm>
            <a:off x="838552" y="2648901"/>
            <a:ext cx="1053493" cy="241300"/>
          </a:xfrm>
        </p:spPr>
        <p:txBody>
          <a:bodyPr anchor="ctr"/>
          <a:lstStyle>
            <a:lvl1pPr marL="0" indent="0">
              <a:buNone/>
              <a:defRPr sz="1200" baseline="0">
                <a:latin typeface="+mn-lt"/>
              </a:defRPr>
            </a:lvl1pPr>
          </a:lstStyle>
          <a:p>
            <a:pPr lvl="0"/>
            <a:r>
              <a:rPr lang="en-US" dirty="0"/>
              <a:t>Yes or No</a:t>
            </a:r>
          </a:p>
        </p:txBody>
      </p:sp>
      <p:sp>
        <p:nvSpPr>
          <p:cNvPr id="19" name="Text Placeholder 9"/>
          <p:cNvSpPr>
            <a:spLocks noGrp="1"/>
          </p:cNvSpPr>
          <p:nvPr>
            <p:ph type="body" sz="quarter" idx="19"/>
          </p:nvPr>
        </p:nvSpPr>
        <p:spPr>
          <a:xfrm>
            <a:off x="4370664" y="2161406"/>
            <a:ext cx="3406067" cy="209550"/>
          </a:xfrm>
        </p:spPr>
        <p:txBody>
          <a:bodyPr lIns="0" rIns="0" anchor="ctr"/>
          <a:lstStyle>
            <a:lvl1pPr marL="0" indent="0">
              <a:buNone/>
              <a:defRPr sz="1100" baseline="0">
                <a:latin typeface="+mn-lt"/>
              </a:defRPr>
            </a:lvl1pPr>
          </a:lstStyle>
          <a:p>
            <a:pPr lvl="0"/>
            <a:endParaRPr lang="en-US" dirty="0"/>
          </a:p>
        </p:txBody>
      </p:sp>
      <p:sp>
        <p:nvSpPr>
          <p:cNvPr id="20" name="Text Placeholder 9"/>
          <p:cNvSpPr>
            <a:spLocks noGrp="1"/>
          </p:cNvSpPr>
          <p:nvPr>
            <p:ph type="body" sz="quarter" idx="20"/>
          </p:nvPr>
        </p:nvSpPr>
        <p:spPr>
          <a:xfrm>
            <a:off x="4370663" y="2411776"/>
            <a:ext cx="3406067" cy="209550"/>
          </a:xfrm>
        </p:spPr>
        <p:txBody>
          <a:bodyPr lIns="0" rIns="0" anchor="ctr"/>
          <a:lstStyle>
            <a:lvl1pPr marL="0" indent="0">
              <a:buNone/>
              <a:defRPr sz="1100" baseline="0">
                <a:latin typeface="+mn-lt"/>
              </a:defRPr>
            </a:lvl1pPr>
          </a:lstStyle>
          <a:p>
            <a:pPr lvl="0"/>
            <a:endParaRPr lang="en-US" dirty="0"/>
          </a:p>
        </p:txBody>
      </p:sp>
      <p:sp>
        <p:nvSpPr>
          <p:cNvPr id="21" name="Text Placeholder 9"/>
          <p:cNvSpPr>
            <a:spLocks noGrp="1"/>
          </p:cNvSpPr>
          <p:nvPr>
            <p:ph type="body" sz="quarter" idx="21"/>
          </p:nvPr>
        </p:nvSpPr>
        <p:spPr>
          <a:xfrm>
            <a:off x="4370664" y="2657679"/>
            <a:ext cx="3406067" cy="209550"/>
          </a:xfrm>
        </p:spPr>
        <p:txBody>
          <a:bodyPr lIns="0" rIns="0" anchor="ctr"/>
          <a:lstStyle>
            <a:lvl1pPr marL="0" indent="0">
              <a:buNone/>
              <a:defRPr sz="1100" baseline="0">
                <a:latin typeface="+mn-lt"/>
              </a:defRPr>
            </a:lvl1pPr>
          </a:lstStyle>
          <a:p>
            <a:pPr lvl="0"/>
            <a:endParaRPr lang="en-US" dirty="0"/>
          </a:p>
        </p:txBody>
      </p:sp>
      <p:sp>
        <p:nvSpPr>
          <p:cNvPr id="22" name="Text Placeholder 9"/>
          <p:cNvSpPr>
            <a:spLocks noGrp="1"/>
          </p:cNvSpPr>
          <p:nvPr>
            <p:ph type="body" sz="quarter" idx="22"/>
          </p:nvPr>
        </p:nvSpPr>
        <p:spPr>
          <a:xfrm>
            <a:off x="139848" y="3447800"/>
            <a:ext cx="601295" cy="255948"/>
          </a:xfrm>
        </p:spPr>
        <p:txBody>
          <a:bodyPr lIns="0" rIns="0" anchor="ctr"/>
          <a:lstStyle>
            <a:lvl1pPr marL="0" indent="0" algn="ctr">
              <a:buNone/>
              <a:defRPr sz="900" baseline="0">
                <a:latin typeface="+mn-lt"/>
              </a:defRPr>
            </a:lvl1pPr>
          </a:lstStyle>
          <a:p>
            <a:pPr lvl="0"/>
            <a:endParaRPr lang="en-US" dirty="0"/>
          </a:p>
        </p:txBody>
      </p:sp>
      <p:sp>
        <p:nvSpPr>
          <p:cNvPr id="31" name="Text Placeholder 9"/>
          <p:cNvSpPr>
            <a:spLocks noGrp="1"/>
          </p:cNvSpPr>
          <p:nvPr>
            <p:ph type="body" sz="quarter" idx="31"/>
          </p:nvPr>
        </p:nvSpPr>
        <p:spPr>
          <a:xfrm>
            <a:off x="4310740" y="3431361"/>
            <a:ext cx="996511" cy="317680"/>
          </a:xfrm>
        </p:spPr>
        <p:txBody>
          <a:bodyPr anchor="ctr"/>
          <a:lstStyle>
            <a:lvl1pPr marL="0" indent="0" algn="ctr">
              <a:buNone/>
              <a:defRPr sz="900" baseline="0">
                <a:latin typeface="+mn-lt"/>
              </a:defRPr>
            </a:lvl1pPr>
          </a:lstStyle>
          <a:p>
            <a:pPr lvl="0"/>
            <a:endParaRPr lang="en-US" dirty="0"/>
          </a:p>
        </p:txBody>
      </p:sp>
      <p:sp>
        <p:nvSpPr>
          <p:cNvPr id="32" name="Text Placeholder 9"/>
          <p:cNvSpPr>
            <a:spLocks noGrp="1"/>
          </p:cNvSpPr>
          <p:nvPr>
            <p:ph type="body" sz="quarter" idx="32"/>
          </p:nvPr>
        </p:nvSpPr>
        <p:spPr>
          <a:xfrm>
            <a:off x="3400250" y="3428039"/>
            <a:ext cx="899295" cy="321001"/>
          </a:xfrm>
        </p:spPr>
        <p:txBody>
          <a:bodyPr anchor="ctr"/>
          <a:lstStyle>
            <a:lvl1pPr marL="0" indent="0" algn="ctr">
              <a:buNone/>
              <a:defRPr sz="900" baseline="0">
                <a:latin typeface="+mn-lt"/>
              </a:defRPr>
            </a:lvl1pPr>
          </a:lstStyle>
          <a:p>
            <a:pPr lvl="0"/>
            <a:endParaRPr lang="en-US" dirty="0"/>
          </a:p>
        </p:txBody>
      </p:sp>
      <p:sp>
        <p:nvSpPr>
          <p:cNvPr id="33" name="Text Placeholder 9"/>
          <p:cNvSpPr>
            <a:spLocks noGrp="1"/>
          </p:cNvSpPr>
          <p:nvPr>
            <p:ph type="body" sz="quarter" idx="33"/>
          </p:nvPr>
        </p:nvSpPr>
        <p:spPr>
          <a:xfrm>
            <a:off x="837919" y="3431149"/>
            <a:ext cx="744445" cy="317891"/>
          </a:xfrm>
        </p:spPr>
        <p:txBody>
          <a:bodyPr lIns="0" rIns="0" anchor="ctr"/>
          <a:lstStyle>
            <a:lvl1pPr marL="0" indent="0" algn="ctr">
              <a:buNone/>
              <a:defRPr sz="900" baseline="0">
                <a:latin typeface="+mn-lt"/>
              </a:defRPr>
            </a:lvl1pPr>
          </a:lstStyle>
          <a:p>
            <a:pPr lvl="0"/>
            <a:endParaRPr lang="en-US" dirty="0"/>
          </a:p>
        </p:txBody>
      </p:sp>
      <p:sp>
        <p:nvSpPr>
          <p:cNvPr id="34" name="Text Placeholder 9"/>
          <p:cNvSpPr>
            <a:spLocks noGrp="1"/>
          </p:cNvSpPr>
          <p:nvPr>
            <p:ph type="body" sz="quarter" idx="34"/>
          </p:nvPr>
        </p:nvSpPr>
        <p:spPr>
          <a:xfrm>
            <a:off x="2523897" y="3416531"/>
            <a:ext cx="838827" cy="332509"/>
          </a:xfrm>
        </p:spPr>
        <p:txBody>
          <a:bodyPr anchor="ctr"/>
          <a:lstStyle>
            <a:lvl1pPr marL="0" indent="0" algn="ctr">
              <a:buNone/>
              <a:defRPr sz="900" baseline="0">
                <a:latin typeface="+mn-lt"/>
              </a:defRPr>
            </a:lvl1pPr>
          </a:lstStyle>
          <a:p>
            <a:pPr lvl="0"/>
            <a:endParaRPr lang="en-US" dirty="0"/>
          </a:p>
        </p:txBody>
      </p:sp>
      <p:sp>
        <p:nvSpPr>
          <p:cNvPr id="35" name="Text Placeholder 9"/>
          <p:cNvSpPr>
            <a:spLocks noGrp="1"/>
          </p:cNvSpPr>
          <p:nvPr>
            <p:ph type="body" sz="quarter" idx="35"/>
          </p:nvPr>
        </p:nvSpPr>
        <p:spPr>
          <a:xfrm>
            <a:off x="1585170" y="3420263"/>
            <a:ext cx="931262" cy="323179"/>
          </a:xfrm>
        </p:spPr>
        <p:txBody>
          <a:bodyPr anchor="ctr"/>
          <a:lstStyle>
            <a:lvl1pPr marL="0" indent="0" algn="ctr">
              <a:buNone/>
              <a:defRPr sz="900" baseline="0">
                <a:latin typeface="+mn-lt"/>
              </a:defRPr>
            </a:lvl1pPr>
          </a:lstStyle>
          <a:p>
            <a:pPr lvl="0"/>
            <a:endParaRPr lang="en-US" dirty="0"/>
          </a:p>
        </p:txBody>
      </p:sp>
      <p:sp>
        <p:nvSpPr>
          <p:cNvPr id="36" name="Text Placeholder 9"/>
          <p:cNvSpPr>
            <a:spLocks noGrp="1"/>
          </p:cNvSpPr>
          <p:nvPr>
            <p:ph type="body" sz="quarter" idx="36"/>
          </p:nvPr>
        </p:nvSpPr>
        <p:spPr>
          <a:xfrm>
            <a:off x="5321072" y="3428039"/>
            <a:ext cx="996511" cy="317680"/>
          </a:xfrm>
        </p:spPr>
        <p:txBody>
          <a:bodyPr anchor="ctr"/>
          <a:lstStyle>
            <a:lvl1pPr marL="0" indent="0" algn="ctr">
              <a:buNone/>
              <a:defRPr sz="900" baseline="0">
                <a:latin typeface="+mn-lt"/>
              </a:defRPr>
            </a:lvl1pPr>
          </a:lstStyle>
          <a:p>
            <a:pPr lvl="0"/>
            <a:endParaRPr lang="en-US" dirty="0"/>
          </a:p>
        </p:txBody>
      </p:sp>
      <p:sp>
        <p:nvSpPr>
          <p:cNvPr id="37" name="Text Placeholder 9"/>
          <p:cNvSpPr>
            <a:spLocks noGrp="1"/>
          </p:cNvSpPr>
          <p:nvPr>
            <p:ph type="body" sz="quarter" idx="37"/>
          </p:nvPr>
        </p:nvSpPr>
        <p:spPr>
          <a:xfrm>
            <a:off x="6358855" y="3427417"/>
            <a:ext cx="2743200" cy="317680"/>
          </a:xfrm>
        </p:spPr>
        <p:txBody>
          <a:bodyPr lIns="0" rIns="0" anchor="ctr"/>
          <a:lstStyle>
            <a:lvl1pPr marL="0" indent="0" algn="l">
              <a:buNone/>
              <a:defRPr sz="900" baseline="0">
                <a:latin typeface="+mn-lt"/>
              </a:defRPr>
            </a:lvl1pPr>
          </a:lstStyle>
          <a:p>
            <a:pPr lvl="0"/>
            <a:endParaRPr lang="en-US" dirty="0"/>
          </a:p>
        </p:txBody>
      </p:sp>
      <p:sp>
        <p:nvSpPr>
          <p:cNvPr id="38" name="Text Placeholder 9"/>
          <p:cNvSpPr>
            <a:spLocks noGrp="1"/>
          </p:cNvSpPr>
          <p:nvPr>
            <p:ph type="body" sz="quarter" idx="38"/>
          </p:nvPr>
        </p:nvSpPr>
        <p:spPr>
          <a:xfrm>
            <a:off x="4306994" y="3755378"/>
            <a:ext cx="996511" cy="317680"/>
          </a:xfrm>
        </p:spPr>
        <p:txBody>
          <a:bodyPr anchor="ctr"/>
          <a:lstStyle>
            <a:lvl1pPr marL="0" indent="0" algn="ctr">
              <a:buNone/>
              <a:defRPr sz="900" baseline="0">
                <a:latin typeface="+mn-lt"/>
              </a:defRPr>
            </a:lvl1pPr>
          </a:lstStyle>
          <a:p>
            <a:pPr lvl="0"/>
            <a:endParaRPr lang="en-US" dirty="0"/>
          </a:p>
        </p:txBody>
      </p:sp>
      <p:sp>
        <p:nvSpPr>
          <p:cNvPr id="39" name="Text Placeholder 9"/>
          <p:cNvSpPr>
            <a:spLocks noGrp="1"/>
          </p:cNvSpPr>
          <p:nvPr>
            <p:ph type="body" sz="quarter" idx="39"/>
          </p:nvPr>
        </p:nvSpPr>
        <p:spPr>
          <a:xfrm>
            <a:off x="3399659" y="3752056"/>
            <a:ext cx="896140" cy="321001"/>
          </a:xfrm>
        </p:spPr>
        <p:txBody>
          <a:bodyPr anchor="ctr"/>
          <a:lstStyle>
            <a:lvl1pPr marL="0" indent="0" algn="ctr">
              <a:buNone/>
              <a:defRPr sz="900" baseline="0">
                <a:latin typeface="+mn-lt"/>
              </a:defRPr>
            </a:lvl1pPr>
          </a:lstStyle>
          <a:p>
            <a:pPr lvl="0"/>
            <a:endParaRPr lang="en-US" dirty="0"/>
          </a:p>
        </p:txBody>
      </p:sp>
      <p:sp>
        <p:nvSpPr>
          <p:cNvPr id="40" name="Text Placeholder 9"/>
          <p:cNvSpPr>
            <a:spLocks noGrp="1"/>
          </p:cNvSpPr>
          <p:nvPr>
            <p:ph type="body" sz="quarter" idx="40"/>
          </p:nvPr>
        </p:nvSpPr>
        <p:spPr>
          <a:xfrm>
            <a:off x="834173" y="3755166"/>
            <a:ext cx="744445" cy="317891"/>
          </a:xfrm>
        </p:spPr>
        <p:txBody>
          <a:bodyPr lIns="0" rIns="0" anchor="ctr"/>
          <a:lstStyle>
            <a:lvl1pPr marL="0" indent="0" algn="ctr">
              <a:buNone/>
              <a:defRPr sz="900" baseline="0">
                <a:latin typeface="+mn-lt"/>
              </a:defRPr>
            </a:lvl1pPr>
          </a:lstStyle>
          <a:p>
            <a:pPr lvl="0"/>
            <a:endParaRPr lang="en-US" dirty="0"/>
          </a:p>
        </p:txBody>
      </p:sp>
      <p:sp>
        <p:nvSpPr>
          <p:cNvPr id="41" name="Text Placeholder 9"/>
          <p:cNvSpPr>
            <a:spLocks noGrp="1"/>
          </p:cNvSpPr>
          <p:nvPr>
            <p:ph type="body" sz="quarter" idx="41"/>
          </p:nvPr>
        </p:nvSpPr>
        <p:spPr>
          <a:xfrm>
            <a:off x="2525761" y="3740548"/>
            <a:ext cx="838827" cy="332509"/>
          </a:xfrm>
        </p:spPr>
        <p:txBody>
          <a:bodyPr anchor="ctr"/>
          <a:lstStyle>
            <a:lvl1pPr marL="0" indent="0" algn="ctr">
              <a:buNone/>
              <a:defRPr sz="900" baseline="0">
                <a:latin typeface="+mn-lt"/>
              </a:defRPr>
            </a:lvl1pPr>
          </a:lstStyle>
          <a:p>
            <a:pPr lvl="0"/>
            <a:endParaRPr lang="en-US" dirty="0"/>
          </a:p>
        </p:txBody>
      </p:sp>
      <p:sp>
        <p:nvSpPr>
          <p:cNvPr id="42" name="Text Placeholder 9"/>
          <p:cNvSpPr>
            <a:spLocks noGrp="1"/>
          </p:cNvSpPr>
          <p:nvPr>
            <p:ph type="body" sz="quarter" idx="42"/>
          </p:nvPr>
        </p:nvSpPr>
        <p:spPr>
          <a:xfrm>
            <a:off x="1581424" y="3744280"/>
            <a:ext cx="931262" cy="323179"/>
          </a:xfrm>
        </p:spPr>
        <p:txBody>
          <a:bodyPr anchor="ctr"/>
          <a:lstStyle>
            <a:lvl1pPr marL="0" indent="0" algn="ctr">
              <a:buNone/>
              <a:defRPr sz="900" baseline="0">
                <a:latin typeface="+mn-lt"/>
              </a:defRPr>
            </a:lvl1pPr>
          </a:lstStyle>
          <a:p>
            <a:pPr lvl="0"/>
            <a:endParaRPr lang="en-US" dirty="0"/>
          </a:p>
        </p:txBody>
      </p:sp>
      <p:sp>
        <p:nvSpPr>
          <p:cNvPr id="43" name="Text Placeholder 9"/>
          <p:cNvSpPr>
            <a:spLocks noGrp="1"/>
          </p:cNvSpPr>
          <p:nvPr>
            <p:ph type="body" sz="quarter" idx="43"/>
          </p:nvPr>
        </p:nvSpPr>
        <p:spPr>
          <a:xfrm>
            <a:off x="5317326" y="3752056"/>
            <a:ext cx="996511" cy="317680"/>
          </a:xfrm>
        </p:spPr>
        <p:txBody>
          <a:bodyPr anchor="ctr"/>
          <a:lstStyle>
            <a:lvl1pPr marL="0" indent="0" algn="ctr">
              <a:buNone/>
              <a:defRPr sz="900" baseline="0">
                <a:latin typeface="+mn-lt"/>
              </a:defRPr>
            </a:lvl1pPr>
          </a:lstStyle>
          <a:p>
            <a:pPr lvl="0"/>
            <a:endParaRPr lang="en-US" dirty="0"/>
          </a:p>
        </p:txBody>
      </p:sp>
      <p:sp>
        <p:nvSpPr>
          <p:cNvPr id="44" name="Text Placeholder 9"/>
          <p:cNvSpPr>
            <a:spLocks noGrp="1"/>
          </p:cNvSpPr>
          <p:nvPr>
            <p:ph type="body" sz="quarter" idx="44"/>
          </p:nvPr>
        </p:nvSpPr>
        <p:spPr>
          <a:xfrm>
            <a:off x="6355109" y="3751434"/>
            <a:ext cx="2743200" cy="317680"/>
          </a:xfrm>
        </p:spPr>
        <p:txBody>
          <a:bodyPr lIns="0" rIns="0" anchor="ctr"/>
          <a:lstStyle>
            <a:lvl1pPr marL="0" indent="0" algn="l">
              <a:buNone/>
              <a:defRPr sz="900" baseline="0">
                <a:latin typeface="+mn-lt"/>
              </a:defRPr>
            </a:lvl1pPr>
          </a:lstStyle>
          <a:p>
            <a:pPr lvl="0"/>
            <a:endParaRPr lang="en-US" dirty="0"/>
          </a:p>
        </p:txBody>
      </p:sp>
      <p:sp>
        <p:nvSpPr>
          <p:cNvPr id="46" name="Text Placeholder 9"/>
          <p:cNvSpPr>
            <a:spLocks noGrp="1"/>
          </p:cNvSpPr>
          <p:nvPr>
            <p:ph type="body" sz="quarter" idx="45"/>
          </p:nvPr>
        </p:nvSpPr>
        <p:spPr>
          <a:xfrm>
            <a:off x="146759" y="3771817"/>
            <a:ext cx="601295" cy="255948"/>
          </a:xfrm>
        </p:spPr>
        <p:txBody>
          <a:bodyPr lIns="0" rIns="0" anchor="ctr"/>
          <a:lstStyle>
            <a:lvl1pPr marL="0" indent="0" algn="ctr">
              <a:buNone/>
              <a:defRPr sz="900" baseline="0">
                <a:latin typeface="+mn-lt"/>
              </a:defRPr>
            </a:lvl1pPr>
          </a:lstStyle>
          <a:p>
            <a:pPr lvl="0"/>
            <a:endParaRPr lang="en-US" dirty="0"/>
          </a:p>
        </p:txBody>
      </p:sp>
      <p:sp>
        <p:nvSpPr>
          <p:cNvPr id="47" name="Text Placeholder 9"/>
          <p:cNvSpPr>
            <a:spLocks noGrp="1"/>
          </p:cNvSpPr>
          <p:nvPr>
            <p:ph type="body" sz="quarter" idx="46"/>
          </p:nvPr>
        </p:nvSpPr>
        <p:spPr>
          <a:xfrm>
            <a:off x="131765" y="4096580"/>
            <a:ext cx="601295" cy="255948"/>
          </a:xfrm>
        </p:spPr>
        <p:txBody>
          <a:bodyPr lIns="0" rIns="0" anchor="ctr"/>
          <a:lstStyle>
            <a:lvl1pPr marL="0" indent="0" algn="ctr">
              <a:buNone/>
              <a:defRPr sz="900" baseline="0">
                <a:latin typeface="+mn-lt"/>
              </a:defRPr>
            </a:lvl1pPr>
          </a:lstStyle>
          <a:p>
            <a:pPr lvl="0"/>
            <a:endParaRPr lang="en-US" dirty="0"/>
          </a:p>
        </p:txBody>
      </p:sp>
      <p:sp>
        <p:nvSpPr>
          <p:cNvPr id="48" name="Text Placeholder 9"/>
          <p:cNvSpPr>
            <a:spLocks noGrp="1"/>
          </p:cNvSpPr>
          <p:nvPr>
            <p:ph type="body" sz="quarter" idx="47"/>
          </p:nvPr>
        </p:nvSpPr>
        <p:spPr>
          <a:xfrm>
            <a:off x="4302657" y="4080141"/>
            <a:ext cx="996511" cy="317680"/>
          </a:xfrm>
        </p:spPr>
        <p:txBody>
          <a:bodyPr anchor="ctr"/>
          <a:lstStyle>
            <a:lvl1pPr marL="0" indent="0" algn="ctr">
              <a:buNone/>
              <a:defRPr sz="900" baseline="0">
                <a:latin typeface="+mn-lt"/>
              </a:defRPr>
            </a:lvl1pPr>
          </a:lstStyle>
          <a:p>
            <a:pPr lvl="0"/>
            <a:endParaRPr lang="en-US" dirty="0"/>
          </a:p>
        </p:txBody>
      </p:sp>
      <p:sp>
        <p:nvSpPr>
          <p:cNvPr id="49" name="Text Placeholder 9"/>
          <p:cNvSpPr>
            <a:spLocks noGrp="1"/>
          </p:cNvSpPr>
          <p:nvPr>
            <p:ph type="body" sz="quarter" idx="48"/>
          </p:nvPr>
        </p:nvSpPr>
        <p:spPr>
          <a:xfrm>
            <a:off x="3406490" y="4076819"/>
            <a:ext cx="896168" cy="321001"/>
          </a:xfrm>
        </p:spPr>
        <p:txBody>
          <a:bodyPr anchor="ctr"/>
          <a:lstStyle>
            <a:lvl1pPr marL="0" indent="0" algn="ctr">
              <a:buNone/>
              <a:defRPr sz="900" baseline="0">
                <a:latin typeface="+mn-lt"/>
              </a:defRPr>
            </a:lvl1pPr>
          </a:lstStyle>
          <a:p>
            <a:pPr lvl="0"/>
            <a:endParaRPr lang="en-US" dirty="0"/>
          </a:p>
        </p:txBody>
      </p:sp>
      <p:sp>
        <p:nvSpPr>
          <p:cNvPr id="50" name="Text Placeholder 9"/>
          <p:cNvSpPr>
            <a:spLocks noGrp="1"/>
          </p:cNvSpPr>
          <p:nvPr>
            <p:ph type="body" sz="quarter" idx="49"/>
          </p:nvPr>
        </p:nvSpPr>
        <p:spPr>
          <a:xfrm>
            <a:off x="829836" y="4079929"/>
            <a:ext cx="744445" cy="317891"/>
          </a:xfrm>
        </p:spPr>
        <p:txBody>
          <a:bodyPr lIns="0" rIns="0" anchor="ctr"/>
          <a:lstStyle>
            <a:lvl1pPr marL="0" indent="0" algn="ctr">
              <a:buNone/>
              <a:defRPr sz="900" baseline="0">
                <a:latin typeface="+mn-lt"/>
              </a:defRPr>
            </a:lvl1pPr>
          </a:lstStyle>
          <a:p>
            <a:pPr lvl="0"/>
            <a:endParaRPr lang="en-US" dirty="0"/>
          </a:p>
        </p:txBody>
      </p:sp>
      <p:sp>
        <p:nvSpPr>
          <p:cNvPr id="51" name="Text Placeholder 9"/>
          <p:cNvSpPr>
            <a:spLocks noGrp="1"/>
          </p:cNvSpPr>
          <p:nvPr>
            <p:ph type="body" sz="quarter" idx="50"/>
          </p:nvPr>
        </p:nvSpPr>
        <p:spPr>
          <a:xfrm>
            <a:off x="2540981" y="4065311"/>
            <a:ext cx="838827" cy="332509"/>
          </a:xfrm>
        </p:spPr>
        <p:txBody>
          <a:bodyPr anchor="ctr"/>
          <a:lstStyle>
            <a:lvl1pPr marL="0" indent="0" algn="ctr">
              <a:buNone/>
              <a:defRPr sz="900" baseline="0">
                <a:latin typeface="+mn-lt"/>
              </a:defRPr>
            </a:lvl1pPr>
          </a:lstStyle>
          <a:p>
            <a:pPr lvl="0"/>
            <a:endParaRPr lang="en-US" dirty="0"/>
          </a:p>
        </p:txBody>
      </p:sp>
      <p:sp>
        <p:nvSpPr>
          <p:cNvPr id="52" name="Text Placeholder 9"/>
          <p:cNvSpPr>
            <a:spLocks noGrp="1"/>
          </p:cNvSpPr>
          <p:nvPr>
            <p:ph type="body" sz="quarter" idx="51"/>
          </p:nvPr>
        </p:nvSpPr>
        <p:spPr>
          <a:xfrm>
            <a:off x="1593865" y="4069043"/>
            <a:ext cx="931262" cy="323179"/>
          </a:xfrm>
        </p:spPr>
        <p:txBody>
          <a:bodyPr anchor="ctr"/>
          <a:lstStyle>
            <a:lvl1pPr marL="0" indent="0" algn="ctr">
              <a:buNone/>
              <a:defRPr sz="900" baseline="0">
                <a:latin typeface="+mn-lt"/>
              </a:defRPr>
            </a:lvl1pPr>
          </a:lstStyle>
          <a:p>
            <a:pPr lvl="0"/>
            <a:endParaRPr lang="en-US" dirty="0"/>
          </a:p>
        </p:txBody>
      </p:sp>
      <p:sp>
        <p:nvSpPr>
          <p:cNvPr id="53" name="Text Placeholder 9"/>
          <p:cNvSpPr>
            <a:spLocks noGrp="1"/>
          </p:cNvSpPr>
          <p:nvPr>
            <p:ph type="body" sz="quarter" idx="52"/>
          </p:nvPr>
        </p:nvSpPr>
        <p:spPr>
          <a:xfrm>
            <a:off x="5312989" y="4076819"/>
            <a:ext cx="996511" cy="317680"/>
          </a:xfrm>
        </p:spPr>
        <p:txBody>
          <a:bodyPr anchor="ctr"/>
          <a:lstStyle>
            <a:lvl1pPr marL="0" indent="0" algn="ctr">
              <a:buNone/>
              <a:defRPr sz="900" baseline="0">
                <a:latin typeface="+mn-lt"/>
              </a:defRPr>
            </a:lvl1pPr>
          </a:lstStyle>
          <a:p>
            <a:pPr lvl="0"/>
            <a:endParaRPr lang="en-US" dirty="0"/>
          </a:p>
        </p:txBody>
      </p:sp>
      <p:sp>
        <p:nvSpPr>
          <p:cNvPr id="54" name="Text Placeholder 9"/>
          <p:cNvSpPr>
            <a:spLocks noGrp="1"/>
          </p:cNvSpPr>
          <p:nvPr>
            <p:ph type="body" sz="quarter" idx="53"/>
          </p:nvPr>
        </p:nvSpPr>
        <p:spPr>
          <a:xfrm>
            <a:off x="6350772" y="4076197"/>
            <a:ext cx="2743200" cy="317680"/>
          </a:xfrm>
        </p:spPr>
        <p:txBody>
          <a:bodyPr lIns="0" rIns="0" anchor="ctr"/>
          <a:lstStyle>
            <a:lvl1pPr marL="0" indent="0" algn="l">
              <a:buNone/>
              <a:defRPr sz="900" baseline="0">
                <a:latin typeface="+mn-lt"/>
              </a:defRPr>
            </a:lvl1pPr>
          </a:lstStyle>
          <a:p>
            <a:pPr lvl="0"/>
            <a:endParaRPr lang="en-US" dirty="0"/>
          </a:p>
        </p:txBody>
      </p:sp>
      <p:sp>
        <p:nvSpPr>
          <p:cNvPr id="55" name="Text Placeholder 9"/>
          <p:cNvSpPr>
            <a:spLocks noGrp="1"/>
          </p:cNvSpPr>
          <p:nvPr>
            <p:ph type="body" sz="quarter" idx="54"/>
          </p:nvPr>
        </p:nvSpPr>
        <p:spPr>
          <a:xfrm>
            <a:off x="4316680" y="4404158"/>
            <a:ext cx="978742" cy="317680"/>
          </a:xfrm>
        </p:spPr>
        <p:txBody>
          <a:bodyPr anchor="ctr"/>
          <a:lstStyle>
            <a:lvl1pPr marL="0" indent="0" algn="ctr">
              <a:buNone/>
              <a:defRPr sz="900" baseline="0">
                <a:latin typeface="+mn-lt"/>
              </a:defRPr>
            </a:lvl1pPr>
          </a:lstStyle>
          <a:p>
            <a:pPr lvl="0"/>
            <a:endParaRPr lang="en-US" dirty="0"/>
          </a:p>
        </p:txBody>
      </p:sp>
      <p:sp>
        <p:nvSpPr>
          <p:cNvPr id="56" name="Text Placeholder 9"/>
          <p:cNvSpPr>
            <a:spLocks noGrp="1"/>
          </p:cNvSpPr>
          <p:nvPr>
            <p:ph type="body" sz="quarter" idx="55"/>
          </p:nvPr>
        </p:nvSpPr>
        <p:spPr>
          <a:xfrm>
            <a:off x="3417132" y="4400836"/>
            <a:ext cx="870584" cy="321001"/>
          </a:xfrm>
        </p:spPr>
        <p:txBody>
          <a:bodyPr anchor="ctr"/>
          <a:lstStyle>
            <a:lvl1pPr marL="0" indent="0" algn="ctr">
              <a:buNone/>
              <a:defRPr sz="900" baseline="0">
                <a:latin typeface="+mn-lt"/>
              </a:defRPr>
            </a:lvl1pPr>
          </a:lstStyle>
          <a:p>
            <a:pPr lvl="0"/>
            <a:endParaRPr lang="en-US" dirty="0"/>
          </a:p>
        </p:txBody>
      </p:sp>
      <p:sp>
        <p:nvSpPr>
          <p:cNvPr id="57" name="Text Placeholder 9"/>
          <p:cNvSpPr>
            <a:spLocks noGrp="1"/>
          </p:cNvSpPr>
          <p:nvPr>
            <p:ph type="body" sz="quarter" idx="56"/>
          </p:nvPr>
        </p:nvSpPr>
        <p:spPr>
          <a:xfrm>
            <a:off x="834479" y="4403946"/>
            <a:ext cx="744445" cy="317891"/>
          </a:xfrm>
        </p:spPr>
        <p:txBody>
          <a:bodyPr lIns="0" rIns="0" anchor="ctr"/>
          <a:lstStyle>
            <a:lvl1pPr marL="0" indent="0" algn="ctr">
              <a:buNone/>
              <a:defRPr sz="900" baseline="0">
                <a:latin typeface="+mn-lt"/>
              </a:defRPr>
            </a:lvl1pPr>
          </a:lstStyle>
          <a:p>
            <a:pPr lvl="0"/>
            <a:endParaRPr lang="en-US" dirty="0"/>
          </a:p>
        </p:txBody>
      </p:sp>
      <p:sp>
        <p:nvSpPr>
          <p:cNvPr id="58" name="Text Placeholder 9"/>
          <p:cNvSpPr>
            <a:spLocks noGrp="1"/>
          </p:cNvSpPr>
          <p:nvPr>
            <p:ph type="body" sz="quarter" idx="57"/>
          </p:nvPr>
        </p:nvSpPr>
        <p:spPr>
          <a:xfrm>
            <a:off x="2526067" y="4389328"/>
            <a:ext cx="838827" cy="332509"/>
          </a:xfrm>
        </p:spPr>
        <p:txBody>
          <a:bodyPr anchor="ctr"/>
          <a:lstStyle>
            <a:lvl1pPr marL="0" indent="0" algn="ctr">
              <a:buNone/>
              <a:defRPr sz="900" baseline="0">
                <a:latin typeface="+mn-lt"/>
              </a:defRPr>
            </a:lvl1pPr>
          </a:lstStyle>
          <a:p>
            <a:pPr lvl="0"/>
            <a:endParaRPr lang="en-US" dirty="0"/>
          </a:p>
        </p:txBody>
      </p:sp>
      <p:sp>
        <p:nvSpPr>
          <p:cNvPr id="59" name="Text Placeholder 9"/>
          <p:cNvSpPr>
            <a:spLocks noGrp="1"/>
          </p:cNvSpPr>
          <p:nvPr>
            <p:ph type="body" sz="quarter" idx="58"/>
          </p:nvPr>
        </p:nvSpPr>
        <p:spPr>
          <a:xfrm>
            <a:off x="1590119" y="4393060"/>
            <a:ext cx="931262" cy="323179"/>
          </a:xfrm>
        </p:spPr>
        <p:txBody>
          <a:bodyPr anchor="ctr"/>
          <a:lstStyle>
            <a:lvl1pPr marL="0" indent="0" algn="ctr">
              <a:buNone/>
              <a:defRPr sz="900" baseline="0">
                <a:latin typeface="+mn-lt"/>
              </a:defRPr>
            </a:lvl1pPr>
          </a:lstStyle>
          <a:p>
            <a:pPr lvl="0"/>
            <a:endParaRPr lang="en-US" dirty="0"/>
          </a:p>
        </p:txBody>
      </p:sp>
      <p:sp>
        <p:nvSpPr>
          <p:cNvPr id="60" name="Text Placeholder 9"/>
          <p:cNvSpPr>
            <a:spLocks noGrp="1"/>
          </p:cNvSpPr>
          <p:nvPr>
            <p:ph type="body" sz="quarter" idx="59"/>
          </p:nvPr>
        </p:nvSpPr>
        <p:spPr>
          <a:xfrm>
            <a:off x="5309243" y="4400836"/>
            <a:ext cx="996511" cy="317680"/>
          </a:xfrm>
        </p:spPr>
        <p:txBody>
          <a:bodyPr anchor="ctr"/>
          <a:lstStyle>
            <a:lvl1pPr marL="0" indent="0" algn="ctr">
              <a:buNone/>
              <a:defRPr sz="900" baseline="0">
                <a:latin typeface="+mn-lt"/>
              </a:defRPr>
            </a:lvl1pPr>
          </a:lstStyle>
          <a:p>
            <a:pPr lvl="0"/>
            <a:endParaRPr lang="en-US" dirty="0"/>
          </a:p>
        </p:txBody>
      </p:sp>
      <p:sp>
        <p:nvSpPr>
          <p:cNvPr id="61" name="Text Placeholder 9"/>
          <p:cNvSpPr>
            <a:spLocks noGrp="1"/>
          </p:cNvSpPr>
          <p:nvPr>
            <p:ph type="body" sz="quarter" idx="60"/>
          </p:nvPr>
        </p:nvSpPr>
        <p:spPr>
          <a:xfrm>
            <a:off x="6347026" y="4400214"/>
            <a:ext cx="2743200" cy="317680"/>
          </a:xfrm>
        </p:spPr>
        <p:txBody>
          <a:bodyPr lIns="0" rIns="0" anchor="ctr"/>
          <a:lstStyle>
            <a:lvl1pPr marL="0" indent="0" algn="l">
              <a:buNone/>
              <a:defRPr sz="900" baseline="0">
                <a:latin typeface="+mn-lt"/>
              </a:defRPr>
            </a:lvl1pPr>
          </a:lstStyle>
          <a:p>
            <a:pPr lvl="0"/>
            <a:endParaRPr lang="en-US" dirty="0"/>
          </a:p>
        </p:txBody>
      </p:sp>
      <p:sp>
        <p:nvSpPr>
          <p:cNvPr id="62" name="Text Placeholder 9"/>
          <p:cNvSpPr>
            <a:spLocks noGrp="1"/>
          </p:cNvSpPr>
          <p:nvPr>
            <p:ph type="body" sz="quarter" idx="61"/>
          </p:nvPr>
        </p:nvSpPr>
        <p:spPr>
          <a:xfrm>
            <a:off x="138676" y="4420597"/>
            <a:ext cx="601295" cy="255948"/>
          </a:xfrm>
        </p:spPr>
        <p:txBody>
          <a:bodyPr lIns="0" rIns="0" anchor="ctr"/>
          <a:lstStyle>
            <a:lvl1pPr marL="0" indent="0" algn="ctr">
              <a:buNone/>
              <a:defRPr sz="900" baseline="0">
                <a:latin typeface="+mn-lt"/>
              </a:defRPr>
            </a:lvl1pPr>
          </a:lstStyle>
          <a:p>
            <a:pPr lvl="0"/>
            <a:endParaRPr lang="en-US" dirty="0"/>
          </a:p>
        </p:txBody>
      </p:sp>
      <p:sp>
        <p:nvSpPr>
          <p:cNvPr id="63" name="Text Placeholder 9"/>
          <p:cNvSpPr>
            <a:spLocks noGrp="1"/>
          </p:cNvSpPr>
          <p:nvPr>
            <p:ph type="body" sz="quarter" idx="62"/>
          </p:nvPr>
        </p:nvSpPr>
        <p:spPr>
          <a:xfrm>
            <a:off x="142408" y="4757210"/>
            <a:ext cx="601295" cy="255948"/>
          </a:xfrm>
        </p:spPr>
        <p:txBody>
          <a:bodyPr lIns="0" rIns="0" anchor="ctr"/>
          <a:lstStyle>
            <a:lvl1pPr marL="0" indent="0" algn="ctr">
              <a:buNone/>
              <a:defRPr sz="900" baseline="0">
                <a:latin typeface="+mn-lt"/>
              </a:defRPr>
            </a:lvl1pPr>
          </a:lstStyle>
          <a:p>
            <a:pPr lvl="0"/>
            <a:endParaRPr lang="en-US" dirty="0"/>
          </a:p>
        </p:txBody>
      </p:sp>
      <p:sp>
        <p:nvSpPr>
          <p:cNvPr id="64" name="Text Placeholder 9"/>
          <p:cNvSpPr>
            <a:spLocks noGrp="1"/>
          </p:cNvSpPr>
          <p:nvPr>
            <p:ph type="body" sz="quarter" idx="63"/>
          </p:nvPr>
        </p:nvSpPr>
        <p:spPr>
          <a:xfrm>
            <a:off x="4313300" y="4740771"/>
            <a:ext cx="996511" cy="317680"/>
          </a:xfrm>
        </p:spPr>
        <p:txBody>
          <a:bodyPr anchor="ctr"/>
          <a:lstStyle>
            <a:lvl1pPr marL="0" indent="0" algn="ctr">
              <a:buNone/>
              <a:defRPr sz="900" baseline="0">
                <a:latin typeface="+mn-lt"/>
              </a:defRPr>
            </a:lvl1pPr>
          </a:lstStyle>
          <a:p>
            <a:pPr lvl="0"/>
            <a:endParaRPr lang="en-US" dirty="0"/>
          </a:p>
        </p:txBody>
      </p:sp>
      <p:sp>
        <p:nvSpPr>
          <p:cNvPr id="65" name="Text Placeholder 9"/>
          <p:cNvSpPr>
            <a:spLocks noGrp="1"/>
          </p:cNvSpPr>
          <p:nvPr>
            <p:ph type="body" sz="quarter" idx="64"/>
          </p:nvPr>
        </p:nvSpPr>
        <p:spPr>
          <a:xfrm>
            <a:off x="3372776" y="4737449"/>
            <a:ext cx="929329" cy="321001"/>
          </a:xfrm>
        </p:spPr>
        <p:txBody>
          <a:bodyPr anchor="ctr"/>
          <a:lstStyle>
            <a:lvl1pPr marL="0" indent="0" algn="ctr">
              <a:buNone/>
              <a:defRPr sz="900" baseline="0">
                <a:latin typeface="+mn-lt"/>
              </a:defRPr>
            </a:lvl1pPr>
          </a:lstStyle>
          <a:p>
            <a:pPr lvl="0"/>
            <a:endParaRPr lang="en-US" dirty="0"/>
          </a:p>
        </p:txBody>
      </p:sp>
      <p:sp>
        <p:nvSpPr>
          <p:cNvPr id="66" name="Text Placeholder 9"/>
          <p:cNvSpPr>
            <a:spLocks noGrp="1"/>
          </p:cNvSpPr>
          <p:nvPr>
            <p:ph type="body" sz="quarter" idx="65"/>
          </p:nvPr>
        </p:nvSpPr>
        <p:spPr>
          <a:xfrm>
            <a:off x="840479" y="4740559"/>
            <a:ext cx="744445" cy="317891"/>
          </a:xfrm>
        </p:spPr>
        <p:txBody>
          <a:bodyPr lIns="0" rIns="0" anchor="ctr"/>
          <a:lstStyle>
            <a:lvl1pPr marL="0" indent="0" algn="ctr">
              <a:buNone/>
              <a:defRPr sz="900" baseline="0">
                <a:latin typeface="+mn-lt"/>
              </a:defRPr>
            </a:lvl1pPr>
          </a:lstStyle>
          <a:p>
            <a:pPr lvl="0"/>
            <a:endParaRPr lang="en-US" dirty="0"/>
          </a:p>
        </p:txBody>
      </p:sp>
      <p:sp>
        <p:nvSpPr>
          <p:cNvPr id="67" name="Text Placeholder 9"/>
          <p:cNvSpPr>
            <a:spLocks noGrp="1"/>
          </p:cNvSpPr>
          <p:nvPr>
            <p:ph type="body" sz="quarter" idx="66"/>
          </p:nvPr>
        </p:nvSpPr>
        <p:spPr>
          <a:xfrm>
            <a:off x="2526457" y="4725941"/>
            <a:ext cx="838827" cy="332509"/>
          </a:xfrm>
        </p:spPr>
        <p:txBody>
          <a:bodyPr anchor="ctr"/>
          <a:lstStyle>
            <a:lvl1pPr marL="0" indent="0" algn="ctr">
              <a:buNone/>
              <a:defRPr sz="900" baseline="0">
                <a:latin typeface="+mn-lt"/>
              </a:defRPr>
            </a:lvl1pPr>
          </a:lstStyle>
          <a:p>
            <a:pPr lvl="0"/>
            <a:endParaRPr lang="en-US" dirty="0"/>
          </a:p>
        </p:txBody>
      </p:sp>
      <p:sp>
        <p:nvSpPr>
          <p:cNvPr id="68" name="Text Placeholder 9"/>
          <p:cNvSpPr>
            <a:spLocks noGrp="1"/>
          </p:cNvSpPr>
          <p:nvPr>
            <p:ph type="body" sz="quarter" idx="67"/>
          </p:nvPr>
        </p:nvSpPr>
        <p:spPr>
          <a:xfrm>
            <a:off x="1587730" y="4729673"/>
            <a:ext cx="931262" cy="323179"/>
          </a:xfrm>
        </p:spPr>
        <p:txBody>
          <a:bodyPr anchor="ctr"/>
          <a:lstStyle>
            <a:lvl1pPr marL="0" indent="0" algn="ctr">
              <a:buNone/>
              <a:defRPr sz="900" baseline="0">
                <a:latin typeface="+mn-lt"/>
              </a:defRPr>
            </a:lvl1pPr>
          </a:lstStyle>
          <a:p>
            <a:pPr lvl="0"/>
            <a:endParaRPr lang="en-US" dirty="0"/>
          </a:p>
        </p:txBody>
      </p:sp>
      <p:sp>
        <p:nvSpPr>
          <p:cNvPr id="69" name="Text Placeholder 9"/>
          <p:cNvSpPr>
            <a:spLocks noGrp="1"/>
          </p:cNvSpPr>
          <p:nvPr>
            <p:ph type="body" sz="quarter" idx="68"/>
          </p:nvPr>
        </p:nvSpPr>
        <p:spPr>
          <a:xfrm>
            <a:off x="5323632" y="4737449"/>
            <a:ext cx="996511" cy="317680"/>
          </a:xfrm>
        </p:spPr>
        <p:txBody>
          <a:bodyPr anchor="ctr"/>
          <a:lstStyle>
            <a:lvl1pPr marL="0" indent="0" algn="ctr">
              <a:buNone/>
              <a:defRPr sz="900" baseline="0">
                <a:latin typeface="+mn-lt"/>
              </a:defRPr>
            </a:lvl1pPr>
          </a:lstStyle>
          <a:p>
            <a:pPr lvl="0"/>
            <a:endParaRPr lang="en-US" dirty="0"/>
          </a:p>
        </p:txBody>
      </p:sp>
      <p:sp>
        <p:nvSpPr>
          <p:cNvPr id="70" name="Text Placeholder 9"/>
          <p:cNvSpPr>
            <a:spLocks noGrp="1"/>
          </p:cNvSpPr>
          <p:nvPr>
            <p:ph type="body" sz="quarter" idx="69"/>
          </p:nvPr>
        </p:nvSpPr>
        <p:spPr>
          <a:xfrm>
            <a:off x="6361415" y="4736827"/>
            <a:ext cx="2743200" cy="317680"/>
          </a:xfrm>
        </p:spPr>
        <p:txBody>
          <a:bodyPr lIns="0" rIns="0" anchor="ctr"/>
          <a:lstStyle>
            <a:lvl1pPr marL="0" indent="0" algn="l">
              <a:buNone/>
              <a:defRPr sz="900" baseline="0">
                <a:latin typeface="+mn-lt"/>
              </a:defRPr>
            </a:lvl1pPr>
          </a:lstStyle>
          <a:p>
            <a:pPr lvl="0"/>
            <a:endParaRPr lang="en-US" dirty="0"/>
          </a:p>
        </p:txBody>
      </p:sp>
      <p:sp>
        <p:nvSpPr>
          <p:cNvPr id="71" name="Text Placeholder 9"/>
          <p:cNvSpPr>
            <a:spLocks noGrp="1"/>
          </p:cNvSpPr>
          <p:nvPr>
            <p:ph type="body" sz="quarter" idx="70"/>
          </p:nvPr>
        </p:nvSpPr>
        <p:spPr>
          <a:xfrm>
            <a:off x="4309554" y="5064788"/>
            <a:ext cx="996511" cy="317680"/>
          </a:xfrm>
        </p:spPr>
        <p:txBody>
          <a:bodyPr anchor="ctr"/>
          <a:lstStyle>
            <a:lvl1pPr marL="0" indent="0" algn="ctr">
              <a:buNone/>
              <a:defRPr sz="900" baseline="0">
                <a:latin typeface="+mn-lt"/>
              </a:defRPr>
            </a:lvl1pPr>
          </a:lstStyle>
          <a:p>
            <a:pPr lvl="0"/>
            <a:endParaRPr lang="en-US" dirty="0"/>
          </a:p>
        </p:txBody>
      </p:sp>
      <p:sp>
        <p:nvSpPr>
          <p:cNvPr id="72" name="Text Placeholder 9"/>
          <p:cNvSpPr>
            <a:spLocks noGrp="1"/>
          </p:cNvSpPr>
          <p:nvPr>
            <p:ph type="body" sz="quarter" idx="71"/>
          </p:nvPr>
        </p:nvSpPr>
        <p:spPr>
          <a:xfrm>
            <a:off x="3369030" y="5061466"/>
            <a:ext cx="929329" cy="321001"/>
          </a:xfrm>
        </p:spPr>
        <p:txBody>
          <a:bodyPr anchor="ctr"/>
          <a:lstStyle>
            <a:lvl1pPr marL="0" indent="0" algn="ctr">
              <a:buNone/>
              <a:defRPr sz="900" baseline="0">
                <a:latin typeface="+mn-lt"/>
              </a:defRPr>
            </a:lvl1pPr>
          </a:lstStyle>
          <a:p>
            <a:pPr lvl="0"/>
            <a:endParaRPr lang="en-US" dirty="0"/>
          </a:p>
        </p:txBody>
      </p:sp>
      <p:sp>
        <p:nvSpPr>
          <p:cNvPr id="73" name="Text Placeholder 9"/>
          <p:cNvSpPr>
            <a:spLocks noGrp="1"/>
          </p:cNvSpPr>
          <p:nvPr>
            <p:ph type="body" sz="quarter" idx="72"/>
          </p:nvPr>
        </p:nvSpPr>
        <p:spPr>
          <a:xfrm>
            <a:off x="836733" y="5064576"/>
            <a:ext cx="744445" cy="317891"/>
          </a:xfrm>
        </p:spPr>
        <p:txBody>
          <a:bodyPr lIns="0" rIns="0" anchor="ctr"/>
          <a:lstStyle>
            <a:lvl1pPr marL="0" indent="0" algn="ctr">
              <a:buNone/>
              <a:defRPr sz="900" baseline="0">
                <a:latin typeface="+mn-lt"/>
              </a:defRPr>
            </a:lvl1pPr>
          </a:lstStyle>
          <a:p>
            <a:pPr lvl="0"/>
            <a:endParaRPr lang="en-US" dirty="0"/>
          </a:p>
        </p:txBody>
      </p:sp>
      <p:sp>
        <p:nvSpPr>
          <p:cNvPr id="74" name="Text Placeholder 9"/>
          <p:cNvSpPr>
            <a:spLocks noGrp="1"/>
          </p:cNvSpPr>
          <p:nvPr>
            <p:ph type="body" sz="quarter" idx="73"/>
          </p:nvPr>
        </p:nvSpPr>
        <p:spPr>
          <a:xfrm>
            <a:off x="2511543" y="5049958"/>
            <a:ext cx="838827" cy="332509"/>
          </a:xfrm>
        </p:spPr>
        <p:txBody>
          <a:bodyPr anchor="ctr"/>
          <a:lstStyle>
            <a:lvl1pPr marL="0" indent="0" algn="ctr">
              <a:buNone/>
              <a:defRPr sz="900" baseline="0">
                <a:latin typeface="+mn-lt"/>
              </a:defRPr>
            </a:lvl1pPr>
          </a:lstStyle>
          <a:p>
            <a:pPr lvl="0"/>
            <a:endParaRPr lang="en-US" dirty="0"/>
          </a:p>
        </p:txBody>
      </p:sp>
      <p:sp>
        <p:nvSpPr>
          <p:cNvPr id="75" name="Text Placeholder 9"/>
          <p:cNvSpPr>
            <a:spLocks noGrp="1"/>
          </p:cNvSpPr>
          <p:nvPr>
            <p:ph type="body" sz="quarter" idx="74"/>
          </p:nvPr>
        </p:nvSpPr>
        <p:spPr>
          <a:xfrm>
            <a:off x="1583984" y="5053690"/>
            <a:ext cx="931262" cy="323179"/>
          </a:xfrm>
        </p:spPr>
        <p:txBody>
          <a:bodyPr anchor="ctr"/>
          <a:lstStyle>
            <a:lvl1pPr marL="0" indent="0" algn="ctr">
              <a:buNone/>
              <a:defRPr sz="900" baseline="0">
                <a:latin typeface="+mn-lt"/>
              </a:defRPr>
            </a:lvl1pPr>
          </a:lstStyle>
          <a:p>
            <a:pPr lvl="0"/>
            <a:endParaRPr lang="en-US" dirty="0"/>
          </a:p>
        </p:txBody>
      </p:sp>
      <p:sp>
        <p:nvSpPr>
          <p:cNvPr id="76" name="Text Placeholder 9"/>
          <p:cNvSpPr>
            <a:spLocks noGrp="1"/>
          </p:cNvSpPr>
          <p:nvPr>
            <p:ph type="body" sz="quarter" idx="75"/>
          </p:nvPr>
        </p:nvSpPr>
        <p:spPr>
          <a:xfrm>
            <a:off x="5319886" y="5061466"/>
            <a:ext cx="996511" cy="317680"/>
          </a:xfrm>
        </p:spPr>
        <p:txBody>
          <a:bodyPr anchor="ctr"/>
          <a:lstStyle>
            <a:lvl1pPr marL="0" indent="0" algn="ctr">
              <a:buNone/>
              <a:defRPr sz="900" baseline="0">
                <a:latin typeface="+mn-lt"/>
              </a:defRPr>
            </a:lvl1pPr>
          </a:lstStyle>
          <a:p>
            <a:pPr lvl="0"/>
            <a:endParaRPr lang="en-US" dirty="0"/>
          </a:p>
        </p:txBody>
      </p:sp>
      <p:sp>
        <p:nvSpPr>
          <p:cNvPr id="77" name="Text Placeholder 9"/>
          <p:cNvSpPr>
            <a:spLocks noGrp="1"/>
          </p:cNvSpPr>
          <p:nvPr>
            <p:ph type="body" sz="quarter" idx="76"/>
          </p:nvPr>
        </p:nvSpPr>
        <p:spPr>
          <a:xfrm>
            <a:off x="6357669" y="5060844"/>
            <a:ext cx="2743200" cy="317680"/>
          </a:xfrm>
        </p:spPr>
        <p:txBody>
          <a:bodyPr lIns="0" rIns="0" anchor="ctr"/>
          <a:lstStyle>
            <a:lvl1pPr marL="0" indent="0" algn="l">
              <a:buNone/>
              <a:defRPr sz="900" baseline="0">
                <a:latin typeface="+mn-lt"/>
              </a:defRPr>
            </a:lvl1pPr>
          </a:lstStyle>
          <a:p>
            <a:pPr lvl="0"/>
            <a:endParaRPr lang="en-US" dirty="0"/>
          </a:p>
        </p:txBody>
      </p:sp>
      <p:sp>
        <p:nvSpPr>
          <p:cNvPr id="78" name="Text Placeholder 9"/>
          <p:cNvSpPr>
            <a:spLocks noGrp="1"/>
          </p:cNvSpPr>
          <p:nvPr>
            <p:ph type="body" sz="quarter" idx="77"/>
          </p:nvPr>
        </p:nvSpPr>
        <p:spPr>
          <a:xfrm>
            <a:off x="149319" y="5081227"/>
            <a:ext cx="601295" cy="255948"/>
          </a:xfrm>
        </p:spPr>
        <p:txBody>
          <a:bodyPr lIns="0" rIns="0" anchor="ctr"/>
          <a:lstStyle>
            <a:lvl1pPr marL="0" indent="0" algn="ctr">
              <a:buNone/>
              <a:defRPr sz="900" baseline="0">
                <a:latin typeface="+mn-lt"/>
              </a:defRPr>
            </a:lvl1pPr>
          </a:lstStyle>
          <a:p>
            <a:pPr lvl="0"/>
            <a:endParaRPr lang="en-US" dirty="0"/>
          </a:p>
        </p:txBody>
      </p:sp>
      <p:sp>
        <p:nvSpPr>
          <p:cNvPr id="79" name="Text Placeholder 9"/>
          <p:cNvSpPr>
            <a:spLocks noGrp="1"/>
          </p:cNvSpPr>
          <p:nvPr>
            <p:ph type="body" sz="quarter" idx="78"/>
          </p:nvPr>
        </p:nvSpPr>
        <p:spPr>
          <a:xfrm>
            <a:off x="142408" y="5402046"/>
            <a:ext cx="601295" cy="255948"/>
          </a:xfrm>
        </p:spPr>
        <p:txBody>
          <a:bodyPr lIns="0" rIns="0" anchor="ctr"/>
          <a:lstStyle>
            <a:lvl1pPr marL="0" indent="0" algn="ctr">
              <a:buNone/>
              <a:defRPr sz="900" baseline="0">
                <a:latin typeface="+mn-lt"/>
              </a:defRPr>
            </a:lvl1pPr>
          </a:lstStyle>
          <a:p>
            <a:pPr lvl="0"/>
            <a:endParaRPr lang="en-US" dirty="0"/>
          </a:p>
        </p:txBody>
      </p:sp>
      <p:sp>
        <p:nvSpPr>
          <p:cNvPr id="80" name="Text Placeholder 9"/>
          <p:cNvSpPr>
            <a:spLocks noGrp="1"/>
          </p:cNvSpPr>
          <p:nvPr>
            <p:ph type="body" sz="quarter" idx="79"/>
          </p:nvPr>
        </p:nvSpPr>
        <p:spPr>
          <a:xfrm>
            <a:off x="4313300" y="5385607"/>
            <a:ext cx="996511" cy="317680"/>
          </a:xfrm>
        </p:spPr>
        <p:txBody>
          <a:bodyPr anchor="ctr"/>
          <a:lstStyle>
            <a:lvl1pPr marL="0" indent="0" algn="ctr">
              <a:buNone/>
              <a:defRPr sz="900" baseline="0">
                <a:latin typeface="+mn-lt"/>
              </a:defRPr>
            </a:lvl1pPr>
          </a:lstStyle>
          <a:p>
            <a:pPr lvl="0"/>
            <a:endParaRPr lang="en-US" dirty="0"/>
          </a:p>
        </p:txBody>
      </p:sp>
      <p:sp>
        <p:nvSpPr>
          <p:cNvPr id="81" name="Text Placeholder 9"/>
          <p:cNvSpPr>
            <a:spLocks noGrp="1"/>
          </p:cNvSpPr>
          <p:nvPr>
            <p:ph type="body" sz="quarter" idx="80"/>
          </p:nvPr>
        </p:nvSpPr>
        <p:spPr>
          <a:xfrm>
            <a:off x="3372776" y="5382285"/>
            <a:ext cx="929329" cy="321001"/>
          </a:xfrm>
        </p:spPr>
        <p:txBody>
          <a:bodyPr anchor="ctr"/>
          <a:lstStyle>
            <a:lvl1pPr marL="0" indent="0" algn="ctr">
              <a:buNone/>
              <a:defRPr sz="900" baseline="0">
                <a:latin typeface="+mn-lt"/>
              </a:defRPr>
            </a:lvl1pPr>
          </a:lstStyle>
          <a:p>
            <a:pPr lvl="0"/>
            <a:endParaRPr lang="en-US" dirty="0"/>
          </a:p>
        </p:txBody>
      </p:sp>
      <p:sp>
        <p:nvSpPr>
          <p:cNvPr id="82" name="Text Placeholder 9"/>
          <p:cNvSpPr>
            <a:spLocks noGrp="1"/>
          </p:cNvSpPr>
          <p:nvPr>
            <p:ph type="body" sz="quarter" idx="81"/>
          </p:nvPr>
        </p:nvSpPr>
        <p:spPr>
          <a:xfrm>
            <a:off x="840479" y="5385395"/>
            <a:ext cx="744445" cy="317891"/>
          </a:xfrm>
        </p:spPr>
        <p:txBody>
          <a:bodyPr lIns="0" rIns="0" anchor="ctr"/>
          <a:lstStyle>
            <a:lvl1pPr marL="0" indent="0" algn="ctr">
              <a:buNone/>
              <a:defRPr sz="900" baseline="0">
                <a:latin typeface="+mn-lt"/>
              </a:defRPr>
            </a:lvl1pPr>
          </a:lstStyle>
          <a:p>
            <a:pPr lvl="0"/>
            <a:endParaRPr lang="en-US" dirty="0"/>
          </a:p>
        </p:txBody>
      </p:sp>
      <p:sp>
        <p:nvSpPr>
          <p:cNvPr id="83" name="Text Placeholder 9"/>
          <p:cNvSpPr>
            <a:spLocks noGrp="1"/>
          </p:cNvSpPr>
          <p:nvPr>
            <p:ph type="body" sz="quarter" idx="82"/>
          </p:nvPr>
        </p:nvSpPr>
        <p:spPr>
          <a:xfrm>
            <a:off x="2526457" y="5370777"/>
            <a:ext cx="838827" cy="332509"/>
          </a:xfrm>
        </p:spPr>
        <p:txBody>
          <a:bodyPr anchor="ctr"/>
          <a:lstStyle>
            <a:lvl1pPr marL="0" indent="0" algn="ctr">
              <a:buNone/>
              <a:defRPr sz="900" baseline="0">
                <a:latin typeface="+mn-lt"/>
              </a:defRPr>
            </a:lvl1pPr>
          </a:lstStyle>
          <a:p>
            <a:pPr lvl="0"/>
            <a:endParaRPr lang="en-US" dirty="0"/>
          </a:p>
        </p:txBody>
      </p:sp>
      <p:sp>
        <p:nvSpPr>
          <p:cNvPr id="84" name="Text Placeholder 9"/>
          <p:cNvSpPr>
            <a:spLocks noGrp="1"/>
          </p:cNvSpPr>
          <p:nvPr>
            <p:ph type="body" sz="quarter" idx="83"/>
          </p:nvPr>
        </p:nvSpPr>
        <p:spPr>
          <a:xfrm>
            <a:off x="1587730" y="5374509"/>
            <a:ext cx="931262" cy="323179"/>
          </a:xfrm>
        </p:spPr>
        <p:txBody>
          <a:bodyPr anchor="ctr"/>
          <a:lstStyle>
            <a:lvl1pPr marL="0" indent="0" algn="ctr">
              <a:buNone/>
              <a:defRPr sz="900" baseline="0">
                <a:latin typeface="+mn-lt"/>
              </a:defRPr>
            </a:lvl1pPr>
          </a:lstStyle>
          <a:p>
            <a:pPr lvl="0"/>
            <a:endParaRPr lang="en-US" dirty="0"/>
          </a:p>
        </p:txBody>
      </p:sp>
      <p:sp>
        <p:nvSpPr>
          <p:cNvPr id="85" name="Text Placeholder 9"/>
          <p:cNvSpPr>
            <a:spLocks noGrp="1"/>
          </p:cNvSpPr>
          <p:nvPr>
            <p:ph type="body" sz="quarter" idx="84"/>
          </p:nvPr>
        </p:nvSpPr>
        <p:spPr>
          <a:xfrm>
            <a:off x="5323632" y="5382285"/>
            <a:ext cx="996511" cy="317680"/>
          </a:xfrm>
        </p:spPr>
        <p:txBody>
          <a:bodyPr anchor="ctr"/>
          <a:lstStyle>
            <a:lvl1pPr marL="0" indent="0" algn="ctr">
              <a:buNone/>
              <a:defRPr sz="900" baseline="0">
                <a:latin typeface="+mn-lt"/>
              </a:defRPr>
            </a:lvl1pPr>
          </a:lstStyle>
          <a:p>
            <a:pPr lvl="0"/>
            <a:endParaRPr lang="en-US" dirty="0"/>
          </a:p>
        </p:txBody>
      </p:sp>
      <p:sp>
        <p:nvSpPr>
          <p:cNvPr id="86" name="Text Placeholder 9"/>
          <p:cNvSpPr>
            <a:spLocks noGrp="1"/>
          </p:cNvSpPr>
          <p:nvPr>
            <p:ph type="body" sz="quarter" idx="85"/>
          </p:nvPr>
        </p:nvSpPr>
        <p:spPr>
          <a:xfrm>
            <a:off x="6361415" y="5381663"/>
            <a:ext cx="2743200" cy="317680"/>
          </a:xfrm>
        </p:spPr>
        <p:txBody>
          <a:bodyPr lIns="0" rIns="0" anchor="ctr"/>
          <a:lstStyle>
            <a:lvl1pPr marL="0" indent="0" algn="l">
              <a:buNone/>
              <a:defRPr sz="900" baseline="0">
                <a:latin typeface="+mn-lt"/>
              </a:defRPr>
            </a:lvl1pPr>
          </a:lstStyle>
          <a:p>
            <a:pPr lvl="0"/>
            <a:endParaRPr lang="en-US" dirty="0"/>
          </a:p>
        </p:txBody>
      </p:sp>
      <p:sp>
        <p:nvSpPr>
          <p:cNvPr id="87" name="Text Placeholder 9"/>
          <p:cNvSpPr>
            <a:spLocks noGrp="1"/>
          </p:cNvSpPr>
          <p:nvPr>
            <p:ph type="body" sz="quarter" idx="86"/>
          </p:nvPr>
        </p:nvSpPr>
        <p:spPr>
          <a:xfrm>
            <a:off x="4309554" y="5709624"/>
            <a:ext cx="996511" cy="317680"/>
          </a:xfrm>
        </p:spPr>
        <p:txBody>
          <a:bodyPr anchor="ctr"/>
          <a:lstStyle>
            <a:lvl1pPr marL="0" indent="0" algn="ctr">
              <a:buNone/>
              <a:defRPr sz="900" baseline="0">
                <a:latin typeface="+mn-lt"/>
              </a:defRPr>
            </a:lvl1pPr>
          </a:lstStyle>
          <a:p>
            <a:pPr lvl="0"/>
            <a:endParaRPr lang="en-US" dirty="0"/>
          </a:p>
        </p:txBody>
      </p:sp>
      <p:sp>
        <p:nvSpPr>
          <p:cNvPr id="88" name="Text Placeholder 9"/>
          <p:cNvSpPr>
            <a:spLocks noGrp="1"/>
          </p:cNvSpPr>
          <p:nvPr>
            <p:ph type="body" sz="quarter" idx="87"/>
          </p:nvPr>
        </p:nvSpPr>
        <p:spPr>
          <a:xfrm>
            <a:off x="3369030" y="5706302"/>
            <a:ext cx="929329" cy="321001"/>
          </a:xfrm>
        </p:spPr>
        <p:txBody>
          <a:bodyPr anchor="ctr"/>
          <a:lstStyle>
            <a:lvl1pPr marL="0" indent="0" algn="ctr">
              <a:buNone/>
              <a:defRPr sz="900" baseline="0">
                <a:latin typeface="+mn-lt"/>
              </a:defRPr>
            </a:lvl1pPr>
          </a:lstStyle>
          <a:p>
            <a:pPr lvl="0"/>
            <a:endParaRPr lang="en-US" dirty="0"/>
          </a:p>
        </p:txBody>
      </p:sp>
      <p:sp>
        <p:nvSpPr>
          <p:cNvPr id="89" name="Text Placeholder 9"/>
          <p:cNvSpPr>
            <a:spLocks noGrp="1"/>
          </p:cNvSpPr>
          <p:nvPr>
            <p:ph type="body" sz="quarter" idx="88"/>
          </p:nvPr>
        </p:nvSpPr>
        <p:spPr>
          <a:xfrm>
            <a:off x="836733" y="5709412"/>
            <a:ext cx="744445" cy="317891"/>
          </a:xfrm>
        </p:spPr>
        <p:txBody>
          <a:bodyPr lIns="0" rIns="0" anchor="ctr"/>
          <a:lstStyle>
            <a:lvl1pPr marL="0" indent="0" algn="ctr">
              <a:buNone/>
              <a:defRPr sz="900" baseline="0">
                <a:latin typeface="+mn-lt"/>
              </a:defRPr>
            </a:lvl1pPr>
          </a:lstStyle>
          <a:p>
            <a:pPr lvl="0"/>
            <a:endParaRPr lang="en-US" dirty="0"/>
          </a:p>
        </p:txBody>
      </p:sp>
      <p:sp>
        <p:nvSpPr>
          <p:cNvPr id="90" name="Text Placeholder 9"/>
          <p:cNvSpPr>
            <a:spLocks noGrp="1"/>
          </p:cNvSpPr>
          <p:nvPr>
            <p:ph type="body" sz="quarter" idx="89"/>
          </p:nvPr>
        </p:nvSpPr>
        <p:spPr>
          <a:xfrm>
            <a:off x="2511543" y="5694794"/>
            <a:ext cx="838827" cy="332509"/>
          </a:xfrm>
        </p:spPr>
        <p:txBody>
          <a:bodyPr anchor="ctr"/>
          <a:lstStyle>
            <a:lvl1pPr marL="0" indent="0" algn="ctr">
              <a:buNone/>
              <a:defRPr sz="900" baseline="0">
                <a:latin typeface="+mn-lt"/>
              </a:defRPr>
            </a:lvl1pPr>
          </a:lstStyle>
          <a:p>
            <a:pPr lvl="0"/>
            <a:endParaRPr lang="en-US" dirty="0"/>
          </a:p>
        </p:txBody>
      </p:sp>
      <p:sp>
        <p:nvSpPr>
          <p:cNvPr id="91" name="Text Placeholder 9"/>
          <p:cNvSpPr>
            <a:spLocks noGrp="1"/>
          </p:cNvSpPr>
          <p:nvPr>
            <p:ph type="body" sz="quarter" idx="90"/>
          </p:nvPr>
        </p:nvSpPr>
        <p:spPr>
          <a:xfrm>
            <a:off x="1583984" y="5698526"/>
            <a:ext cx="931262" cy="323179"/>
          </a:xfrm>
        </p:spPr>
        <p:txBody>
          <a:bodyPr anchor="ctr"/>
          <a:lstStyle>
            <a:lvl1pPr marL="0" indent="0" algn="ctr">
              <a:buNone/>
              <a:defRPr sz="900" baseline="0">
                <a:latin typeface="+mn-lt"/>
              </a:defRPr>
            </a:lvl1pPr>
          </a:lstStyle>
          <a:p>
            <a:pPr lvl="0"/>
            <a:endParaRPr lang="en-US" dirty="0"/>
          </a:p>
        </p:txBody>
      </p:sp>
      <p:sp>
        <p:nvSpPr>
          <p:cNvPr id="92" name="Text Placeholder 9"/>
          <p:cNvSpPr>
            <a:spLocks noGrp="1"/>
          </p:cNvSpPr>
          <p:nvPr>
            <p:ph type="body" sz="quarter" idx="91"/>
          </p:nvPr>
        </p:nvSpPr>
        <p:spPr>
          <a:xfrm>
            <a:off x="5319886" y="5706302"/>
            <a:ext cx="996511" cy="317680"/>
          </a:xfrm>
        </p:spPr>
        <p:txBody>
          <a:bodyPr anchor="ctr"/>
          <a:lstStyle>
            <a:lvl1pPr marL="0" indent="0" algn="ctr">
              <a:buNone/>
              <a:defRPr sz="900" baseline="0">
                <a:latin typeface="+mn-lt"/>
              </a:defRPr>
            </a:lvl1pPr>
          </a:lstStyle>
          <a:p>
            <a:pPr lvl="0"/>
            <a:endParaRPr lang="en-US" dirty="0"/>
          </a:p>
        </p:txBody>
      </p:sp>
      <p:sp>
        <p:nvSpPr>
          <p:cNvPr id="93" name="Text Placeholder 9"/>
          <p:cNvSpPr>
            <a:spLocks noGrp="1"/>
          </p:cNvSpPr>
          <p:nvPr>
            <p:ph type="body" sz="quarter" idx="92"/>
          </p:nvPr>
        </p:nvSpPr>
        <p:spPr>
          <a:xfrm>
            <a:off x="6357669" y="5705680"/>
            <a:ext cx="2743200" cy="317680"/>
          </a:xfrm>
        </p:spPr>
        <p:txBody>
          <a:bodyPr lIns="0" rIns="0" anchor="ctr"/>
          <a:lstStyle>
            <a:lvl1pPr marL="0" indent="0" algn="l">
              <a:buNone/>
              <a:defRPr sz="900" baseline="0">
                <a:latin typeface="+mn-lt"/>
              </a:defRPr>
            </a:lvl1pPr>
          </a:lstStyle>
          <a:p>
            <a:pPr lvl="0"/>
            <a:endParaRPr lang="en-US" dirty="0"/>
          </a:p>
        </p:txBody>
      </p:sp>
      <p:sp>
        <p:nvSpPr>
          <p:cNvPr id="94" name="Text Placeholder 9"/>
          <p:cNvSpPr>
            <a:spLocks noGrp="1"/>
          </p:cNvSpPr>
          <p:nvPr>
            <p:ph type="body" sz="quarter" idx="93"/>
          </p:nvPr>
        </p:nvSpPr>
        <p:spPr>
          <a:xfrm>
            <a:off x="149319" y="5726063"/>
            <a:ext cx="601295" cy="255948"/>
          </a:xfrm>
        </p:spPr>
        <p:txBody>
          <a:bodyPr lIns="0" rIns="0" anchor="ctr"/>
          <a:lstStyle>
            <a:lvl1pPr marL="0" indent="0" algn="ctr">
              <a:buNone/>
              <a:defRPr sz="900" baseline="0">
                <a:latin typeface="+mn-lt"/>
              </a:defRPr>
            </a:lvl1pPr>
          </a:lstStyle>
          <a:p>
            <a:pPr lvl="0"/>
            <a:endParaRPr lang="en-US" dirty="0"/>
          </a:p>
        </p:txBody>
      </p:sp>
      <p:sp>
        <p:nvSpPr>
          <p:cNvPr id="95" name="Text Placeholder 9"/>
          <p:cNvSpPr>
            <a:spLocks noGrp="1"/>
          </p:cNvSpPr>
          <p:nvPr>
            <p:ph type="body" sz="quarter" idx="94"/>
          </p:nvPr>
        </p:nvSpPr>
        <p:spPr>
          <a:xfrm>
            <a:off x="138662" y="6029776"/>
            <a:ext cx="601295" cy="255948"/>
          </a:xfrm>
        </p:spPr>
        <p:txBody>
          <a:bodyPr lIns="0" rIns="0" anchor="ctr"/>
          <a:lstStyle>
            <a:lvl1pPr marL="0" indent="0" algn="ctr">
              <a:buNone/>
              <a:defRPr sz="900" baseline="0">
                <a:latin typeface="+mn-lt"/>
              </a:defRPr>
            </a:lvl1pPr>
          </a:lstStyle>
          <a:p>
            <a:pPr lvl="0"/>
            <a:endParaRPr lang="en-US" dirty="0"/>
          </a:p>
        </p:txBody>
      </p:sp>
      <p:sp>
        <p:nvSpPr>
          <p:cNvPr id="96" name="Text Placeholder 9"/>
          <p:cNvSpPr>
            <a:spLocks noGrp="1"/>
          </p:cNvSpPr>
          <p:nvPr>
            <p:ph type="body" sz="quarter" idx="95"/>
          </p:nvPr>
        </p:nvSpPr>
        <p:spPr>
          <a:xfrm>
            <a:off x="4309554" y="6013337"/>
            <a:ext cx="996511" cy="317680"/>
          </a:xfrm>
        </p:spPr>
        <p:txBody>
          <a:bodyPr anchor="ctr"/>
          <a:lstStyle>
            <a:lvl1pPr marL="0" indent="0" algn="ctr">
              <a:buNone/>
              <a:defRPr sz="900" baseline="0">
                <a:latin typeface="+mn-lt"/>
              </a:defRPr>
            </a:lvl1pPr>
          </a:lstStyle>
          <a:p>
            <a:pPr lvl="0"/>
            <a:endParaRPr lang="en-US" dirty="0"/>
          </a:p>
        </p:txBody>
      </p:sp>
      <p:sp>
        <p:nvSpPr>
          <p:cNvPr id="97" name="Text Placeholder 9"/>
          <p:cNvSpPr>
            <a:spLocks noGrp="1"/>
          </p:cNvSpPr>
          <p:nvPr>
            <p:ph type="body" sz="quarter" idx="96"/>
          </p:nvPr>
        </p:nvSpPr>
        <p:spPr>
          <a:xfrm>
            <a:off x="3369030" y="6010015"/>
            <a:ext cx="929329" cy="321001"/>
          </a:xfrm>
        </p:spPr>
        <p:txBody>
          <a:bodyPr anchor="ctr"/>
          <a:lstStyle>
            <a:lvl1pPr marL="0" indent="0" algn="ctr">
              <a:buNone/>
              <a:defRPr sz="900" baseline="0">
                <a:latin typeface="+mn-lt"/>
              </a:defRPr>
            </a:lvl1pPr>
          </a:lstStyle>
          <a:p>
            <a:pPr lvl="0"/>
            <a:endParaRPr lang="en-US" dirty="0"/>
          </a:p>
        </p:txBody>
      </p:sp>
      <p:sp>
        <p:nvSpPr>
          <p:cNvPr id="98" name="Text Placeholder 9"/>
          <p:cNvSpPr>
            <a:spLocks noGrp="1"/>
          </p:cNvSpPr>
          <p:nvPr>
            <p:ph type="body" sz="quarter" idx="97"/>
          </p:nvPr>
        </p:nvSpPr>
        <p:spPr>
          <a:xfrm>
            <a:off x="836733" y="6013125"/>
            <a:ext cx="744445" cy="317891"/>
          </a:xfrm>
        </p:spPr>
        <p:txBody>
          <a:bodyPr lIns="0" rIns="0" anchor="ctr"/>
          <a:lstStyle>
            <a:lvl1pPr marL="0" indent="0" algn="ctr">
              <a:buNone/>
              <a:defRPr sz="900" baseline="0">
                <a:latin typeface="+mn-lt"/>
              </a:defRPr>
            </a:lvl1pPr>
          </a:lstStyle>
          <a:p>
            <a:pPr lvl="0"/>
            <a:endParaRPr lang="en-US" dirty="0"/>
          </a:p>
        </p:txBody>
      </p:sp>
      <p:sp>
        <p:nvSpPr>
          <p:cNvPr id="99" name="Text Placeholder 9"/>
          <p:cNvSpPr>
            <a:spLocks noGrp="1"/>
          </p:cNvSpPr>
          <p:nvPr>
            <p:ph type="body" sz="quarter" idx="98"/>
          </p:nvPr>
        </p:nvSpPr>
        <p:spPr>
          <a:xfrm>
            <a:off x="2522711" y="5998507"/>
            <a:ext cx="838827" cy="332509"/>
          </a:xfrm>
        </p:spPr>
        <p:txBody>
          <a:bodyPr anchor="ctr"/>
          <a:lstStyle>
            <a:lvl1pPr marL="0" indent="0" algn="ctr">
              <a:buNone/>
              <a:defRPr sz="900" baseline="0">
                <a:latin typeface="+mn-lt"/>
              </a:defRPr>
            </a:lvl1pPr>
          </a:lstStyle>
          <a:p>
            <a:pPr lvl="0"/>
            <a:endParaRPr lang="en-US" dirty="0"/>
          </a:p>
        </p:txBody>
      </p:sp>
      <p:sp>
        <p:nvSpPr>
          <p:cNvPr id="100" name="Text Placeholder 9"/>
          <p:cNvSpPr>
            <a:spLocks noGrp="1"/>
          </p:cNvSpPr>
          <p:nvPr>
            <p:ph type="body" sz="quarter" idx="99"/>
          </p:nvPr>
        </p:nvSpPr>
        <p:spPr>
          <a:xfrm>
            <a:off x="1583984" y="6002239"/>
            <a:ext cx="931262" cy="323179"/>
          </a:xfrm>
        </p:spPr>
        <p:txBody>
          <a:bodyPr anchor="ctr"/>
          <a:lstStyle>
            <a:lvl1pPr marL="0" indent="0" algn="ctr">
              <a:buNone/>
              <a:defRPr sz="900" baseline="0">
                <a:latin typeface="+mn-lt"/>
              </a:defRPr>
            </a:lvl1pPr>
          </a:lstStyle>
          <a:p>
            <a:pPr lvl="0"/>
            <a:endParaRPr lang="en-US" dirty="0"/>
          </a:p>
        </p:txBody>
      </p:sp>
      <p:sp>
        <p:nvSpPr>
          <p:cNvPr id="101" name="Text Placeholder 9"/>
          <p:cNvSpPr>
            <a:spLocks noGrp="1"/>
          </p:cNvSpPr>
          <p:nvPr>
            <p:ph type="body" sz="quarter" idx="100"/>
          </p:nvPr>
        </p:nvSpPr>
        <p:spPr>
          <a:xfrm>
            <a:off x="5319886" y="6010015"/>
            <a:ext cx="996511" cy="317680"/>
          </a:xfrm>
        </p:spPr>
        <p:txBody>
          <a:bodyPr anchor="ctr"/>
          <a:lstStyle>
            <a:lvl1pPr marL="0" indent="0" algn="ctr">
              <a:buNone/>
              <a:defRPr sz="900" baseline="0">
                <a:latin typeface="+mn-lt"/>
              </a:defRPr>
            </a:lvl1pPr>
          </a:lstStyle>
          <a:p>
            <a:pPr lvl="0"/>
            <a:endParaRPr lang="en-US" dirty="0"/>
          </a:p>
        </p:txBody>
      </p:sp>
      <p:sp>
        <p:nvSpPr>
          <p:cNvPr id="102" name="Text Placeholder 9"/>
          <p:cNvSpPr>
            <a:spLocks noGrp="1"/>
          </p:cNvSpPr>
          <p:nvPr>
            <p:ph type="body" sz="quarter" idx="101"/>
          </p:nvPr>
        </p:nvSpPr>
        <p:spPr>
          <a:xfrm>
            <a:off x="6357669" y="6009393"/>
            <a:ext cx="2743200" cy="317680"/>
          </a:xfrm>
        </p:spPr>
        <p:txBody>
          <a:bodyPr lIns="0" rIns="0" anchor="ctr"/>
          <a:lstStyle>
            <a:lvl1pPr marL="0" indent="0" algn="l">
              <a:buNone/>
              <a:defRPr sz="900" baseline="0">
                <a:latin typeface="+mn-lt"/>
              </a:defRPr>
            </a:lvl1pPr>
          </a:lstStyle>
          <a:p>
            <a:pPr lvl="0"/>
            <a:endParaRPr lang="en-US" dirty="0"/>
          </a:p>
        </p:txBody>
      </p:sp>
      <p:sp>
        <p:nvSpPr>
          <p:cNvPr id="103" name="Text Placeholder 9"/>
          <p:cNvSpPr>
            <a:spLocks noGrp="1"/>
          </p:cNvSpPr>
          <p:nvPr>
            <p:ph type="body" sz="quarter" idx="102" hasCustomPrompt="1"/>
          </p:nvPr>
        </p:nvSpPr>
        <p:spPr>
          <a:xfrm>
            <a:off x="3339728" y="2143183"/>
            <a:ext cx="679208" cy="209550"/>
          </a:xfrm>
        </p:spPr>
        <p:txBody>
          <a:bodyPr anchor="ctr"/>
          <a:lstStyle>
            <a:lvl1pPr marL="0" indent="0">
              <a:buNone/>
              <a:defRPr sz="1100" baseline="0">
                <a:latin typeface="+mn-lt"/>
              </a:defRPr>
            </a:lvl1pPr>
          </a:lstStyle>
          <a:p>
            <a:pPr lvl="0"/>
            <a:r>
              <a:rPr lang="en-US" dirty="0"/>
              <a:t>Time</a:t>
            </a:r>
          </a:p>
        </p:txBody>
      </p:sp>
      <p:sp>
        <p:nvSpPr>
          <p:cNvPr id="104" name="Text Placeholder 9"/>
          <p:cNvSpPr>
            <a:spLocks noGrp="1"/>
          </p:cNvSpPr>
          <p:nvPr>
            <p:ph type="body" sz="quarter" idx="103" hasCustomPrompt="1"/>
          </p:nvPr>
        </p:nvSpPr>
        <p:spPr>
          <a:xfrm>
            <a:off x="3339726" y="2393553"/>
            <a:ext cx="679209" cy="209550"/>
          </a:xfrm>
        </p:spPr>
        <p:txBody>
          <a:bodyPr anchor="ctr"/>
          <a:lstStyle>
            <a:lvl1pPr marL="0" indent="0">
              <a:buNone/>
              <a:defRPr sz="1100" baseline="0">
                <a:latin typeface="+mn-lt"/>
              </a:defRPr>
            </a:lvl1pPr>
          </a:lstStyle>
          <a:p>
            <a:pPr lvl="0"/>
            <a:r>
              <a:rPr lang="en-US" dirty="0"/>
              <a:t>Time</a:t>
            </a:r>
          </a:p>
        </p:txBody>
      </p:sp>
      <p:sp>
        <p:nvSpPr>
          <p:cNvPr id="105" name="Text Placeholder 9"/>
          <p:cNvSpPr>
            <a:spLocks noGrp="1"/>
          </p:cNvSpPr>
          <p:nvPr>
            <p:ph type="body" sz="quarter" idx="104" hasCustomPrompt="1"/>
          </p:nvPr>
        </p:nvSpPr>
        <p:spPr>
          <a:xfrm>
            <a:off x="3339728" y="2639456"/>
            <a:ext cx="679208" cy="209550"/>
          </a:xfrm>
        </p:spPr>
        <p:txBody>
          <a:bodyPr anchor="ctr"/>
          <a:lstStyle>
            <a:lvl1pPr marL="0" indent="0">
              <a:buNone/>
              <a:defRPr sz="1100" baseline="0">
                <a:latin typeface="+mn-lt"/>
              </a:defRPr>
            </a:lvl1pPr>
          </a:lstStyle>
          <a:p>
            <a:pPr lvl="0"/>
            <a:r>
              <a:rPr lang="en-US" dirty="0"/>
              <a:t>Time</a:t>
            </a:r>
          </a:p>
        </p:txBody>
      </p:sp>
      <p:sp>
        <p:nvSpPr>
          <p:cNvPr id="106" name="Text Placeholder 9"/>
          <p:cNvSpPr>
            <a:spLocks noGrp="1"/>
          </p:cNvSpPr>
          <p:nvPr>
            <p:ph type="body" sz="quarter" idx="105" hasCustomPrompt="1"/>
          </p:nvPr>
        </p:nvSpPr>
        <p:spPr>
          <a:xfrm>
            <a:off x="7824021" y="2155949"/>
            <a:ext cx="744792" cy="209550"/>
          </a:xfrm>
        </p:spPr>
        <p:txBody>
          <a:bodyPr lIns="0" rIns="0" anchor="ctr"/>
          <a:lstStyle>
            <a:lvl1pPr marL="0" indent="0" algn="ctr">
              <a:buNone/>
              <a:defRPr sz="1100" baseline="0">
                <a:latin typeface="+mn-lt"/>
              </a:defRPr>
            </a:lvl1pPr>
          </a:lstStyle>
          <a:p>
            <a:pPr lvl="0"/>
            <a:r>
              <a:rPr lang="en-US" dirty="0"/>
              <a:t>Doc #</a:t>
            </a:r>
          </a:p>
        </p:txBody>
      </p:sp>
      <p:sp>
        <p:nvSpPr>
          <p:cNvPr id="107" name="Text Placeholder 9"/>
          <p:cNvSpPr>
            <a:spLocks noGrp="1"/>
          </p:cNvSpPr>
          <p:nvPr>
            <p:ph type="body" sz="quarter" idx="106" hasCustomPrompt="1"/>
          </p:nvPr>
        </p:nvSpPr>
        <p:spPr>
          <a:xfrm>
            <a:off x="7824019" y="2406319"/>
            <a:ext cx="744793" cy="209550"/>
          </a:xfrm>
        </p:spPr>
        <p:txBody>
          <a:bodyPr lIns="0" rIns="0" anchor="ctr"/>
          <a:lstStyle>
            <a:lvl1pPr marL="0" indent="0" algn="ctr">
              <a:buNone/>
              <a:defRPr sz="1100" baseline="0">
                <a:latin typeface="+mn-lt"/>
              </a:defRPr>
            </a:lvl1pPr>
          </a:lstStyle>
          <a:p>
            <a:pPr lvl="0"/>
            <a:r>
              <a:rPr lang="en-US" dirty="0"/>
              <a:t>Doc #</a:t>
            </a:r>
          </a:p>
        </p:txBody>
      </p:sp>
      <p:sp>
        <p:nvSpPr>
          <p:cNvPr id="108" name="Text Placeholder 9"/>
          <p:cNvSpPr>
            <a:spLocks noGrp="1"/>
          </p:cNvSpPr>
          <p:nvPr>
            <p:ph type="body" sz="quarter" idx="107" hasCustomPrompt="1"/>
          </p:nvPr>
        </p:nvSpPr>
        <p:spPr>
          <a:xfrm>
            <a:off x="7824021" y="2652222"/>
            <a:ext cx="744792" cy="209550"/>
          </a:xfrm>
        </p:spPr>
        <p:txBody>
          <a:bodyPr lIns="0" rIns="0" anchor="ctr"/>
          <a:lstStyle>
            <a:lvl1pPr marL="0" indent="0" algn="ctr">
              <a:buNone/>
              <a:defRPr sz="1100" baseline="0">
                <a:latin typeface="+mn-lt"/>
              </a:defRPr>
            </a:lvl1pPr>
          </a:lstStyle>
          <a:p>
            <a:pPr lvl="0"/>
            <a:r>
              <a:rPr lang="en-US" dirty="0"/>
              <a:t>Doc #</a:t>
            </a:r>
          </a:p>
        </p:txBody>
      </p:sp>
      <p:sp>
        <p:nvSpPr>
          <p:cNvPr id="109" name="Text Placeholder 9"/>
          <p:cNvSpPr>
            <a:spLocks noGrp="1"/>
          </p:cNvSpPr>
          <p:nvPr>
            <p:ph type="body" sz="quarter" idx="108" hasCustomPrompt="1"/>
          </p:nvPr>
        </p:nvSpPr>
        <p:spPr>
          <a:xfrm>
            <a:off x="8609637" y="2161406"/>
            <a:ext cx="514146" cy="209550"/>
          </a:xfrm>
        </p:spPr>
        <p:txBody>
          <a:bodyPr lIns="0" rIns="0" anchor="ctr"/>
          <a:lstStyle>
            <a:lvl1pPr marL="0" indent="0" algn="ctr">
              <a:buNone/>
              <a:defRPr sz="1100" baseline="0">
                <a:latin typeface="+mn-lt"/>
              </a:defRPr>
            </a:lvl1pPr>
          </a:lstStyle>
          <a:p>
            <a:pPr lvl="0"/>
            <a:r>
              <a:rPr lang="en-US" dirty="0" err="1"/>
              <a:t>Ver</a:t>
            </a:r>
            <a:endParaRPr lang="en-US" dirty="0"/>
          </a:p>
        </p:txBody>
      </p:sp>
      <p:sp>
        <p:nvSpPr>
          <p:cNvPr id="110" name="Text Placeholder 9"/>
          <p:cNvSpPr>
            <a:spLocks noGrp="1"/>
          </p:cNvSpPr>
          <p:nvPr>
            <p:ph type="body" sz="quarter" idx="109" hasCustomPrompt="1"/>
          </p:nvPr>
        </p:nvSpPr>
        <p:spPr>
          <a:xfrm>
            <a:off x="8609635" y="2411776"/>
            <a:ext cx="514147" cy="209550"/>
          </a:xfrm>
        </p:spPr>
        <p:txBody>
          <a:bodyPr lIns="0" rIns="0" anchor="ctr"/>
          <a:lstStyle>
            <a:lvl1pPr marL="0" indent="0" algn="ctr">
              <a:buNone/>
              <a:defRPr sz="1100" baseline="0">
                <a:latin typeface="+mn-lt"/>
              </a:defRPr>
            </a:lvl1pPr>
          </a:lstStyle>
          <a:p>
            <a:pPr lvl="0"/>
            <a:r>
              <a:rPr lang="en-US" dirty="0" err="1"/>
              <a:t>Ver</a:t>
            </a:r>
            <a:endParaRPr lang="en-US" dirty="0"/>
          </a:p>
        </p:txBody>
      </p:sp>
      <p:sp>
        <p:nvSpPr>
          <p:cNvPr id="111" name="Text Placeholder 9"/>
          <p:cNvSpPr>
            <a:spLocks noGrp="1"/>
          </p:cNvSpPr>
          <p:nvPr>
            <p:ph type="body" sz="quarter" idx="110" hasCustomPrompt="1"/>
          </p:nvPr>
        </p:nvSpPr>
        <p:spPr>
          <a:xfrm>
            <a:off x="8609637" y="2657679"/>
            <a:ext cx="514146" cy="209550"/>
          </a:xfrm>
        </p:spPr>
        <p:txBody>
          <a:bodyPr lIns="0" rIns="0" anchor="ctr"/>
          <a:lstStyle>
            <a:lvl1pPr marL="0" indent="0" algn="ctr">
              <a:buNone/>
              <a:defRPr sz="1100" baseline="0">
                <a:latin typeface="+mn-lt"/>
              </a:defRPr>
            </a:lvl1pPr>
          </a:lstStyle>
          <a:p>
            <a:pPr lvl="0"/>
            <a:r>
              <a:rPr lang="en-US" dirty="0" err="1"/>
              <a:t>Ver</a:t>
            </a:r>
            <a:endParaRPr lang="en-US" dirty="0"/>
          </a:p>
        </p:txBody>
      </p:sp>
      <p:sp>
        <p:nvSpPr>
          <p:cNvPr id="112" name="Text Placeholder 9"/>
          <p:cNvSpPr>
            <a:spLocks noGrp="1"/>
          </p:cNvSpPr>
          <p:nvPr>
            <p:ph type="body" sz="quarter" idx="111" hasCustomPrompt="1"/>
          </p:nvPr>
        </p:nvSpPr>
        <p:spPr>
          <a:xfrm>
            <a:off x="7142206" y="2904434"/>
            <a:ext cx="164756" cy="158984"/>
          </a:xfrm>
        </p:spPr>
        <p:txBody>
          <a:bodyPr anchor="ctr"/>
          <a:lstStyle>
            <a:lvl1pPr marL="0" indent="0" algn="ctr">
              <a:buNone/>
              <a:defRPr sz="800" baseline="0">
                <a:latin typeface="+mn-lt"/>
              </a:defRPr>
            </a:lvl1pPr>
          </a:lstStyle>
          <a:p>
            <a:pPr lvl="0"/>
            <a:r>
              <a:rPr lang="en-US" dirty="0"/>
              <a:t>.</a:t>
            </a:r>
          </a:p>
        </p:txBody>
      </p:sp>
    </p:spTree>
    <p:extLst>
      <p:ext uri="{BB962C8B-B14F-4D97-AF65-F5344CB8AC3E}">
        <p14:creationId xmlns:p14="http://schemas.microsoft.com/office/powerpoint/2010/main" val="18465487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SP Info Sheet 2">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42712"/>
            <a:ext cx="7315200" cy="908383"/>
          </a:xfrm>
          <a:prstGeom prst="rect">
            <a:avLst/>
          </a:prstGeom>
        </p:spPr>
      </p:pic>
      <p:pic>
        <p:nvPicPr>
          <p:cNvPr id="4" name="Picture 3"/>
          <p:cNvPicPr>
            <a:picLocks noChangeAspect="1"/>
          </p:cNvPicPr>
          <p:nvPr userDrawn="1"/>
        </p:nvPicPr>
        <p:blipFill>
          <a:blip r:embed="rId3"/>
          <a:stretch>
            <a:fillRect/>
          </a:stretch>
        </p:blipFill>
        <p:spPr>
          <a:xfrm>
            <a:off x="0" y="1042918"/>
            <a:ext cx="9144000" cy="5270944"/>
          </a:xfrm>
          <a:prstGeom prst="rect">
            <a:avLst/>
          </a:prstGeom>
        </p:spPr>
      </p:pic>
      <p:sp>
        <p:nvSpPr>
          <p:cNvPr id="8" name="Text Placeholder 9"/>
          <p:cNvSpPr>
            <a:spLocks noGrp="1"/>
          </p:cNvSpPr>
          <p:nvPr>
            <p:ph type="body" sz="quarter" idx="22"/>
          </p:nvPr>
        </p:nvSpPr>
        <p:spPr>
          <a:xfrm>
            <a:off x="3862" y="1391957"/>
            <a:ext cx="544778" cy="332509"/>
          </a:xfrm>
        </p:spPr>
        <p:txBody>
          <a:bodyPr anchor="ctr"/>
          <a:lstStyle>
            <a:lvl1pPr marL="0" indent="0" algn="ctr">
              <a:buNone/>
              <a:defRPr sz="800" baseline="0">
                <a:latin typeface="+mn-lt"/>
              </a:defRPr>
            </a:lvl1pPr>
          </a:lstStyle>
          <a:p>
            <a:pPr lvl="0"/>
            <a:endParaRPr lang="en-US" dirty="0"/>
          </a:p>
        </p:txBody>
      </p:sp>
      <p:sp>
        <p:nvSpPr>
          <p:cNvPr id="11" name="Text Placeholder 9"/>
          <p:cNvSpPr>
            <a:spLocks noGrp="1"/>
          </p:cNvSpPr>
          <p:nvPr>
            <p:ph type="body" sz="quarter" idx="33"/>
          </p:nvPr>
        </p:nvSpPr>
        <p:spPr>
          <a:xfrm>
            <a:off x="548641" y="1388225"/>
            <a:ext cx="739598" cy="317891"/>
          </a:xfrm>
        </p:spPr>
        <p:txBody>
          <a:bodyPr anchor="ctr"/>
          <a:lstStyle>
            <a:lvl1pPr marL="0" indent="0" algn="ctr">
              <a:buNone/>
              <a:defRPr sz="900" baseline="0">
                <a:latin typeface="+mn-lt"/>
              </a:defRPr>
            </a:lvl1pPr>
          </a:lstStyle>
          <a:p>
            <a:pPr lvl="0"/>
            <a:endParaRPr lang="en-US" dirty="0"/>
          </a:p>
        </p:txBody>
      </p:sp>
      <p:sp>
        <p:nvSpPr>
          <p:cNvPr id="13" name="Text Placeholder 9"/>
          <p:cNvSpPr>
            <a:spLocks noGrp="1"/>
          </p:cNvSpPr>
          <p:nvPr>
            <p:ph type="body" sz="quarter" idx="35"/>
          </p:nvPr>
        </p:nvSpPr>
        <p:spPr>
          <a:xfrm>
            <a:off x="1322573" y="1391957"/>
            <a:ext cx="931262" cy="323179"/>
          </a:xfrm>
        </p:spPr>
        <p:txBody>
          <a:bodyPr anchor="ctr"/>
          <a:lstStyle>
            <a:lvl1pPr marL="0" indent="0" algn="ctr">
              <a:buNone/>
              <a:defRPr sz="900" baseline="0">
                <a:latin typeface="+mn-lt"/>
              </a:defRPr>
            </a:lvl1pPr>
          </a:lstStyle>
          <a:p>
            <a:pPr lvl="0"/>
            <a:endParaRPr lang="en-US" dirty="0"/>
          </a:p>
        </p:txBody>
      </p:sp>
      <p:sp>
        <p:nvSpPr>
          <p:cNvPr id="15" name="Text Placeholder 9"/>
          <p:cNvSpPr>
            <a:spLocks noGrp="1"/>
          </p:cNvSpPr>
          <p:nvPr>
            <p:ph type="body" sz="quarter" idx="37"/>
          </p:nvPr>
        </p:nvSpPr>
        <p:spPr>
          <a:xfrm>
            <a:off x="6198262" y="1389759"/>
            <a:ext cx="2935098" cy="317680"/>
          </a:xfrm>
        </p:spPr>
        <p:txBody>
          <a:bodyPr anchor="ctr"/>
          <a:lstStyle>
            <a:lvl1pPr marL="0" indent="0" algn="l">
              <a:buNone/>
              <a:defRPr sz="900" baseline="0">
                <a:latin typeface="+mn-lt"/>
              </a:defRPr>
            </a:lvl1pPr>
          </a:lstStyle>
          <a:p>
            <a:pPr lvl="0"/>
            <a:endParaRPr lang="en-US" dirty="0"/>
          </a:p>
        </p:txBody>
      </p:sp>
      <p:sp>
        <p:nvSpPr>
          <p:cNvPr id="24" name="Text Placeholder 9"/>
          <p:cNvSpPr>
            <a:spLocks noGrp="1"/>
          </p:cNvSpPr>
          <p:nvPr>
            <p:ph type="body" sz="quarter" idx="46"/>
          </p:nvPr>
        </p:nvSpPr>
        <p:spPr>
          <a:xfrm>
            <a:off x="2296484" y="1386414"/>
            <a:ext cx="931262" cy="323179"/>
          </a:xfrm>
        </p:spPr>
        <p:txBody>
          <a:bodyPr anchor="ctr"/>
          <a:lstStyle>
            <a:lvl1pPr marL="0" indent="0" algn="ctr">
              <a:buNone/>
              <a:defRPr sz="900" baseline="0">
                <a:latin typeface="+mn-lt"/>
              </a:defRPr>
            </a:lvl1pPr>
          </a:lstStyle>
          <a:p>
            <a:pPr lvl="0"/>
            <a:endParaRPr lang="en-US" dirty="0"/>
          </a:p>
        </p:txBody>
      </p:sp>
      <p:sp>
        <p:nvSpPr>
          <p:cNvPr id="25" name="Text Placeholder 9"/>
          <p:cNvSpPr>
            <a:spLocks noGrp="1"/>
          </p:cNvSpPr>
          <p:nvPr>
            <p:ph type="body" sz="quarter" idx="47"/>
          </p:nvPr>
        </p:nvSpPr>
        <p:spPr>
          <a:xfrm>
            <a:off x="3270395" y="1381446"/>
            <a:ext cx="931262" cy="323179"/>
          </a:xfrm>
        </p:spPr>
        <p:txBody>
          <a:bodyPr anchor="ctr"/>
          <a:lstStyle>
            <a:lvl1pPr marL="0" indent="0" algn="ctr">
              <a:buNone/>
              <a:defRPr sz="900" baseline="0">
                <a:latin typeface="+mn-lt"/>
              </a:defRPr>
            </a:lvl1pPr>
          </a:lstStyle>
          <a:p>
            <a:pPr lvl="0"/>
            <a:endParaRPr lang="en-US" dirty="0"/>
          </a:p>
        </p:txBody>
      </p:sp>
      <p:sp>
        <p:nvSpPr>
          <p:cNvPr id="26" name="Text Placeholder 9"/>
          <p:cNvSpPr>
            <a:spLocks noGrp="1"/>
          </p:cNvSpPr>
          <p:nvPr>
            <p:ph type="body" sz="quarter" idx="48"/>
          </p:nvPr>
        </p:nvSpPr>
        <p:spPr>
          <a:xfrm>
            <a:off x="4235992" y="1386414"/>
            <a:ext cx="973911" cy="323179"/>
          </a:xfrm>
        </p:spPr>
        <p:txBody>
          <a:bodyPr anchor="ctr"/>
          <a:lstStyle>
            <a:lvl1pPr marL="0" indent="0" algn="ctr">
              <a:buNone/>
              <a:defRPr sz="900" baseline="0">
                <a:latin typeface="+mn-lt"/>
              </a:defRPr>
            </a:lvl1pPr>
          </a:lstStyle>
          <a:p>
            <a:pPr lvl="0"/>
            <a:endParaRPr lang="en-US" dirty="0"/>
          </a:p>
        </p:txBody>
      </p:sp>
      <p:sp>
        <p:nvSpPr>
          <p:cNvPr id="27" name="Text Placeholder 9"/>
          <p:cNvSpPr>
            <a:spLocks noGrp="1"/>
          </p:cNvSpPr>
          <p:nvPr>
            <p:ph type="body" sz="quarter" idx="49"/>
          </p:nvPr>
        </p:nvSpPr>
        <p:spPr>
          <a:xfrm>
            <a:off x="5206642" y="1389184"/>
            <a:ext cx="973911" cy="323179"/>
          </a:xfrm>
        </p:spPr>
        <p:txBody>
          <a:bodyPr anchor="ctr"/>
          <a:lstStyle>
            <a:lvl1pPr marL="0" indent="0" algn="ctr">
              <a:buNone/>
              <a:defRPr sz="900" baseline="0">
                <a:latin typeface="+mn-lt"/>
              </a:defRPr>
            </a:lvl1pPr>
          </a:lstStyle>
          <a:p>
            <a:pPr lvl="0"/>
            <a:endParaRPr lang="en-US" dirty="0"/>
          </a:p>
        </p:txBody>
      </p:sp>
      <p:sp>
        <p:nvSpPr>
          <p:cNvPr id="28" name="Text Placeholder 9"/>
          <p:cNvSpPr>
            <a:spLocks noGrp="1"/>
          </p:cNvSpPr>
          <p:nvPr>
            <p:ph type="body" sz="quarter" idx="50"/>
          </p:nvPr>
        </p:nvSpPr>
        <p:spPr>
          <a:xfrm>
            <a:off x="6628" y="1752175"/>
            <a:ext cx="544778" cy="332509"/>
          </a:xfrm>
        </p:spPr>
        <p:txBody>
          <a:bodyPr anchor="ctr"/>
          <a:lstStyle>
            <a:lvl1pPr marL="0" indent="0" algn="ctr">
              <a:buNone/>
              <a:defRPr sz="800" baseline="0">
                <a:latin typeface="+mn-lt"/>
              </a:defRPr>
            </a:lvl1pPr>
          </a:lstStyle>
          <a:p>
            <a:pPr lvl="0"/>
            <a:endParaRPr lang="en-US" dirty="0"/>
          </a:p>
        </p:txBody>
      </p:sp>
      <p:sp>
        <p:nvSpPr>
          <p:cNvPr id="29" name="Text Placeholder 9"/>
          <p:cNvSpPr>
            <a:spLocks noGrp="1"/>
          </p:cNvSpPr>
          <p:nvPr>
            <p:ph type="body" sz="quarter" idx="51"/>
          </p:nvPr>
        </p:nvSpPr>
        <p:spPr>
          <a:xfrm>
            <a:off x="551407" y="1748443"/>
            <a:ext cx="739598" cy="317891"/>
          </a:xfrm>
        </p:spPr>
        <p:txBody>
          <a:bodyPr anchor="ctr"/>
          <a:lstStyle>
            <a:lvl1pPr marL="0" indent="0" algn="ctr">
              <a:buNone/>
              <a:defRPr sz="900" baseline="0">
                <a:latin typeface="+mn-lt"/>
              </a:defRPr>
            </a:lvl1pPr>
          </a:lstStyle>
          <a:p>
            <a:pPr lvl="0"/>
            <a:endParaRPr lang="en-US" dirty="0"/>
          </a:p>
        </p:txBody>
      </p:sp>
      <p:sp>
        <p:nvSpPr>
          <p:cNvPr id="30" name="Text Placeholder 9"/>
          <p:cNvSpPr>
            <a:spLocks noGrp="1"/>
          </p:cNvSpPr>
          <p:nvPr>
            <p:ph type="body" sz="quarter" idx="52"/>
          </p:nvPr>
        </p:nvSpPr>
        <p:spPr>
          <a:xfrm>
            <a:off x="1325339" y="1752175"/>
            <a:ext cx="931262" cy="323179"/>
          </a:xfrm>
        </p:spPr>
        <p:txBody>
          <a:bodyPr anchor="ctr"/>
          <a:lstStyle>
            <a:lvl1pPr marL="0" indent="0" algn="ctr">
              <a:buNone/>
              <a:defRPr sz="900" baseline="0">
                <a:latin typeface="+mn-lt"/>
              </a:defRPr>
            </a:lvl1pPr>
          </a:lstStyle>
          <a:p>
            <a:pPr lvl="0"/>
            <a:endParaRPr lang="en-US" dirty="0"/>
          </a:p>
        </p:txBody>
      </p:sp>
      <p:sp>
        <p:nvSpPr>
          <p:cNvPr id="31" name="Text Placeholder 9"/>
          <p:cNvSpPr>
            <a:spLocks noGrp="1"/>
          </p:cNvSpPr>
          <p:nvPr>
            <p:ph type="body" sz="quarter" idx="53"/>
          </p:nvPr>
        </p:nvSpPr>
        <p:spPr>
          <a:xfrm>
            <a:off x="6201028" y="1749977"/>
            <a:ext cx="2935098" cy="317680"/>
          </a:xfrm>
        </p:spPr>
        <p:txBody>
          <a:bodyPr anchor="ctr"/>
          <a:lstStyle>
            <a:lvl1pPr marL="0" indent="0" algn="l">
              <a:buNone/>
              <a:defRPr sz="900" baseline="0">
                <a:latin typeface="+mn-lt"/>
              </a:defRPr>
            </a:lvl1pPr>
          </a:lstStyle>
          <a:p>
            <a:pPr lvl="0"/>
            <a:endParaRPr lang="en-US" dirty="0"/>
          </a:p>
        </p:txBody>
      </p:sp>
      <p:sp>
        <p:nvSpPr>
          <p:cNvPr id="32" name="Text Placeholder 9"/>
          <p:cNvSpPr>
            <a:spLocks noGrp="1"/>
          </p:cNvSpPr>
          <p:nvPr>
            <p:ph type="body" sz="quarter" idx="54"/>
          </p:nvPr>
        </p:nvSpPr>
        <p:spPr>
          <a:xfrm>
            <a:off x="2299250" y="1746632"/>
            <a:ext cx="931262" cy="323179"/>
          </a:xfrm>
        </p:spPr>
        <p:txBody>
          <a:bodyPr anchor="ctr"/>
          <a:lstStyle>
            <a:lvl1pPr marL="0" indent="0" algn="ctr">
              <a:buNone/>
              <a:defRPr sz="900" baseline="0">
                <a:latin typeface="+mn-lt"/>
              </a:defRPr>
            </a:lvl1pPr>
          </a:lstStyle>
          <a:p>
            <a:pPr lvl="0"/>
            <a:endParaRPr lang="en-US" dirty="0"/>
          </a:p>
        </p:txBody>
      </p:sp>
      <p:sp>
        <p:nvSpPr>
          <p:cNvPr id="33" name="Text Placeholder 9"/>
          <p:cNvSpPr>
            <a:spLocks noGrp="1"/>
          </p:cNvSpPr>
          <p:nvPr>
            <p:ph type="body" sz="quarter" idx="55"/>
          </p:nvPr>
        </p:nvSpPr>
        <p:spPr>
          <a:xfrm>
            <a:off x="3273161" y="1741664"/>
            <a:ext cx="931262" cy="323179"/>
          </a:xfrm>
        </p:spPr>
        <p:txBody>
          <a:bodyPr anchor="ctr"/>
          <a:lstStyle>
            <a:lvl1pPr marL="0" indent="0" algn="ctr">
              <a:buNone/>
              <a:defRPr sz="900" baseline="0">
                <a:latin typeface="+mn-lt"/>
              </a:defRPr>
            </a:lvl1pPr>
          </a:lstStyle>
          <a:p>
            <a:pPr lvl="0"/>
            <a:endParaRPr lang="en-US" dirty="0"/>
          </a:p>
        </p:txBody>
      </p:sp>
      <p:sp>
        <p:nvSpPr>
          <p:cNvPr id="34" name="Text Placeholder 9"/>
          <p:cNvSpPr>
            <a:spLocks noGrp="1"/>
          </p:cNvSpPr>
          <p:nvPr>
            <p:ph type="body" sz="quarter" idx="56"/>
          </p:nvPr>
        </p:nvSpPr>
        <p:spPr>
          <a:xfrm>
            <a:off x="4238758" y="1746632"/>
            <a:ext cx="973911" cy="323179"/>
          </a:xfrm>
        </p:spPr>
        <p:txBody>
          <a:bodyPr anchor="ctr"/>
          <a:lstStyle>
            <a:lvl1pPr marL="0" indent="0" algn="ctr">
              <a:buNone/>
              <a:defRPr sz="900" baseline="0">
                <a:latin typeface="+mn-lt"/>
              </a:defRPr>
            </a:lvl1pPr>
          </a:lstStyle>
          <a:p>
            <a:pPr lvl="0"/>
            <a:endParaRPr lang="en-US" dirty="0"/>
          </a:p>
        </p:txBody>
      </p:sp>
      <p:sp>
        <p:nvSpPr>
          <p:cNvPr id="35" name="Text Placeholder 9"/>
          <p:cNvSpPr>
            <a:spLocks noGrp="1"/>
          </p:cNvSpPr>
          <p:nvPr>
            <p:ph type="body" sz="quarter" idx="57"/>
          </p:nvPr>
        </p:nvSpPr>
        <p:spPr>
          <a:xfrm>
            <a:off x="5209408" y="1749402"/>
            <a:ext cx="973911" cy="323179"/>
          </a:xfrm>
        </p:spPr>
        <p:txBody>
          <a:bodyPr anchor="ctr"/>
          <a:lstStyle>
            <a:lvl1pPr marL="0" indent="0" algn="ctr">
              <a:buNone/>
              <a:defRPr sz="900" baseline="0">
                <a:latin typeface="+mn-lt"/>
              </a:defRPr>
            </a:lvl1pPr>
          </a:lstStyle>
          <a:p>
            <a:pPr lvl="0"/>
            <a:endParaRPr lang="en-US" dirty="0"/>
          </a:p>
        </p:txBody>
      </p:sp>
      <p:sp>
        <p:nvSpPr>
          <p:cNvPr id="36" name="Text Placeholder 9"/>
          <p:cNvSpPr>
            <a:spLocks noGrp="1"/>
          </p:cNvSpPr>
          <p:nvPr>
            <p:ph type="body" sz="quarter" idx="58"/>
          </p:nvPr>
        </p:nvSpPr>
        <p:spPr>
          <a:xfrm>
            <a:off x="6628" y="2092996"/>
            <a:ext cx="544778" cy="332509"/>
          </a:xfrm>
        </p:spPr>
        <p:txBody>
          <a:bodyPr anchor="ctr"/>
          <a:lstStyle>
            <a:lvl1pPr marL="0" indent="0" algn="ctr">
              <a:buNone/>
              <a:defRPr sz="800" baseline="0">
                <a:latin typeface="+mn-lt"/>
              </a:defRPr>
            </a:lvl1pPr>
          </a:lstStyle>
          <a:p>
            <a:pPr lvl="0"/>
            <a:endParaRPr lang="en-US" dirty="0"/>
          </a:p>
        </p:txBody>
      </p:sp>
      <p:sp>
        <p:nvSpPr>
          <p:cNvPr id="37" name="Text Placeholder 9"/>
          <p:cNvSpPr>
            <a:spLocks noGrp="1"/>
          </p:cNvSpPr>
          <p:nvPr>
            <p:ph type="body" sz="quarter" idx="59"/>
          </p:nvPr>
        </p:nvSpPr>
        <p:spPr>
          <a:xfrm>
            <a:off x="551407" y="2089264"/>
            <a:ext cx="739598" cy="317891"/>
          </a:xfrm>
        </p:spPr>
        <p:txBody>
          <a:bodyPr anchor="ctr"/>
          <a:lstStyle>
            <a:lvl1pPr marL="0" indent="0" algn="ctr">
              <a:buNone/>
              <a:defRPr sz="900" baseline="0">
                <a:latin typeface="+mn-lt"/>
              </a:defRPr>
            </a:lvl1pPr>
          </a:lstStyle>
          <a:p>
            <a:pPr lvl="0"/>
            <a:endParaRPr lang="en-US" dirty="0"/>
          </a:p>
        </p:txBody>
      </p:sp>
      <p:sp>
        <p:nvSpPr>
          <p:cNvPr id="38" name="Text Placeholder 9"/>
          <p:cNvSpPr>
            <a:spLocks noGrp="1"/>
          </p:cNvSpPr>
          <p:nvPr>
            <p:ph type="body" sz="quarter" idx="60"/>
          </p:nvPr>
        </p:nvSpPr>
        <p:spPr>
          <a:xfrm>
            <a:off x="1325339" y="2092996"/>
            <a:ext cx="931262" cy="323179"/>
          </a:xfrm>
        </p:spPr>
        <p:txBody>
          <a:bodyPr anchor="ctr"/>
          <a:lstStyle>
            <a:lvl1pPr marL="0" indent="0" algn="ctr">
              <a:buNone/>
              <a:defRPr sz="900" baseline="0">
                <a:latin typeface="+mn-lt"/>
              </a:defRPr>
            </a:lvl1pPr>
          </a:lstStyle>
          <a:p>
            <a:pPr lvl="0"/>
            <a:endParaRPr lang="en-US" dirty="0"/>
          </a:p>
        </p:txBody>
      </p:sp>
      <p:sp>
        <p:nvSpPr>
          <p:cNvPr id="39" name="Text Placeholder 9"/>
          <p:cNvSpPr>
            <a:spLocks noGrp="1"/>
          </p:cNvSpPr>
          <p:nvPr>
            <p:ph type="body" sz="quarter" idx="61"/>
          </p:nvPr>
        </p:nvSpPr>
        <p:spPr>
          <a:xfrm>
            <a:off x="6201028" y="2090798"/>
            <a:ext cx="2935098" cy="317680"/>
          </a:xfrm>
        </p:spPr>
        <p:txBody>
          <a:bodyPr anchor="ctr"/>
          <a:lstStyle>
            <a:lvl1pPr marL="0" indent="0" algn="l">
              <a:buNone/>
              <a:defRPr sz="900" baseline="0">
                <a:latin typeface="+mn-lt"/>
              </a:defRPr>
            </a:lvl1pPr>
          </a:lstStyle>
          <a:p>
            <a:pPr lvl="0"/>
            <a:endParaRPr lang="en-US" dirty="0"/>
          </a:p>
        </p:txBody>
      </p:sp>
      <p:sp>
        <p:nvSpPr>
          <p:cNvPr id="40" name="Text Placeholder 9"/>
          <p:cNvSpPr>
            <a:spLocks noGrp="1"/>
          </p:cNvSpPr>
          <p:nvPr>
            <p:ph type="body" sz="quarter" idx="62"/>
          </p:nvPr>
        </p:nvSpPr>
        <p:spPr>
          <a:xfrm>
            <a:off x="2299250" y="2087453"/>
            <a:ext cx="931262" cy="323179"/>
          </a:xfrm>
        </p:spPr>
        <p:txBody>
          <a:bodyPr anchor="ctr"/>
          <a:lstStyle>
            <a:lvl1pPr marL="0" indent="0" algn="ctr">
              <a:buNone/>
              <a:defRPr sz="900" baseline="0">
                <a:latin typeface="+mn-lt"/>
              </a:defRPr>
            </a:lvl1pPr>
          </a:lstStyle>
          <a:p>
            <a:pPr lvl="0"/>
            <a:endParaRPr lang="en-US" dirty="0"/>
          </a:p>
        </p:txBody>
      </p:sp>
      <p:sp>
        <p:nvSpPr>
          <p:cNvPr id="41" name="Text Placeholder 9"/>
          <p:cNvSpPr>
            <a:spLocks noGrp="1"/>
          </p:cNvSpPr>
          <p:nvPr>
            <p:ph type="body" sz="quarter" idx="63"/>
          </p:nvPr>
        </p:nvSpPr>
        <p:spPr>
          <a:xfrm>
            <a:off x="3273161" y="2082485"/>
            <a:ext cx="931262" cy="323179"/>
          </a:xfrm>
        </p:spPr>
        <p:txBody>
          <a:bodyPr anchor="ctr"/>
          <a:lstStyle>
            <a:lvl1pPr marL="0" indent="0" algn="ctr">
              <a:buNone/>
              <a:defRPr sz="900" baseline="0">
                <a:latin typeface="+mn-lt"/>
              </a:defRPr>
            </a:lvl1pPr>
          </a:lstStyle>
          <a:p>
            <a:pPr lvl="0"/>
            <a:endParaRPr lang="en-US" dirty="0"/>
          </a:p>
        </p:txBody>
      </p:sp>
      <p:sp>
        <p:nvSpPr>
          <p:cNvPr id="42" name="Text Placeholder 9"/>
          <p:cNvSpPr>
            <a:spLocks noGrp="1"/>
          </p:cNvSpPr>
          <p:nvPr>
            <p:ph type="body" sz="quarter" idx="64"/>
          </p:nvPr>
        </p:nvSpPr>
        <p:spPr>
          <a:xfrm>
            <a:off x="4238758" y="2087453"/>
            <a:ext cx="973911" cy="323179"/>
          </a:xfrm>
        </p:spPr>
        <p:txBody>
          <a:bodyPr anchor="ctr"/>
          <a:lstStyle>
            <a:lvl1pPr marL="0" indent="0" algn="ctr">
              <a:buNone/>
              <a:defRPr sz="900" baseline="0">
                <a:latin typeface="+mn-lt"/>
              </a:defRPr>
            </a:lvl1pPr>
          </a:lstStyle>
          <a:p>
            <a:pPr lvl="0"/>
            <a:endParaRPr lang="en-US" dirty="0"/>
          </a:p>
        </p:txBody>
      </p:sp>
      <p:sp>
        <p:nvSpPr>
          <p:cNvPr id="43" name="Text Placeholder 9"/>
          <p:cNvSpPr>
            <a:spLocks noGrp="1"/>
          </p:cNvSpPr>
          <p:nvPr>
            <p:ph type="body" sz="quarter" idx="65"/>
          </p:nvPr>
        </p:nvSpPr>
        <p:spPr>
          <a:xfrm>
            <a:off x="5209408" y="2090223"/>
            <a:ext cx="973911" cy="323179"/>
          </a:xfrm>
        </p:spPr>
        <p:txBody>
          <a:bodyPr anchor="ctr"/>
          <a:lstStyle>
            <a:lvl1pPr marL="0" indent="0" algn="ctr">
              <a:buNone/>
              <a:defRPr sz="900" baseline="0">
                <a:latin typeface="+mn-lt"/>
              </a:defRPr>
            </a:lvl1pPr>
          </a:lstStyle>
          <a:p>
            <a:pPr lvl="0"/>
            <a:endParaRPr lang="en-US" dirty="0"/>
          </a:p>
        </p:txBody>
      </p:sp>
      <p:sp>
        <p:nvSpPr>
          <p:cNvPr id="44" name="Text Placeholder 9"/>
          <p:cNvSpPr>
            <a:spLocks noGrp="1"/>
          </p:cNvSpPr>
          <p:nvPr>
            <p:ph type="body" sz="quarter" idx="66"/>
          </p:nvPr>
        </p:nvSpPr>
        <p:spPr>
          <a:xfrm>
            <a:off x="9394" y="2453214"/>
            <a:ext cx="544778" cy="332509"/>
          </a:xfrm>
        </p:spPr>
        <p:txBody>
          <a:bodyPr anchor="ctr"/>
          <a:lstStyle>
            <a:lvl1pPr marL="0" indent="0" algn="ctr">
              <a:buNone/>
              <a:defRPr sz="800" baseline="0">
                <a:latin typeface="+mn-lt"/>
              </a:defRPr>
            </a:lvl1pPr>
          </a:lstStyle>
          <a:p>
            <a:pPr lvl="0"/>
            <a:endParaRPr lang="en-US" dirty="0"/>
          </a:p>
        </p:txBody>
      </p:sp>
      <p:sp>
        <p:nvSpPr>
          <p:cNvPr id="45" name="Text Placeholder 9"/>
          <p:cNvSpPr>
            <a:spLocks noGrp="1"/>
          </p:cNvSpPr>
          <p:nvPr>
            <p:ph type="body" sz="quarter" idx="67"/>
          </p:nvPr>
        </p:nvSpPr>
        <p:spPr>
          <a:xfrm>
            <a:off x="554173" y="2449482"/>
            <a:ext cx="739598" cy="317891"/>
          </a:xfrm>
        </p:spPr>
        <p:txBody>
          <a:bodyPr anchor="ctr"/>
          <a:lstStyle>
            <a:lvl1pPr marL="0" indent="0" algn="ctr">
              <a:buNone/>
              <a:defRPr sz="900" baseline="0">
                <a:latin typeface="+mn-lt"/>
              </a:defRPr>
            </a:lvl1pPr>
          </a:lstStyle>
          <a:p>
            <a:pPr lvl="0"/>
            <a:endParaRPr lang="en-US" dirty="0"/>
          </a:p>
        </p:txBody>
      </p:sp>
      <p:sp>
        <p:nvSpPr>
          <p:cNvPr id="46" name="Text Placeholder 9"/>
          <p:cNvSpPr>
            <a:spLocks noGrp="1"/>
          </p:cNvSpPr>
          <p:nvPr>
            <p:ph type="body" sz="quarter" idx="68"/>
          </p:nvPr>
        </p:nvSpPr>
        <p:spPr>
          <a:xfrm>
            <a:off x="1328105" y="2453214"/>
            <a:ext cx="931262" cy="323179"/>
          </a:xfrm>
        </p:spPr>
        <p:txBody>
          <a:bodyPr anchor="ctr"/>
          <a:lstStyle>
            <a:lvl1pPr marL="0" indent="0" algn="ctr">
              <a:buNone/>
              <a:defRPr sz="900" baseline="0">
                <a:latin typeface="+mn-lt"/>
              </a:defRPr>
            </a:lvl1pPr>
          </a:lstStyle>
          <a:p>
            <a:pPr lvl="0"/>
            <a:endParaRPr lang="en-US" dirty="0"/>
          </a:p>
        </p:txBody>
      </p:sp>
      <p:sp>
        <p:nvSpPr>
          <p:cNvPr id="47" name="Text Placeholder 9"/>
          <p:cNvSpPr>
            <a:spLocks noGrp="1"/>
          </p:cNvSpPr>
          <p:nvPr>
            <p:ph type="body" sz="quarter" idx="69"/>
          </p:nvPr>
        </p:nvSpPr>
        <p:spPr>
          <a:xfrm>
            <a:off x="6203794" y="2451016"/>
            <a:ext cx="2935098" cy="317680"/>
          </a:xfrm>
        </p:spPr>
        <p:txBody>
          <a:bodyPr anchor="ctr"/>
          <a:lstStyle>
            <a:lvl1pPr marL="0" indent="0" algn="l">
              <a:buNone/>
              <a:defRPr sz="900" baseline="0">
                <a:latin typeface="+mn-lt"/>
              </a:defRPr>
            </a:lvl1pPr>
          </a:lstStyle>
          <a:p>
            <a:pPr lvl="0"/>
            <a:endParaRPr lang="en-US" dirty="0"/>
          </a:p>
        </p:txBody>
      </p:sp>
      <p:sp>
        <p:nvSpPr>
          <p:cNvPr id="48" name="Text Placeholder 9"/>
          <p:cNvSpPr>
            <a:spLocks noGrp="1"/>
          </p:cNvSpPr>
          <p:nvPr>
            <p:ph type="body" sz="quarter" idx="70"/>
          </p:nvPr>
        </p:nvSpPr>
        <p:spPr>
          <a:xfrm>
            <a:off x="2302016" y="2447671"/>
            <a:ext cx="931262" cy="323179"/>
          </a:xfrm>
        </p:spPr>
        <p:txBody>
          <a:bodyPr anchor="ctr"/>
          <a:lstStyle>
            <a:lvl1pPr marL="0" indent="0" algn="ctr">
              <a:buNone/>
              <a:defRPr sz="900" baseline="0">
                <a:latin typeface="+mn-lt"/>
              </a:defRPr>
            </a:lvl1pPr>
          </a:lstStyle>
          <a:p>
            <a:pPr lvl="0"/>
            <a:endParaRPr lang="en-US" dirty="0"/>
          </a:p>
        </p:txBody>
      </p:sp>
      <p:sp>
        <p:nvSpPr>
          <p:cNvPr id="49" name="Text Placeholder 9"/>
          <p:cNvSpPr>
            <a:spLocks noGrp="1"/>
          </p:cNvSpPr>
          <p:nvPr>
            <p:ph type="body" sz="quarter" idx="71"/>
          </p:nvPr>
        </p:nvSpPr>
        <p:spPr>
          <a:xfrm>
            <a:off x="3275927" y="2442703"/>
            <a:ext cx="931262" cy="323179"/>
          </a:xfrm>
        </p:spPr>
        <p:txBody>
          <a:bodyPr anchor="ctr"/>
          <a:lstStyle>
            <a:lvl1pPr marL="0" indent="0" algn="ctr">
              <a:buNone/>
              <a:defRPr sz="900" baseline="0">
                <a:latin typeface="+mn-lt"/>
              </a:defRPr>
            </a:lvl1pPr>
          </a:lstStyle>
          <a:p>
            <a:pPr lvl="0"/>
            <a:endParaRPr lang="en-US" dirty="0"/>
          </a:p>
        </p:txBody>
      </p:sp>
      <p:sp>
        <p:nvSpPr>
          <p:cNvPr id="50" name="Text Placeholder 9"/>
          <p:cNvSpPr>
            <a:spLocks noGrp="1"/>
          </p:cNvSpPr>
          <p:nvPr>
            <p:ph type="body" sz="quarter" idx="72"/>
          </p:nvPr>
        </p:nvSpPr>
        <p:spPr>
          <a:xfrm>
            <a:off x="4241524" y="2447671"/>
            <a:ext cx="973911" cy="323179"/>
          </a:xfrm>
        </p:spPr>
        <p:txBody>
          <a:bodyPr anchor="ctr"/>
          <a:lstStyle>
            <a:lvl1pPr marL="0" indent="0" algn="ctr">
              <a:buNone/>
              <a:defRPr sz="900" baseline="0">
                <a:latin typeface="+mn-lt"/>
              </a:defRPr>
            </a:lvl1pPr>
          </a:lstStyle>
          <a:p>
            <a:pPr lvl="0"/>
            <a:endParaRPr lang="en-US" dirty="0"/>
          </a:p>
        </p:txBody>
      </p:sp>
      <p:sp>
        <p:nvSpPr>
          <p:cNvPr id="51" name="Text Placeholder 9"/>
          <p:cNvSpPr>
            <a:spLocks noGrp="1"/>
          </p:cNvSpPr>
          <p:nvPr>
            <p:ph type="body" sz="quarter" idx="73"/>
          </p:nvPr>
        </p:nvSpPr>
        <p:spPr>
          <a:xfrm>
            <a:off x="5212174" y="2450441"/>
            <a:ext cx="973911" cy="323179"/>
          </a:xfrm>
        </p:spPr>
        <p:txBody>
          <a:bodyPr anchor="ctr"/>
          <a:lstStyle>
            <a:lvl1pPr marL="0" indent="0" algn="ctr">
              <a:buNone/>
              <a:defRPr sz="900" baseline="0">
                <a:latin typeface="+mn-lt"/>
              </a:defRPr>
            </a:lvl1pPr>
          </a:lstStyle>
          <a:p>
            <a:pPr lvl="0"/>
            <a:endParaRPr lang="en-US" dirty="0"/>
          </a:p>
        </p:txBody>
      </p:sp>
      <p:sp>
        <p:nvSpPr>
          <p:cNvPr id="52" name="Text Placeholder 9"/>
          <p:cNvSpPr>
            <a:spLocks noGrp="1"/>
          </p:cNvSpPr>
          <p:nvPr>
            <p:ph type="body" sz="quarter" idx="74"/>
          </p:nvPr>
        </p:nvSpPr>
        <p:spPr>
          <a:xfrm>
            <a:off x="8046" y="2791272"/>
            <a:ext cx="544778" cy="332509"/>
          </a:xfrm>
        </p:spPr>
        <p:txBody>
          <a:bodyPr anchor="ctr"/>
          <a:lstStyle>
            <a:lvl1pPr marL="0" indent="0" algn="ctr">
              <a:buNone/>
              <a:defRPr sz="800" baseline="0">
                <a:latin typeface="+mn-lt"/>
              </a:defRPr>
            </a:lvl1pPr>
          </a:lstStyle>
          <a:p>
            <a:pPr lvl="0"/>
            <a:endParaRPr lang="en-US" dirty="0"/>
          </a:p>
        </p:txBody>
      </p:sp>
      <p:sp>
        <p:nvSpPr>
          <p:cNvPr id="53" name="Text Placeholder 9"/>
          <p:cNvSpPr>
            <a:spLocks noGrp="1"/>
          </p:cNvSpPr>
          <p:nvPr>
            <p:ph type="body" sz="quarter" idx="75"/>
          </p:nvPr>
        </p:nvSpPr>
        <p:spPr>
          <a:xfrm>
            <a:off x="571881" y="2787540"/>
            <a:ext cx="710814" cy="317891"/>
          </a:xfrm>
        </p:spPr>
        <p:txBody>
          <a:bodyPr anchor="ctr"/>
          <a:lstStyle>
            <a:lvl1pPr marL="0" indent="0" algn="ctr">
              <a:buNone/>
              <a:defRPr sz="900" baseline="0">
                <a:latin typeface="+mn-lt"/>
              </a:defRPr>
            </a:lvl1pPr>
          </a:lstStyle>
          <a:p>
            <a:pPr lvl="0"/>
            <a:endParaRPr lang="en-US" dirty="0"/>
          </a:p>
        </p:txBody>
      </p:sp>
      <p:sp>
        <p:nvSpPr>
          <p:cNvPr id="54" name="Text Placeholder 9"/>
          <p:cNvSpPr>
            <a:spLocks noGrp="1"/>
          </p:cNvSpPr>
          <p:nvPr>
            <p:ph type="body" sz="quarter" idx="76"/>
          </p:nvPr>
        </p:nvSpPr>
        <p:spPr>
          <a:xfrm>
            <a:off x="1317029" y="2791272"/>
            <a:ext cx="931262" cy="323179"/>
          </a:xfrm>
        </p:spPr>
        <p:txBody>
          <a:bodyPr anchor="ctr"/>
          <a:lstStyle>
            <a:lvl1pPr marL="0" indent="0" algn="ctr">
              <a:buNone/>
              <a:defRPr sz="900" baseline="0">
                <a:latin typeface="+mn-lt"/>
              </a:defRPr>
            </a:lvl1pPr>
          </a:lstStyle>
          <a:p>
            <a:pPr lvl="0"/>
            <a:endParaRPr lang="en-US" dirty="0"/>
          </a:p>
        </p:txBody>
      </p:sp>
      <p:sp>
        <p:nvSpPr>
          <p:cNvPr id="55" name="Text Placeholder 9"/>
          <p:cNvSpPr>
            <a:spLocks noGrp="1"/>
          </p:cNvSpPr>
          <p:nvPr>
            <p:ph type="body" sz="quarter" idx="77"/>
          </p:nvPr>
        </p:nvSpPr>
        <p:spPr>
          <a:xfrm>
            <a:off x="6192718" y="2789074"/>
            <a:ext cx="2935098" cy="317680"/>
          </a:xfrm>
        </p:spPr>
        <p:txBody>
          <a:bodyPr anchor="ctr"/>
          <a:lstStyle>
            <a:lvl1pPr marL="0" indent="0" algn="l">
              <a:buNone/>
              <a:defRPr sz="900" baseline="0">
                <a:latin typeface="+mn-lt"/>
              </a:defRPr>
            </a:lvl1pPr>
          </a:lstStyle>
          <a:p>
            <a:pPr lvl="0"/>
            <a:endParaRPr lang="en-US" dirty="0"/>
          </a:p>
        </p:txBody>
      </p:sp>
      <p:sp>
        <p:nvSpPr>
          <p:cNvPr id="56" name="Text Placeholder 9"/>
          <p:cNvSpPr>
            <a:spLocks noGrp="1"/>
          </p:cNvSpPr>
          <p:nvPr>
            <p:ph type="body" sz="quarter" idx="78"/>
          </p:nvPr>
        </p:nvSpPr>
        <p:spPr>
          <a:xfrm>
            <a:off x="2290940" y="2785729"/>
            <a:ext cx="931262" cy="323179"/>
          </a:xfrm>
        </p:spPr>
        <p:txBody>
          <a:bodyPr anchor="ctr"/>
          <a:lstStyle>
            <a:lvl1pPr marL="0" indent="0" algn="ctr">
              <a:buNone/>
              <a:defRPr sz="900" baseline="0">
                <a:latin typeface="+mn-lt"/>
              </a:defRPr>
            </a:lvl1pPr>
          </a:lstStyle>
          <a:p>
            <a:pPr lvl="0"/>
            <a:endParaRPr lang="en-US" dirty="0"/>
          </a:p>
        </p:txBody>
      </p:sp>
      <p:sp>
        <p:nvSpPr>
          <p:cNvPr id="57" name="Text Placeholder 9"/>
          <p:cNvSpPr>
            <a:spLocks noGrp="1"/>
          </p:cNvSpPr>
          <p:nvPr>
            <p:ph type="body" sz="quarter" idx="79"/>
          </p:nvPr>
        </p:nvSpPr>
        <p:spPr>
          <a:xfrm>
            <a:off x="3264851" y="2780761"/>
            <a:ext cx="931262" cy="323179"/>
          </a:xfrm>
        </p:spPr>
        <p:txBody>
          <a:bodyPr anchor="ctr"/>
          <a:lstStyle>
            <a:lvl1pPr marL="0" indent="0" algn="ctr">
              <a:buNone/>
              <a:defRPr sz="900" baseline="0">
                <a:latin typeface="+mn-lt"/>
              </a:defRPr>
            </a:lvl1pPr>
          </a:lstStyle>
          <a:p>
            <a:pPr lvl="0"/>
            <a:endParaRPr lang="en-US" dirty="0"/>
          </a:p>
        </p:txBody>
      </p:sp>
      <p:sp>
        <p:nvSpPr>
          <p:cNvPr id="58" name="Text Placeholder 9"/>
          <p:cNvSpPr>
            <a:spLocks noGrp="1"/>
          </p:cNvSpPr>
          <p:nvPr>
            <p:ph type="body" sz="quarter" idx="80"/>
          </p:nvPr>
        </p:nvSpPr>
        <p:spPr>
          <a:xfrm>
            <a:off x="4230448" y="2785729"/>
            <a:ext cx="973911" cy="323179"/>
          </a:xfrm>
        </p:spPr>
        <p:txBody>
          <a:bodyPr anchor="ctr"/>
          <a:lstStyle>
            <a:lvl1pPr marL="0" indent="0" algn="ctr">
              <a:buNone/>
              <a:defRPr sz="900" baseline="0">
                <a:latin typeface="+mn-lt"/>
              </a:defRPr>
            </a:lvl1pPr>
          </a:lstStyle>
          <a:p>
            <a:pPr lvl="0"/>
            <a:endParaRPr lang="en-US" dirty="0"/>
          </a:p>
        </p:txBody>
      </p:sp>
      <p:sp>
        <p:nvSpPr>
          <p:cNvPr id="59" name="Text Placeholder 9"/>
          <p:cNvSpPr>
            <a:spLocks noGrp="1"/>
          </p:cNvSpPr>
          <p:nvPr>
            <p:ph type="body" sz="quarter" idx="81"/>
          </p:nvPr>
        </p:nvSpPr>
        <p:spPr>
          <a:xfrm>
            <a:off x="5201098" y="2788499"/>
            <a:ext cx="973911" cy="323179"/>
          </a:xfrm>
        </p:spPr>
        <p:txBody>
          <a:bodyPr anchor="ctr"/>
          <a:lstStyle>
            <a:lvl1pPr marL="0" indent="0" algn="ctr">
              <a:buNone/>
              <a:defRPr sz="900" baseline="0">
                <a:latin typeface="+mn-lt"/>
              </a:defRPr>
            </a:lvl1pPr>
          </a:lstStyle>
          <a:p>
            <a:pPr lvl="0"/>
            <a:endParaRPr lang="en-US" dirty="0"/>
          </a:p>
        </p:txBody>
      </p:sp>
      <p:sp>
        <p:nvSpPr>
          <p:cNvPr id="60" name="Text Placeholder 9"/>
          <p:cNvSpPr>
            <a:spLocks noGrp="1"/>
          </p:cNvSpPr>
          <p:nvPr>
            <p:ph type="body" sz="quarter" idx="82"/>
          </p:nvPr>
        </p:nvSpPr>
        <p:spPr>
          <a:xfrm>
            <a:off x="1084" y="3151490"/>
            <a:ext cx="544778" cy="332509"/>
          </a:xfrm>
        </p:spPr>
        <p:txBody>
          <a:bodyPr anchor="ctr"/>
          <a:lstStyle>
            <a:lvl1pPr marL="0" indent="0" algn="ctr">
              <a:buNone/>
              <a:defRPr sz="800" baseline="0">
                <a:latin typeface="+mn-lt"/>
              </a:defRPr>
            </a:lvl1pPr>
          </a:lstStyle>
          <a:p>
            <a:pPr lvl="0"/>
            <a:endParaRPr lang="en-US" dirty="0"/>
          </a:p>
        </p:txBody>
      </p:sp>
      <p:sp>
        <p:nvSpPr>
          <p:cNvPr id="61" name="Text Placeholder 9"/>
          <p:cNvSpPr>
            <a:spLocks noGrp="1"/>
          </p:cNvSpPr>
          <p:nvPr>
            <p:ph type="body" sz="quarter" idx="83"/>
          </p:nvPr>
        </p:nvSpPr>
        <p:spPr>
          <a:xfrm>
            <a:off x="545863" y="3147758"/>
            <a:ext cx="739598" cy="317891"/>
          </a:xfrm>
        </p:spPr>
        <p:txBody>
          <a:bodyPr anchor="ctr"/>
          <a:lstStyle>
            <a:lvl1pPr marL="0" indent="0" algn="ctr">
              <a:buNone/>
              <a:defRPr sz="900" baseline="0">
                <a:latin typeface="+mn-lt"/>
              </a:defRPr>
            </a:lvl1pPr>
          </a:lstStyle>
          <a:p>
            <a:pPr lvl="0"/>
            <a:endParaRPr lang="en-US" dirty="0"/>
          </a:p>
        </p:txBody>
      </p:sp>
      <p:sp>
        <p:nvSpPr>
          <p:cNvPr id="62" name="Text Placeholder 9"/>
          <p:cNvSpPr>
            <a:spLocks noGrp="1"/>
          </p:cNvSpPr>
          <p:nvPr>
            <p:ph type="body" sz="quarter" idx="84"/>
          </p:nvPr>
        </p:nvSpPr>
        <p:spPr>
          <a:xfrm>
            <a:off x="1319795" y="3151490"/>
            <a:ext cx="931262" cy="323179"/>
          </a:xfrm>
        </p:spPr>
        <p:txBody>
          <a:bodyPr anchor="ctr"/>
          <a:lstStyle>
            <a:lvl1pPr marL="0" indent="0" algn="ctr">
              <a:buNone/>
              <a:defRPr sz="900" baseline="0">
                <a:latin typeface="+mn-lt"/>
              </a:defRPr>
            </a:lvl1pPr>
          </a:lstStyle>
          <a:p>
            <a:pPr lvl="0"/>
            <a:endParaRPr lang="en-US" dirty="0"/>
          </a:p>
        </p:txBody>
      </p:sp>
      <p:sp>
        <p:nvSpPr>
          <p:cNvPr id="63" name="Text Placeholder 9"/>
          <p:cNvSpPr>
            <a:spLocks noGrp="1"/>
          </p:cNvSpPr>
          <p:nvPr>
            <p:ph type="body" sz="quarter" idx="85"/>
          </p:nvPr>
        </p:nvSpPr>
        <p:spPr>
          <a:xfrm>
            <a:off x="6195484" y="3149292"/>
            <a:ext cx="2935098" cy="317680"/>
          </a:xfrm>
        </p:spPr>
        <p:txBody>
          <a:bodyPr anchor="ctr"/>
          <a:lstStyle>
            <a:lvl1pPr marL="0" indent="0" algn="l">
              <a:buNone/>
              <a:defRPr sz="900" baseline="0">
                <a:latin typeface="+mn-lt"/>
              </a:defRPr>
            </a:lvl1pPr>
          </a:lstStyle>
          <a:p>
            <a:pPr lvl="0"/>
            <a:endParaRPr lang="en-US" dirty="0"/>
          </a:p>
        </p:txBody>
      </p:sp>
      <p:sp>
        <p:nvSpPr>
          <p:cNvPr id="64" name="Text Placeholder 9"/>
          <p:cNvSpPr>
            <a:spLocks noGrp="1"/>
          </p:cNvSpPr>
          <p:nvPr>
            <p:ph type="body" sz="quarter" idx="86"/>
          </p:nvPr>
        </p:nvSpPr>
        <p:spPr>
          <a:xfrm>
            <a:off x="2293706" y="3145947"/>
            <a:ext cx="931262" cy="323179"/>
          </a:xfrm>
        </p:spPr>
        <p:txBody>
          <a:bodyPr anchor="ctr"/>
          <a:lstStyle>
            <a:lvl1pPr marL="0" indent="0" algn="ctr">
              <a:buNone/>
              <a:defRPr sz="900" baseline="0">
                <a:latin typeface="+mn-lt"/>
              </a:defRPr>
            </a:lvl1pPr>
          </a:lstStyle>
          <a:p>
            <a:pPr lvl="0"/>
            <a:endParaRPr lang="en-US" dirty="0"/>
          </a:p>
        </p:txBody>
      </p:sp>
      <p:sp>
        <p:nvSpPr>
          <p:cNvPr id="65" name="Text Placeholder 9"/>
          <p:cNvSpPr>
            <a:spLocks noGrp="1"/>
          </p:cNvSpPr>
          <p:nvPr>
            <p:ph type="body" sz="quarter" idx="87"/>
          </p:nvPr>
        </p:nvSpPr>
        <p:spPr>
          <a:xfrm>
            <a:off x="3267617" y="3140979"/>
            <a:ext cx="931262" cy="323179"/>
          </a:xfrm>
        </p:spPr>
        <p:txBody>
          <a:bodyPr anchor="ctr"/>
          <a:lstStyle>
            <a:lvl1pPr marL="0" indent="0" algn="ctr">
              <a:buNone/>
              <a:defRPr sz="900" baseline="0">
                <a:latin typeface="+mn-lt"/>
              </a:defRPr>
            </a:lvl1pPr>
          </a:lstStyle>
          <a:p>
            <a:pPr lvl="0"/>
            <a:endParaRPr lang="en-US" dirty="0"/>
          </a:p>
        </p:txBody>
      </p:sp>
      <p:sp>
        <p:nvSpPr>
          <p:cNvPr id="66" name="Text Placeholder 9"/>
          <p:cNvSpPr>
            <a:spLocks noGrp="1"/>
          </p:cNvSpPr>
          <p:nvPr>
            <p:ph type="body" sz="quarter" idx="88"/>
          </p:nvPr>
        </p:nvSpPr>
        <p:spPr>
          <a:xfrm>
            <a:off x="4233214" y="3145947"/>
            <a:ext cx="973911" cy="323179"/>
          </a:xfrm>
        </p:spPr>
        <p:txBody>
          <a:bodyPr anchor="ctr"/>
          <a:lstStyle>
            <a:lvl1pPr marL="0" indent="0" algn="ctr">
              <a:buNone/>
              <a:defRPr sz="900" baseline="0">
                <a:latin typeface="+mn-lt"/>
              </a:defRPr>
            </a:lvl1pPr>
          </a:lstStyle>
          <a:p>
            <a:pPr lvl="0"/>
            <a:endParaRPr lang="en-US" dirty="0"/>
          </a:p>
        </p:txBody>
      </p:sp>
      <p:sp>
        <p:nvSpPr>
          <p:cNvPr id="67" name="Text Placeholder 9"/>
          <p:cNvSpPr>
            <a:spLocks noGrp="1"/>
          </p:cNvSpPr>
          <p:nvPr>
            <p:ph type="body" sz="quarter" idx="89"/>
          </p:nvPr>
        </p:nvSpPr>
        <p:spPr>
          <a:xfrm>
            <a:off x="5203864" y="3148717"/>
            <a:ext cx="973911" cy="323179"/>
          </a:xfrm>
        </p:spPr>
        <p:txBody>
          <a:bodyPr anchor="ctr"/>
          <a:lstStyle>
            <a:lvl1pPr marL="0" indent="0" algn="ctr">
              <a:buNone/>
              <a:defRPr sz="900" baseline="0">
                <a:latin typeface="+mn-lt"/>
              </a:defRPr>
            </a:lvl1pPr>
          </a:lstStyle>
          <a:p>
            <a:pPr lvl="0"/>
            <a:endParaRPr lang="en-US" dirty="0"/>
          </a:p>
        </p:txBody>
      </p:sp>
      <p:sp>
        <p:nvSpPr>
          <p:cNvPr id="68" name="Text Placeholder 9"/>
          <p:cNvSpPr>
            <a:spLocks noGrp="1"/>
          </p:cNvSpPr>
          <p:nvPr>
            <p:ph type="body" sz="quarter" idx="90"/>
          </p:nvPr>
        </p:nvSpPr>
        <p:spPr>
          <a:xfrm>
            <a:off x="1084" y="3492311"/>
            <a:ext cx="544778" cy="332509"/>
          </a:xfrm>
        </p:spPr>
        <p:txBody>
          <a:bodyPr anchor="ctr"/>
          <a:lstStyle>
            <a:lvl1pPr marL="0" indent="0" algn="ctr">
              <a:buNone/>
              <a:defRPr sz="800" baseline="0">
                <a:latin typeface="+mn-lt"/>
              </a:defRPr>
            </a:lvl1pPr>
          </a:lstStyle>
          <a:p>
            <a:pPr lvl="0"/>
            <a:endParaRPr lang="en-US" dirty="0"/>
          </a:p>
        </p:txBody>
      </p:sp>
      <p:sp>
        <p:nvSpPr>
          <p:cNvPr id="69" name="Text Placeholder 9"/>
          <p:cNvSpPr>
            <a:spLocks noGrp="1"/>
          </p:cNvSpPr>
          <p:nvPr>
            <p:ph type="body" sz="quarter" idx="91"/>
          </p:nvPr>
        </p:nvSpPr>
        <p:spPr>
          <a:xfrm>
            <a:off x="545863" y="3488579"/>
            <a:ext cx="739598" cy="317891"/>
          </a:xfrm>
        </p:spPr>
        <p:txBody>
          <a:bodyPr anchor="ctr"/>
          <a:lstStyle>
            <a:lvl1pPr marL="0" indent="0" algn="ctr">
              <a:buNone/>
              <a:defRPr sz="900" baseline="0">
                <a:latin typeface="+mn-lt"/>
              </a:defRPr>
            </a:lvl1pPr>
          </a:lstStyle>
          <a:p>
            <a:pPr lvl="0"/>
            <a:endParaRPr lang="en-US" dirty="0"/>
          </a:p>
        </p:txBody>
      </p:sp>
      <p:sp>
        <p:nvSpPr>
          <p:cNvPr id="70" name="Text Placeholder 9"/>
          <p:cNvSpPr>
            <a:spLocks noGrp="1"/>
          </p:cNvSpPr>
          <p:nvPr>
            <p:ph type="body" sz="quarter" idx="92"/>
          </p:nvPr>
        </p:nvSpPr>
        <p:spPr>
          <a:xfrm>
            <a:off x="1319795" y="3492311"/>
            <a:ext cx="931262" cy="323179"/>
          </a:xfrm>
        </p:spPr>
        <p:txBody>
          <a:bodyPr anchor="ctr"/>
          <a:lstStyle>
            <a:lvl1pPr marL="0" indent="0" algn="ctr">
              <a:buNone/>
              <a:defRPr sz="900" baseline="0">
                <a:latin typeface="+mn-lt"/>
              </a:defRPr>
            </a:lvl1pPr>
          </a:lstStyle>
          <a:p>
            <a:pPr lvl="0"/>
            <a:endParaRPr lang="en-US" dirty="0"/>
          </a:p>
        </p:txBody>
      </p:sp>
      <p:sp>
        <p:nvSpPr>
          <p:cNvPr id="71" name="Text Placeholder 9"/>
          <p:cNvSpPr>
            <a:spLocks noGrp="1"/>
          </p:cNvSpPr>
          <p:nvPr>
            <p:ph type="body" sz="quarter" idx="93"/>
          </p:nvPr>
        </p:nvSpPr>
        <p:spPr>
          <a:xfrm>
            <a:off x="6195484" y="3490113"/>
            <a:ext cx="2935098" cy="317680"/>
          </a:xfrm>
        </p:spPr>
        <p:txBody>
          <a:bodyPr anchor="ctr"/>
          <a:lstStyle>
            <a:lvl1pPr marL="0" indent="0" algn="l">
              <a:buNone/>
              <a:defRPr sz="900" baseline="0">
                <a:latin typeface="+mn-lt"/>
              </a:defRPr>
            </a:lvl1pPr>
          </a:lstStyle>
          <a:p>
            <a:pPr lvl="0"/>
            <a:endParaRPr lang="en-US" dirty="0"/>
          </a:p>
        </p:txBody>
      </p:sp>
      <p:sp>
        <p:nvSpPr>
          <p:cNvPr id="72" name="Text Placeholder 9"/>
          <p:cNvSpPr>
            <a:spLocks noGrp="1"/>
          </p:cNvSpPr>
          <p:nvPr>
            <p:ph type="body" sz="quarter" idx="94"/>
          </p:nvPr>
        </p:nvSpPr>
        <p:spPr>
          <a:xfrm>
            <a:off x="2293706" y="3486768"/>
            <a:ext cx="931262" cy="323179"/>
          </a:xfrm>
        </p:spPr>
        <p:txBody>
          <a:bodyPr anchor="ctr"/>
          <a:lstStyle>
            <a:lvl1pPr marL="0" indent="0" algn="ctr">
              <a:buNone/>
              <a:defRPr sz="900" baseline="0">
                <a:latin typeface="+mn-lt"/>
              </a:defRPr>
            </a:lvl1pPr>
          </a:lstStyle>
          <a:p>
            <a:pPr lvl="0"/>
            <a:endParaRPr lang="en-US" dirty="0"/>
          </a:p>
        </p:txBody>
      </p:sp>
      <p:sp>
        <p:nvSpPr>
          <p:cNvPr id="73" name="Text Placeholder 9"/>
          <p:cNvSpPr>
            <a:spLocks noGrp="1"/>
          </p:cNvSpPr>
          <p:nvPr>
            <p:ph type="body" sz="quarter" idx="95"/>
          </p:nvPr>
        </p:nvSpPr>
        <p:spPr>
          <a:xfrm>
            <a:off x="3267617" y="3481800"/>
            <a:ext cx="931262" cy="323179"/>
          </a:xfrm>
        </p:spPr>
        <p:txBody>
          <a:bodyPr anchor="ctr"/>
          <a:lstStyle>
            <a:lvl1pPr marL="0" indent="0" algn="ctr">
              <a:buNone/>
              <a:defRPr sz="900" baseline="0">
                <a:latin typeface="+mn-lt"/>
              </a:defRPr>
            </a:lvl1pPr>
          </a:lstStyle>
          <a:p>
            <a:pPr lvl="0"/>
            <a:endParaRPr lang="en-US" dirty="0"/>
          </a:p>
        </p:txBody>
      </p:sp>
      <p:sp>
        <p:nvSpPr>
          <p:cNvPr id="74" name="Text Placeholder 9"/>
          <p:cNvSpPr>
            <a:spLocks noGrp="1"/>
          </p:cNvSpPr>
          <p:nvPr>
            <p:ph type="body" sz="quarter" idx="96"/>
          </p:nvPr>
        </p:nvSpPr>
        <p:spPr>
          <a:xfrm>
            <a:off x="4233214" y="3486768"/>
            <a:ext cx="973911" cy="323179"/>
          </a:xfrm>
        </p:spPr>
        <p:txBody>
          <a:bodyPr anchor="ctr"/>
          <a:lstStyle>
            <a:lvl1pPr marL="0" indent="0" algn="ctr">
              <a:buNone/>
              <a:defRPr sz="900" baseline="0">
                <a:latin typeface="+mn-lt"/>
              </a:defRPr>
            </a:lvl1pPr>
          </a:lstStyle>
          <a:p>
            <a:pPr lvl="0"/>
            <a:endParaRPr lang="en-US" dirty="0"/>
          </a:p>
        </p:txBody>
      </p:sp>
      <p:sp>
        <p:nvSpPr>
          <p:cNvPr id="75" name="Text Placeholder 9"/>
          <p:cNvSpPr>
            <a:spLocks noGrp="1"/>
          </p:cNvSpPr>
          <p:nvPr>
            <p:ph type="body" sz="quarter" idx="97"/>
          </p:nvPr>
        </p:nvSpPr>
        <p:spPr>
          <a:xfrm>
            <a:off x="5203864" y="3489538"/>
            <a:ext cx="973911" cy="323179"/>
          </a:xfrm>
        </p:spPr>
        <p:txBody>
          <a:bodyPr anchor="ctr"/>
          <a:lstStyle>
            <a:lvl1pPr marL="0" indent="0" algn="ctr">
              <a:buNone/>
              <a:defRPr sz="900" baseline="0">
                <a:latin typeface="+mn-lt"/>
              </a:defRPr>
            </a:lvl1pPr>
          </a:lstStyle>
          <a:p>
            <a:pPr lvl="0"/>
            <a:endParaRPr lang="en-US" dirty="0"/>
          </a:p>
        </p:txBody>
      </p:sp>
      <p:sp>
        <p:nvSpPr>
          <p:cNvPr id="76" name="Text Placeholder 9"/>
          <p:cNvSpPr>
            <a:spLocks noGrp="1"/>
          </p:cNvSpPr>
          <p:nvPr>
            <p:ph type="body" sz="quarter" idx="98"/>
          </p:nvPr>
        </p:nvSpPr>
        <p:spPr>
          <a:xfrm>
            <a:off x="3850" y="3852529"/>
            <a:ext cx="544778" cy="332509"/>
          </a:xfrm>
        </p:spPr>
        <p:txBody>
          <a:bodyPr anchor="ctr"/>
          <a:lstStyle>
            <a:lvl1pPr marL="0" indent="0" algn="ctr">
              <a:buNone/>
              <a:defRPr sz="800" baseline="0">
                <a:latin typeface="+mn-lt"/>
              </a:defRPr>
            </a:lvl1pPr>
          </a:lstStyle>
          <a:p>
            <a:pPr lvl="0"/>
            <a:endParaRPr lang="en-US" dirty="0"/>
          </a:p>
        </p:txBody>
      </p:sp>
      <p:sp>
        <p:nvSpPr>
          <p:cNvPr id="77" name="Text Placeholder 9"/>
          <p:cNvSpPr>
            <a:spLocks noGrp="1"/>
          </p:cNvSpPr>
          <p:nvPr>
            <p:ph type="body" sz="quarter" idx="99"/>
          </p:nvPr>
        </p:nvSpPr>
        <p:spPr>
          <a:xfrm>
            <a:off x="548629" y="3848797"/>
            <a:ext cx="739598" cy="317891"/>
          </a:xfrm>
        </p:spPr>
        <p:txBody>
          <a:bodyPr anchor="ctr"/>
          <a:lstStyle>
            <a:lvl1pPr marL="0" indent="0" algn="ctr">
              <a:buNone/>
              <a:defRPr sz="900" baseline="0">
                <a:latin typeface="+mn-lt"/>
              </a:defRPr>
            </a:lvl1pPr>
          </a:lstStyle>
          <a:p>
            <a:pPr lvl="0"/>
            <a:endParaRPr lang="en-US" dirty="0"/>
          </a:p>
        </p:txBody>
      </p:sp>
      <p:sp>
        <p:nvSpPr>
          <p:cNvPr id="78" name="Text Placeholder 9"/>
          <p:cNvSpPr>
            <a:spLocks noGrp="1"/>
          </p:cNvSpPr>
          <p:nvPr>
            <p:ph type="body" sz="quarter" idx="100"/>
          </p:nvPr>
        </p:nvSpPr>
        <p:spPr>
          <a:xfrm>
            <a:off x="1322561" y="3852529"/>
            <a:ext cx="931262" cy="323179"/>
          </a:xfrm>
        </p:spPr>
        <p:txBody>
          <a:bodyPr anchor="ctr"/>
          <a:lstStyle>
            <a:lvl1pPr marL="0" indent="0" algn="ctr">
              <a:buNone/>
              <a:defRPr sz="900" baseline="0">
                <a:latin typeface="+mn-lt"/>
              </a:defRPr>
            </a:lvl1pPr>
          </a:lstStyle>
          <a:p>
            <a:pPr lvl="0"/>
            <a:endParaRPr lang="en-US" dirty="0"/>
          </a:p>
        </p:txBody>
      </p:sp>
      <p:sp>
        <p:nvSpPr>
          <p:cNvPr id="79" name="Text Placeholder 9"/>
          <p:cNvSpPr>
            <a:spLocks noGrp="1"/>
          </p:cNvSpPr>
          <p:nvPr>
            <p:ph type="body" sz="quarter" idx="101"/>
          </p:nvPr>
        </p:nvSpPr>
        <p:spPr>
          <a:xfrm>
            <a:off x="6198250" y="3850331"/>
            <a:ext cx="2935098" cy="317680"/>
          </a:xfrm>
        </p:spPr>
        <p:txBody>
          <a:bodyPr anchor="ctr"/>
          <a:lstStyle>
            <a:lvl1pPr marL="0" indent="0" algn="l">
              <a:buNone/>
              <a:defRPr sz="900" baseline="0">
                <a:latin typeface="+mn-lt"/>
              </a:defRPr>
            </a:lvl1pPr>
          </a:lstStyle>
          <a:p>
            <a:pPr lvl="0"/>
            <a:endParaRPr lang="en-US" dirty="0"/>
          </a:p>
        </p:txBody>
      </p:sp>
      <p:sp>
        <p:nvSpPr>
          <p:cNvPr id="80" name="Text Placeholder 9"/>
          <p:cNvSpPr>
            <a:spLocks noGrp="1"/>
          </p:cNvSpPr>
          <p:nvPr>
            <p:ph type="body" sz="quarter" idx="102"/>
          </p:nvPr>
        </p:nvSpPr>
        <p:spPr>
          <a:xfrm>
            <a:off x="2296472" y="3846986"/>
            <a:ext cx="931262" cy="323179"/>
          </a:xfrm>
        </p:spPr>
        <p:txBody>
          <a:bodyPr anchor="ctr"/>
          <a:lstStyle>
            <a:lvl1pPr marL="0" indent="0" algn="ctr">
              <a:buNone/>
              <a:defRPr sz="900" baseline="0">
                <a:latin typeface="+mn-lt"/>
              </a:defRPr>
            </a:lvl1pPr>
          </a:lstStyle>
          <a:p>
            <a:pPr lvl="0"/>
            <a:endParaRPr lang="en-US" dirty="0"/>
          </a:p>
        </p:txBody>
      </p:sp>
      <p:sp>
        <p:nvSpPr>
          <p:cNvPr id="81" name="Text Placeholder 9"/>
          <p:cNvSpPr>
            <a:spLocks noGrp="1"/>
          </p:cNvSpPr>
          <p:nvPr>
            <p:ph type="body" sz="quarter" idx="103"/>
          </p:nvPr>
        </p:nvSpPr>
        <p:spPr>
          <a:xfrm>
            <a:off x="3270383" y="3842018"/>
            <a:ext cx="931262" cy="323179"/>
          </a:xfrm>
        </p:spPr>
        <p:txBody>
          <a:bodyPr anchor="ctr"/>
          <a:lstStyle>
            <a:lvl1pPr marL="0" indent="0" algn="ctr">
              <a:buNone/>
              <a:defRPr sz="900" baseline="0">
                <a:latin typeface="+mn-lt"/>
              </a:defRPr>
            </a:lvl1pPr>
          </a:lstStyle>
          <a:p>
            <a:pPr lvl="0"/>
            <a:endParaRPr lang="en-US" dirty="0"/>
          </a:p>
        </p:txBody>
      </p:sp>
      <p:sp>
        <p:nvSpPr>
          <p:cNvPr id="82" name="Text Placeholder 9"/>
          <p:cNvSpPr>
            <a:spLocks noGrp="1"/>
          </p:cNvSpPr>
          <p:nvPr>
            <p:ph type="body" sz="quarter" idx="104"/>
          </p:nvPr>
        </p:nvSpPr>
        <p:spPr>
          <a:xfrm>
            <a:off x="4235980" y="3846986"/>
            <a:ext cx="973911" cy="323179"/>
          </a:xfrm>
        </p:spPr>
        <p:txBody>
          <a:bodyPr anchor="ctr"/>
          <a:lstStyle>
            <a:lvl1pPr marL="0" indent="0" algn="ctr">
              <a:buNone/>
              <a:defRPr sz="900" baseline="0">
                <a:latin typeface="+mn-lt"/>
              </a:defRPr>
            </a:lvl1pPr>
          </a:lstStyle>
          <a:p>
            <a:pPr lvl="0"/>
            <a:endParaRPr lang="en-US" dirty="0"/>
          </a:p>
        </p:txBody>
      </p:sp>
      <p:sp>
        <p:nvSpPr>
          <p:cNvPr id="83" name="Text Placeholder 9"/>
          <p:cNvSpPr>
            <a:spLocks noGrp="1"/>
          </p:cNvSpPr>
          <p:nvPr>
            <p:ph type="body" sz="quarter" idx="105"/>
          </p:nvPr>
        </p:nvSpPr>
        <p:spPr>
          <a:xfrm>
            <a:off x="5206630" y="3849756"/>
            <a:ext cx="973911" cy="323179"/>
          </a:xfrm>
        </p:spPr>
        <p:txBody>
          <a:bodyPr anchor="ctr"/>
          <a:lstStyle>
            <a:lvl1pPr marL="0" indent="0" algn="ctr">
              <a:buNone/>
              <a:defRPr sz="900" baseline="0">
                <a:latin typeface="+mn-lt"/>
              </a:defRPr>
            </a:lvl1pPr>
          </a:lstStyle>
          <a:p>
            <a:pPr lvl="0"/>
            <a:endParaRPr lang="en-US" dirty="0"/>
          </a:p>
        </p:txBody>
      </p:sp>
      <p:sp>
        <p:nvSpPr>
          <p:cNvPr id="84" name="Text Placeholder 9"/>
          <p:cNvSpPr>
            <a:spLocks noGrp="1"/>
          </p:cNvSpPr>
          <p:nvPr>
            <p:ph type="body" sz="quarter" idx="106"/>
          </p:nvPr>
        </p:nvSpPr>
        <p:spPr>
          <a:xfrm>
            <a:off x="17771" y="4204431"/>
            <a:ext cx="544778" cy="332509"/>
          </a:xfrm>
        </p:spPr>
        <p:txBody>
          <a:bodyPr anchor="ctr"/>
          <a:lstStyle>
            <a:lvl1pPr marL="0" indent="0" algn="ctr">
              <a:buNone/>
              <a:defRPr sz="800" baseline="0">
                <a:latin typeface="+mn-lt"/>
              </a:defRPr>
            </a:lvl1pPr>
          </a:lstStyle>
          <a:p>
            <a:pPr lvl="0"/>
            <a:endParaRPr lang="en-US" dirty="0"/>
          </a:p>
        </p:txBody>
      </p:sp>
      <p:sp>
        <p:nvSpPr>
          <p:cNvPr id="85" name="Text Placeholder 9"/>
          <p:cNvSpPr>
            <a:spLocks noGrp="1"/>
          </p:cNvSpPr>
          <p:nvPr>
            <p:ph type="body" sz="quarter" idx="107"/>
          </p:nvPr>
        </p:nvSpPr>
        <p:spPr>
          <a:xfrm>
            <a:off x="543094" y="4200699"/>
            <a:ext cx="739598" cy="317891"/>
          </a:xfrm>
        </p:spPr>
        <p:txBody>
          <a:bodyPr anchor="ctr"/>
          <a:lstStyle>
            <a:lvl1pPr marL="0" indent="0" algn="ctr">
              <a:buNone/>
              <a:defRPr sz="900" baseline="0">
                <a:latin typeface="+mn-lt"/>
              </a:defRPr>
            </a:lvl1pPr>
          </a:lstStyle>
          <a:p>
            <a:pPr lvl="0"/>
            <a:endParaRPr lang="en-US" dirty="0"/>
          </a:p>
        </p:txBody>
      </p:sp>
      <p:sp>
        <p:nvSpPr>
          <p:cNvPr id="86" name="Text Placeholder 9"/>
          <p:cNvSpPr>
            <a:spLocks noGrp="1"/>
          </p:cNvSpPr>
          <p:nvPr>
            <p:ph type="body" sz="quarter" idx="108"/>
          </p:nvPr>
        </p:nvSpPr>
        <p:spPr>
          <a:xfrm>
            <a:off x="1317026" y="4204431"/>
            <a:ext cx="931262" cy="323179"/>
          </a:xfrm>
        </p:spPr>
        <p:txBody>
          <a:bodyPr anchor="ctr"/>
          <a:lstStyle>
            <a:lvl1pPr marL="0" indent="0" algn="ctr">
              <a:buNone/>
              <a:defRPr sz="900" baseline="0">
                <a:latin typeface="+mn-lt"/>
              </a:defRPr>
            </a:lvl1pPr>
          </a:lstStyle>
          <a:p>
            <a:pPr lvl="0"/>
            <a:endParaRPr lang="en-US" dirty="0"/>
          </a:p>
        </p:txBody>
      </p:sp>
      <p:sp>
        <p:nvSpPr>
          <p:cNvPr id="87" name="Text Placeholder 9"/>
          <p:cNvSpPr>
            <a:spLocks noGrp="1"/>
          </p:cNvSpPr>
          <p:nvPr>
            <p:ph type="body" sz="quarter" idx="109"/>
          </p:nvPr>
        </p:nvSpPr>
        <p:spPr>
          <a:xfrm>
            <a:off x="6192715" y="4202233"/>
            <a:ext cx="2935098" cy="317680"/>
          </a:xfrm>
        </p:spPr>
        <p:txBody>
          <a:bodyPr anchor="ctr"/>
          <a:lstStyle>
            <a:lvl1pPr marL="0" indent="0" algn="l">
              <a:buNone/>
              <a:defRPr sz="900" baseline="0">
                <a:latin typeface="+mn-lt"/>
              </a:defRPr>
            </a:lvl1pPr>
          </a:lstStyle>
          <a:p>
            <a:pPr lvl="0"/>
            <a:endParaRPr lang="en-US" dirty="0"/>
          </a:p>
        </p:txBody>
      </p:sp>
      <p:sp>
        <p:nvSpPr>
          <p:cNvPr id="88" name="Text Placeholder 9"/>
          <p:cNvSpPr>
            <a:spLocks noGrp="1"/>
          </p:cNvSpPr>
          <p:nvPr>
            <p:ph type="body" sz="quarter" idx="110"/>
          </p:nvPr>
        </p:nvSpPr>
        <p:spPr>
          <a:xfrm>
            <a:off x="2290937" y="4198888"/>
            <a:ext cx="931262" cy="323179"/>
          </a:xfrm>
        </p:spPr>
        <p:txBody>
          <a:bodyPr anchor="ctr"/>
          <a:lstStyle>
            <a:lvl1pPr marL="0" indent="0" algn="ctr">
              <a:buNone/>
              <a:defRPr sz="900" baseline="0">
                <a:latin typeface="+mn-lt"/>
              </a:defRPr>
            </a:lvl1pPr>
          </a:lstStyle>
          <a:p>
            <a:pPr lvl="0"/>
            <a:endParaRPr lang="en-US" dirty="0"/>
          </a:p>
        </p:txBody>
      </p:sp>
      <p:sp>
        <p:nvSpPr>
          <p:cNvPr id="89" name="Text Placeholder 9"/>
          <p:cNvSpPr>
            <a:spLocks noGrp="1"/>
          </p:cNvSpPr>
          <p:nvPr>
            <p:ph type="body" sz="quarter" idx="111"/>
          </p:nvPr>
        </p:nvSpPr>
        <p:spPr>
          <a:xfrm>
            <a:off x="3264848" y="4193920"/>
            <a:ext cx="931262" cy="323179"/>
          </a:xfrm>
        </p:spPr>
        <p:txBody>
          <a:bodyPr anchor="ctr"/>
          <a:lstStyle>
            <a:lvl1pPr marL="0" indent="0" algn="ctr">
              <a:buNone/>
              <a:defRPr sz="900" baseline="0">
                <a:latin typeface="+mn-lt"/>
              </a:defRPr>
            </a:lvl1pPr>
          </a:lstStyle>
          <a:p>
            <a:pPr lvl="0"/>
            <a:endParaRPr lang="en-US" dirty="0"/>
          </a:p>
        </p:txBody>
      </p:sp>
      <p:sp>
        <p:nvSpPr>
          <p:cNvPr id="90" name="Text Placeholder 9"/>
          <p:cNvSpPr>
            <a:spLocks noGrp="1"/>
          </p:cNvSpPr>
          <p:nvPr>
            <p:ph type="body" sz="quarter" idx="112"/>
          </p:nvPr>
        </p:nvSpPr>
        <p:spPr>
          <a:xfrm>
            <a:off x="4230445" y="4198888"/>
            <a:ext cx="973911" cy="323179"/>
          </a:xfrm>
        </p:spPr>
        <p:txBody>
          <a:bodyPr anchor="ctr"/>
          <a:lstStyle>
            <a:lvl1pPr marL="0" indent="0" algn="ctr">
              <a:buNone/>
              <a:defRPr sz="900" baseline="0">
                <a:latin typeface="+mn-lt"/>
              </a:defRPr>
            </a:lvl1pPr>
          </a:lstStyle>
          <a:p>
            <a:pPr lvl="0"/>
            <a:endParaRPr lang="en-US" dirty="0"/>
          </a:p>
        </p:txBody>
      </p:sp>
      <p:sp>
        <p:nvSpPr>
          <p:cNvPr id="91" name="Text Placeholder 9"/>
          <p:cNvSpPr>
            <a:spLocks noGrp="1"/>
          </p:cNvSpPr>
          <p:nvPr>
            <p:ph type="body" sz="quarter" idx="113"/>
          </p:nvPr>
        </p:nvSpPr>
        <p:spPr>
          <a:xfrm>
            <a:off x="5201095" y="4201658"/>
            <a:ext cx="973911" cy="323179"/>
          </a:xfrm>
        </p:spPr>
        <p:txBody>
          <a:bodyPr anchor="ctr"/>
          <a:lstStyle>
            <a:lvl1pPr marL="0" indent="0" algn="ctr">
              <a:buNone/>
              <a:defRPr sz="900" baseline="0">
                <a:latin typeface="+mn-lt"/>
              </a:defRPr>
            </a:lvl1pPr>
          </a:lstStyle>
          <a:p>
            <a:pPr lvl="0"/>
            <a:endParaRPr lang="en-US" dirty="0"/>
          </a:p>
        </p:txBody>
      </p:sp>
      <p:sp>
        <p:nvSpPr>
          <p:cNvPr id="92" name="Text Placeholder 9"/>
          <p:cNvSpPr>
            <a:spLocks noGrp="1"/>
          </p:cNvSpPr>
          <p:nvPr>
            <p:ph type="body" sz="quarter" idx="114"/>
          </p:nvPr>
        </p:nvSpPr>
        <p:spPr>
          <a:xfrm>
            <a:off x="1081" y="4564649"/>
            <a:ext cx="544778" cy="332509"/>
          </a:xfrm>
        </p:spPr>
        <p:txBody>
          <a:bodyPr anchor="ctr"/>
          <a:lstStyle>
            <a:lvl1pPr marL="0" indent="0" algn="ctr">
              <a:buNone/>
              <a:defRPr sz="800" baseline="0">
                <a:latin typeface="+mn-lt"/>
              </a:defRPr>
            </a:lvl1pPr>
          </a:lstStyle>
          <a:p>
            <a:pPr lvl="0"/>
            <a:endParaRPr lang="en-US" dirty="0"/>
          </a:p>
        </p:txBody>
      </p:sp>
      <p:sp>
        <p:nvSpPr>
          <p:cNvPr id="93" name="Text Placeholder 9"/>
          <p:cNvSpPr>
            <a:spLocks noGrp="1"/>
          </p:cNvSpPr>
          <p:nvPr>
            <p:ph type="body" sz="quarter" idx="115"/>
          </p:nvPr>
        </p:nvSpPr>
        <p:spPr>
          <a:xfrm>
            <a:off x="545860" y="4560917"/>
            <a:ext cx="739598" cy="317891"/>
          </a:xfrm>
        </p:spPr>
        <p:txBody>
          <a:bodyPr anchor="ctr"/>
          <a:lstStyle>
            <a:lvl1pPr marL="0" indent="0" algn="ctr">
              <a:buNone/>
              <a:defRPr sz="900" baseline="0">
                <a:latin typeface="+mn-lt"/>
              </a:defRPr>
            </a:lvl1pPr>
          </a:lstStyle>
          <a:p>
            <a:pPr lvl="0"/>
            <a:endParaRPr lang="en-US" dirty="0"/>
          </a:p>
        </p:txBody>
      </p:sp>
      <p:sp>
        <p:nvSpPr>
          <p:cNvPr id="94" name="Text Placeholder 9"/>
          <p:cNvSpPr>
            <a:spLocks noGrp="1"/>
          </p:cNvSpPr>
          <p:nvPr>
            <p:ph type="body" sz="quarter" idx="116"/>
          </p:nvPr>
        </p:nvSpPr>
        <p:spPr>
          <a:xfrm>
            <a:off x="1319792" y="4564649"/>
            <a:ext cx="931262" cy="323179"/>
          </a:xfrm>
        </p:spPr>
        <p:txBody>
          <a:bodyPr anchor="ctr"/>
          <a:lstStyle>
            <a:lvl1pPr marL="0" indent="0" algn="ctr">
              <a:buNone/>
              <a:defRPr sz="900" baseline="0">
                <a:latin typeface="+mn-lt"/>
              </a:defRPr>
            </a:lvl1pPr>
          </a:lstStyle>
          <a:p>
            <a:pPr lvl="0"/>
            <a:endParaRPr lang="en-US" dirty="0"/>
          </a:p>
        </p:txBody>
      </p:sp>
      <p:sp>
        <p:nvSpPr>
          <p:cNvPr id="95" name="Text Placeholder 9"/>
          <p:cNvSpPr>
            <a:spLocks noGrp="1"/>
          </p:cNvSpPr>
          <p:nvPr>
            <p:ph type="body" sz="quarter" idx="117"/>
          </p:nvPr>
        </p:nvSpPr>
        <p:spPr>
          <a:xfrm>
            <a:off x="6195481" y="4562451"/>
            <a:ext cx="2935098" cy="317680"/>
          </a:xfrm>
        </p:spPr>
        <p:txBody>
          <a:bodyPr anchor="ctr"/>
          <a:lstStyle>
            <a:lvl1pPr marL="0" indent="0" algn="l">
              <a:buNone/>
              <a:defRPr sz="900" baseline="0">
                <a:latin typeface="+mn-lt"/>
              </a:defRPr>
            </a:lvl1pPr>
          </a:lstStyle>
          <a:p>
            <a:pPr lvl="0"/>
            <a:endParaRPr lang="en-US" dirty="0"/>
          </a:p>
        </p:txBody>
      </p:sp>
      <p:sp>
        <p:nvSpPr>
          <p:cNvPr id="96" name="Text Placeholder 9"/>
          <p:cNvSpPr>
            <a:spLocks noGrp="1"/>
          </p:cNvSpPr>
          <p:nvPr>
            <p:ph type="body" sz="quarter" idx="118"/>
          </p:nvPr>
        </p:nvSpPr>
        <p:spPr>
          <a:xfrm>
            <a:off x="2293703" y="4559106"/>
            <a:ext cx="931262" cy="323179"/>
          </a:xfrm>
        </p:spPr>
        <p:txBody>
          <a:bodyPr anchor="ctr"/>
          <a:lstStyle>
            <a:lvl1pPr marL="0" indent="0" algn="ctr">
              <a:buNone/>
              <a:defRPr sz="900" baseline="0">
                <a:latin typeface="+mn-lt"/>
              </a:defRPr>
            </a:lvl1pPr>
          </a:lstStyle>
          <a:p>
            <a:pPr lvl="0"/>
            <a:endParaRPr lang="en-US" dirty="0"/>
          </a:p>
        </p:txBody>
      </p:sp>
      <p:sp>
        <p:nvSpPr>
          <p:cNvPr id="97" name="Text Placeholder 9"/>
          <p:cNvSpPr>
            <a:spLocks noGrp="1"/>
          </p:cNvSpPr>
          <p:nvPr>
            <p:ph type="body" sz="quarter" idx="119"/>
          </p:nvPr>
        </p:nvSpPr>
        <p:spPr>
          <a:xfrm>
            <a:off x="3267614" y="4554138"/>
            <a:ext cx="931262" cy="323179"/>
          </a:xfrm>
        </p:spPr>
        <p:txBody>
          <a:bodyPr anchor="ctr"/>
          <a:lstStyle>
            <a:lvl1pPr marL="0" indent="0" algn="ctr">
              <a:buNone/>
              <a:defRPr sz="900" baseline="0">
                <a:latin typeface="+mn-lt"/>
              </a:defRPr>
            </a:lvl1pPr>
          </a:lstStyle>
          <a:p>
            <a:pPr lvl="0"/>
            <a:endParaRPr lang="en-US" dirty="0"/>
          </a:p>
        </p:txBody>
      </p:sp>
      <p:sp>
        <p:nvSpPr>
          <p:cNvPr id="98" name="Text Placeholder 9"/>
          <p:cNvSpPr>
            <a:spLocks noGrp="1"/>
          </p:cNvSpPr>
          <p:nvPr>
            <p:ph type="body" sz="quarter" idx="120"/>
          </p:nvPr>
        </p:nvSpPr>
        <p:spPr>
          <a:xfrm>
            <a:off x="4233211" y="4559106"/>
            <a:ext cx="973911" cy="323179"/>
          </a:xfrm>
        </p:spPr>
        <p:txBody>
          <a:bodyPr anchor="ctr"/>
          <a:lstStyle>
            <a:lvl1pPr marL="0" indent="0" algn="ctr">
              <a:buNone/>
              <a:defRPr sz="900" baseline="0">
                <a:latin typeface="+mn-lt"/>
              </a:defRPr>
            </a:lvl1pPr>
          </a:lstStyle>
          <a:p>
            <a:pPr lvl="0"/>
            <a:endParaRPr lang="en-US" dirty="0"/>
          </a:p>
        </p:txBody>
      </p:sp>
      <p:sp>
        <p:nvSpPr>
          <p:cNvPr id="99" name="Text Placeholder 9"/>
          <p:cNvSpPr>
            <a:spLocks noGrp="1"/>
          </p:cNvSpPr>
          <p:nvPr>
            <p:ph type="body" sz="quarter" idx="121"/>
          </p:nvPr>
        </p:nvSpPr>
        <p:spPr>
          <a:xfrm>
            <a:off x="5203861" y="4561876"/>
            <a:ext cx="973911" cy="323179"/>
          </a:xfrm>
        </p:spPr>
        <p:txBody>
          <a:bodyPr anchor="ctr"/>
          <a:lstStyle>
            <a:lvl1pPr marL="0" indent="0" algn="ctr">
              <a:buNone/>
              <a:defRPr sz="900" baseline="0">
                <a:latin typeface="+mn-lt"/>
              </a:defRPr>
            </a:lvl1pPr>
          </a:lstStyle>
          <a:p>
            <a:pPr lvl="0"/>
            <a:endParaRPr lang="en-US" dirty="0"/>
          </a:p>
        </p:txBody>
      </p:sp>
      <p:sp>
        <p:nvSpPr>
          <p:cNvPr id="100" name="Text Placeholder 9"/>
          <p:cNvSpPr>
            <a:spLocks noGrp="1"/>
          </p:cNvSpPr>
          <p:nvPr>
            <p:ph type="body" sz="quarter" idx="122"/>
          </p:nvPr>
        </p:nvSpPr>
        <p:spPr>
          <a:xfrm>
            <a:off x="1081" y="4905470"/>
            <a:ext cx="544778" cy="332509"/>
          </a:xfrm>
        </p:spPr>
        <p:txBody>
          <a:bodyPr anchor="ctr"/>
          <a:lstStyle>
            <a:lvl1pPr marL="0" indent="0" algn="ctr">
              <a:buNone/>
              <a:defRPr sz="800" baseline="0">
                <a:latin typeface="+mn-lt"/>
              </a:defRPr>
            </a:lvl1pPr>
          </a:lstStyle>
          <a:p>
            <a:pPr lvl="0"/>
            <a:endParaRPr lang="en-US" dirty="0"/>
          </a:p>
        </p:txBody>
      </p:sp>
      <p:sp>
        <p:nvSpPr>
          <p:cNvPr id="101" name="Text Placeholder 9"/>
          <p:cNvSpPr>
            <a:spLocks noGrp="1"/>
          </p:cNvSpPr>
          <p:nvPr>
            <p:ph type="body" sz="quarter" idx="123"/>
          </p:nvPr>
        </p:nvSpPr>
        <p:spPr>
          <a:xfrm>
            <a:off x="545860" y="4901738"/>
            <a:ext cx="739598" cy="317891"/>
          </a:xfrm>
        </p:spPr>
        <p:txBody>
          <a:bodyPr anchor="ctr"/>
          <a:lstStyle>
            <a:lvl1pPr marL="0" indent="0" algn="ctr">
              <a:buNone/>
              <a:defRPr sz="900" baseline="0">
                <a:latin typeface="+mn-lt"/>
              </a:defRPr>
            </a:lvl1pPr>
          </a:lstStyle>
          <a:p>
            <a:pPr lvl="0"/>
            <a:endParaRPr lang="en-US" dirty="0"/>
          </a:p>
        </p:txBody>
      </p:sp>
      <p:sp>
        <p:nvSpPr>
          <p:cNvPr id="102" name="Text Placeholder 9"/>
          <p:cNvSpPr>
            <a:spLocks noGrp="1"/>
          </p:cNvSpPr>
          <p:nvPr>
            <p:ph type="body" sz="quarter" idx="124"/>
          </p:nvPr>
        </p:nvSpPr>
        <p:spPr>
          <a:xfrm>
            <a:off x="1319792" y="4905470"/>
            <a:ext cx="931262" cy="323179"/>
          </a:xfrm>
        </p:spPr>
        <p:txBody>
          <a:bodyPr anchor="ctr"/>
          <a:lstStyle>
            <a:lvl1pPr marL="0" indent="0" algn="ctr">
              <a:buNone/>
              <a:defRPr sz="900" baseline="0">
                <a:latin typeface="+mn-lt"/>
              </a:defRPr>
            </a:lvl1pPr>
          </a:lstStyle>
          <a:p>
            <a:pPr lvl="0"/>
            <a:endParaRPr lang="en-US" dirty="0"/>
          </a:p>
        </p:txBody>
      </p:sp>
      <p:sp>
        <p:nvSpPr>
          <p:cNvPr id="103" name="Text Placeholder 9"/>
          <p:cNvSpPr>
            <a:spLocks noGrp="1"/>
          </p:cNvSpPr>
          <p:nvPr>
            <p:ph type="body" sz="quarter" idx="125"/>
          </p:nvPr>
        </p:nvSpPr>
        <p:spPr>
          <a:xfrm>
            <a:off x="6195481" y="4903272"/>
            <a:ext cx="2935098" cy="317680"/>
          </a:xfrm>
        </p:spPr>
        <p:txBody>
          <a:bodyPr anchor="ctr"/>
          <a:lstStyle>
            <a:lvl1pPr marL="0" indent="0" algn="l">
              <a:buNone/>
              <a:defRPr sz="900" baseline="0">
                <a:latin typeface="+mn-lt"/>
              </a:defRPr>
            </a:lvl1pPr>
          </a:lstStyle>
          <a:p>
            <a:pPr lvl="0"/>
            <a:endParaRPr lang="en-US" dirty="0"/>
          </a:p>
        </p:txBody>
      </p:sp>
      <p:sp>
        <p:nvSpPr>
          <p:cNvPr id="104" name="Text Placeholder 9"/>
          <p:cNvSpPr>
            <a:spLocks noGrp="1"/>
          </p:cNvSpPr>
          <p:nvPr>
            <p:ph type="body" sz="quarter" idx="126"/>
          </p:nvPr>
        </p:nvSpPr>
        <p:spPr>
          <a:xfrm>
            <a:off x="2293703" y="4899927"/>
            <a:ext cx="931262" cy="323179"/>
          </a:xfrm>
        </p:spPr>
        <p:txBody>
          <a:bodyPr anchor="ctr"/>
          <a:lstStyle>
            <a:lvl1pPr marL="0" indent="0" algn="ctr">
              <a:buNone/>
              <a:defRPr sz="900" baseline="0">
                <a:latin typeface="+mn-lt"/>
              </a:defRPr>
            </a:lvl1pPr>
          </a:lstStyle>
          <a:p>
            <a:pPr lvl="0"/>
            <a:endParaRPr lang="en-US" dirty="0"/>
          </a:p>
        </p:txBody>
      </p:sp>
      <p:sp>
        <p:nvSpPr>
          <p:cNvPr id="105" name="Text Placeholder 9"/>
          <p:cNvSpPr>
            <a:spLocks noGrp="1"/>
          </p:cNvSpPr>
          <p:nvPr>
            <p:ph type="body" sz="quarter" idx="127"/>
          </p:nvPr>
        </p:nvSpPr>
        <p:spPr>
          <a:xfrm>
            <a:off x="3267614" y="4894959"/>
            <a:ext cx="931262" cy="323179"/>
          </a:xfrm>
        </p:spPr>
        <p:txBody>
          <a:bodyPr anchor="ctr"/>
          <a:lstStyle>
            <a:lvl1pPr marL="0" indent="0" algn="ctr">
              <a:buNone/>
              <a:defRPr sz="900" baseline="0">
                <a:latin typeface="+mn-lt"/>
              </a:defRPr>
            </a:lvl1pPr>
          </a:lstStyle>
          <a:p>
            <a:pPr lvl="0"/>
            <a:endParaRPr lang="en-US" dirty="0"/>
          </a:p>
        </p:txBody>
      </p:sp>
      <p:sp>
        <p:nvSpPr>
          <p:cNvPr id="106" name="Text Placeholder 9"/>
          <p:cNvSpPr>
            <a:spLocks noGrp="1"/>
          </p:cNvSpPr>
          <p:nvPr>
            <p:ph type="body" sz="quarter" idx="128"/>
          </p:nvPr>
        </p:nvSpPr>
        <p:spPr>
          <a:xfrm>
            <a:off x="4233211" y="4899927"/>
            <a:ext cx="973911" cy="323179"/>
          </a:xfrm>
        </p:spPr>
        <p:txBody>
          <a:bodyPr anchor="ctr"/>
          <a:lstStyle>
            <a:lvl1pPr marL="0" indent="0" algn="ctr">
              <a:buNone/>
              <a:defRPr sz="900" baseline="0">
                <a:latin typeface="+mn-lt"/>
              </a:defRPr>
            </a:lvl1pPr>
          </a:lstStyle>
          <a:p>
            <a:pPr lvl="0"/>
            <a:endParaRPr lang="en-US" dirty="0"/>
          </a:p>
        </p:txBody>
      </p:sp>
      <p:sp>
        <p:nvSpPr>
          <p:cNvPr id="107" name="Text Placeholder 9"/>
          <p:cNvSpPr>
            <a:spLocks noGrp="1"/>
          </p:cNvSpPr>
          <p:nvPr>
            <p:ph type="body" sz="quarter" idx="129"/>
          </p:nvPr>
        </p:nvSpPr>
        <p:spPr>
          <a:xfrm>
            <a:off x="5203861" y="4902697"/>
            <a:ext cx="973911" cy="323179"/>
          </a:xfrm>
        </p:spPr>
        <p:txBody>
          <a:bodyPr anchor="ctr"/>
          <a:lstStyle>
            <a:lvl1pPr marL="0" indent="0" algn="ctr">
              <a:buNone/>
              <a:defRPr sz="900" baseline="0">
                <a:latin typeface="+mn-lt"/>
              </a:defRPr>
            </a:lvl1pPr>
          </a:lstStyle>
          <a:p>
            <a:pPr lvl="0"/>
            <a:endParaRPr lang="en-US" dirty="0"/>
          </a:p>
        </p:txBody>
      </p:sp>
      <p:sp>
        <p:nvSpPr>
          <p:cNvPr id="108" name="Text Placeholder 9"/>
          <p:cNvSpPr>
            <a:spLocks noGrp="1"/>
          </p:cNvSpPr>
          <p:nvPr>
            <p:ph type="body" sz="quarter" idx="130"/>
          </p:nvPr>
        </p:nvSpPr>
        <p:spPr>
          <a:xfrm>
            <a:off x="3847" y="5265688"/>
            <a:ext cx="544778" cy="332509"/>
          </a:xfrm>
        </p:spPr>
        <p:txBody>
          <a:bodyPr anchor="ctr"/>
          <a:lstStyle>
            <a:lvl1pPr marL="0" indent="0" algn="ctr">
              <a:buNone/>
              <a:defRPr sz="800" baseline="0">
                <a:latin typeface="+mn-lt"/>
              </a:defRPr>
            </a:lvl1pPr>
          </a:lstStyle>
          <a:p>
            <a:pPr lvl="0"/>
            <a:endParaRPr lang="en-US" dirty="0"/>
          </a:p>
        </p:txBody>
      </p:sp>
      <p:sp>
        <p:nvSpPr>
          <p:cNvPr id="109" name="Text Placeholder 9"/>
          <p:cNvSpPr>
            <a:spLocks noGrp="1"/>
          </p:cNvSpPr>
          <p:nvPr>
            <p:ph type="body" sz="quarter" idx="131"/>
          </p:nvPr>
        </p:nvSpPr>
        <p:spPr>
          <a:xfrm>
            <a:off x="548626" y="5261956"/>
            <a:ext cx="739598" cy="317891"/>
          </a:xfrm>
        </p:spPr>
        <p:txBody>
          <a:bodyPr anchor="ctr"/>
          <a:lstStyle>
            <a:lvl1pPr marL="0" indent="0" algn="ctr">
              <a:buNone/>
              <a:defRPr sz="900" baseline="0">
                <a:latin typeface="+mn-lt"/>
              </a:defRPr>
            </a:lvl1pPr>
          </a:lstStyle>
          <a:p>
            <a:pPr lvl="0"/>
            <a:endParaRPr lang="en-US" dirty="0"/>
          </a:p>
        </p:txBody>
      </p:sp>
      <p:sp>
        <p:nvSpPr>
          <p:cNvPr id="110" name="Text Placeholder 9"/>
          <p:cNvSpPr>
            <a:spLocks noGrp="1"/>
          </p:cNvSpPr>
          <p:nvPr>
            <p:ph type="body" sz="quarter" idx="132"/>
          </p:nvPr>
        </p:nvSpPr>
        <p:spPr>
          <a:xfrm>
            <a:off x="1322558" y="5265688"/>
            <a:ext cx="931262" cy="323179"/>
          </a:xfrm>
        </p:spPr>
        <p:txBody>
          <a:bodyPr anchor="ctr"/>
          <a:lstStyle>
            <a:lvl1pPr marL="0" indent="0" algn="ctr">
              <a:buNone/>
              <a:defRPr sz="900" baseline="0">
                <a:latin typeface="+mn-lt"/>
              </a:defRPr>
            </a:lvl1pPr>
          </a:lstStyle>
          <a:p>
            <a:pPr lvl="0"/>
            <a:endParaRPr lang="en-US" dirty="0"/>
          </a:p>
        </p:txBody>
      </p:sp>
      <p:sp>
        <p:nvSpPr>
          <p:cNvPr id="111" name="Text Placeholder 9"/>
          <p:cNvSpPr>
            <a:spLocks noGrp="1"/>
          </p:cNvSpPr>
          <p:nvPr>
            <p:ph type="body" sz="quarter" idx="133"/>
          </p:nvPr>
        </p:nvSpPr>
        <p:spPr>
          <a:xfrm>
            <a:off x="6198247" y="5263490"/>
            <a:ext cx="2935098" cy="317680"/>
          </a:xfrm>
        </p:spPr>
        <p:txBody>
          <a:bodyPr anchor="ctr"/>
          <a:lstStyle>
            <a:lvl1pPr marL="0" indent="0" algn="l">
              <a:buNone/>
              <a:defRPr sz="900" baseline="0">
                <a:latin typeface="+mn-lt"/>
              </a:defRPr>
            </a:lvl1pPr>
          </a:lstStyle>
          <a:p>
            <a:pPr lvl="0"/>
            <a:endParaRPr lang="en-US" dirty="0"/>
          </a:p>
        </p:txBody>
      </p:sp>
      <p:sp>
        <p:nvSpPr>
          <p:cNvPr id="112" name="Text Placeholder 9"/>
          <p:cNvSpPr>
            <a:spLocks noGrp="1"/>
          </p:cNvSpPr>
          <p:nvPr>
            <p:ph type="body" sz="quarter" idx="134"/>
          </p:nvPr>
        </p:nvSpPr>
        <p:spPr>
          <a:xfrm>
            <a:off x="2296469" y="5260145"/>
            <a:ext cx="931262" cy="323179"/>
          </a:xfrm>
        </p:spPr>
        <p:txBody>
          <a:bodyPr anchor="ctr"/>
          <a:lstStyle>
            <a:lvl1pPr marL="0" indent="0" algn="ctr">
              <a:buNone/>
              <a:defRPr sz="900" baseline="0">
                <a:latin typeface="+mn-lt"/>
              </a:defRPr>
            </a:lvl1pPr>
          </a:lstStyle>
          <a:p>
            <a:pPr lvl="0"/>
            <a:endParaRPr lang="en-US" dirty="0"/>
          </a:p>
        </p:txBody>
      </p:sp>
      <p:sp>
        <p:nvSpPr>
          <p:cNvPr id="113" name="Text Placeholder 9"/>
          <p:cNvSpPr>
            <a:spLocks noGrp="1"/>
          </p:cNvSpPr>
          <p:nvPr>
            <p:ph type="body" sz="quarter" idx="135"/>
          </p:nvPr>
        </p:nvSpPr>
        <p:spPr>
          <a:xfrm>
            <a:off x="3270380" y="5255177"/>
            <a:ext cx="931262" cy="323179"/>
          </a:xfrm>
        </p:spPr>
        <p:txBody>
          <a:bodyPr anchor="ctr"/>
          <a:lstStyle>
            <a:lvl1pPr marL="0" indent="0" algn="ctr">
              <a:buNone/>
              <a:defRPr sz="900" baseline="0">
                <a:latin typeface="+mn-lt"/>
              </a:defRPr>
            </a:lvl1pPr>
          </a:lstStyle>
          <a:p>
            <a:pPr lvl="0"/>
            <a:endParaRPr lang="en-US" dirty="0"/>
          </a:p>
        </p:txBody>
      </p:sp>
      <p:sp>
        <p:nvSpPr>
          <p:cNvPr id="114" name="Text Placeholder 9"/>
          <p:cNvSpPr>
            <a:spLocks noGrp="1"/>
          </p:cNvSpPr>
          <p:nvPr>
            <p:ph type="body" sz="quarter" idx="136"/>
          </p:nvPr>
        </p:nvSpPr>
        <p:spPr>
          <a:xfrm>
            <a:off x="4235977" y="5260145"/>
            <a:ext cx="973911" cy="323179"/>
          </a:xfrm>
        </p:spPr>
        <p:txBody>
          <a:bodyPr anchor="ctr"/>
          <a:lstStyle>
            <a:lvl1pPr marL="0" indent="0" algn="ctr">
              <a:buNone/>
              <a:defRPr sz="900" baseline="0">
                <a:latin typeface="+mn-lt"/>
              </a:defRPr>
            </a:lvl1pPr>
          </a:lstStyle>
          <a:p>
            <a:pPr lvl="0"/>
            <a:endParaRPr lang="en-US" dirty="0"/>
          </a:p>
        </p:txBody>
      </p:sp>
      <p:sp>
        <p:nvSpPr>
          <p:cNvPr id="115" name="Text Placeholder 9"/>
          <p:cNvSpPr>
            <a:spLocks noGrp="1"/>
          </p:cNvSpPr>
          <p:nvPr>
            <p:ph type="body" sz="quarter" idx="137"/>
          </p:nvPr>
        </p:nvSpPr>
        <p:spPr>
          <a:xfrm>
            <a:off x="5206627" y="5262915"/>
            <a:ext cx="973911" cy="323179"/>
          </a:xfrm>
        </p:spPr>
        <p:txBody>
          <a:bodyPr anchor="ctr"/>
          <a:lstStyle>
            <a:lvl1pPr marL="0" indent="0" algn="ctr">
              <a:buNone/>
              <a:defRPr sz="900" baseline="0">
                <a:latin typeface="+mn-lt"/>
              </a:defRPr>
            </a:lvl1pPr>
          </a:lstStyle>
          <a:p>
            <a:pPr lvl="0"/>
            <a:endParaRPr lang="en-US" dirty="0"/>
          </a:p>
        </p:txBody>
      </p:sp>
      <p:sp>
        <p:nvSpPr>
          <p:cNvPr id="116" name="Text Placeholder 9"/>
          <p:cNvSpPr>
            <a:spLocks noGrp="1"/>
          </p:cNvSpPr>
          <p:nvPr>
            <p:ph type="body" sz="quarter" idx="138"/>
          </p:nvPr>
        </p:nvSpPr>
        <p:spPr>
          <a:xfrm>
            <a:off x="-9998" y="5600971"/>
            <a:ext cx="544778" cy="332509"/>
          </a:xfrm>
        </p:spPr>
        <p:txBody>
          <a:bodyPr anchor="ctr"/>
          <a:lstStyle>
            <a:lvl1pPr marL="0" indent="0" algn="ctr">
              <a:buNone/>
              <a:defRPr sz="800" baseline="0">
                <a:latin typeface="+mn-lt"/>
              </a:defRPr>
            </a:lvl1pPr>
          </a:lstStyle>
          <a:p>
            <a:pPr lvl="0"/>
            <a:endParaRPr lang="en-US" dirty="0"/>
          </a:p>
        </p:txBody>
      </p:sp>
      <p:sp>
        <p:nvSpPr>
          <p:cNvPr id="117" name="Text Placeholder 9"/>
          <p:cNvSpPr>
            <a:spLocks noGrp="1"/>
          </p:cNvSpPr>
          <p:nvPr>
            <p:ph type="body" sz="quarter" idx="139"/>
          </p:nvPr>
        </p:nvSpPr>
        <p:spPr>
          <a:xfrm>
            <a:off x="534781" y="5597239"/>
            <a:ext cx="739598" cy="317891"/>
          </a:xfrm>
        </p:spPr>
        <p:txBody>
          <a:bodyPr anchor="ctr"/>
          <a:lstStyle>
            <a:lvl1pPr marL="0" indent="0" algn="ctr">
              <a:buNone/>
              <a:defRPr sz="900" baseline="0">
                <a:latin typeface="+mn-lt"/>
              </a:defRPr>
            </a:lvl1pPr>
          </a:lstStyle>
          <a:p>
            <a:pPr lvl="0"/>
            <a:endParaRPr lang="en-US" dirty="0"/>
          </a:p>
        </p:txBody>
      </p:sp>
      <p:sp>
        <p:nvSpPr>
          <p:cNvPr id="118" name="Text Placeholder 9"/>
          <p:cNvSpPr>
            <a:spLocks noGrp="1"/>
          </p:cNvSpPr>
          <p:nvPr>
            <p:ph type="body" sz="quarter" idx="140"/>
          </p:nvPr>
        </p:nvSpPr>
        <p:spPr>
          <a:xfrm>
            <a:off x="1308713" y="5600971"/>
            <a:ext cx="931262" cy="323179"/>
          </a:xfrm>
        </p:spPr>
        <p:txBody>
          <a:bodyPr anchor="ctr"/>
          <a:lstStyle>
            <a:lvl1pPr marL="0" indent="0" algn="ctr">
              <a:buNone/>
              <a:defRPr sz="900" baseline="0">
                <a:latin typeface="+mn-lt"/>
              </a:defRPr>
            </a:lvl1pPr>
          </a:lstStyle>
          <a:p>
            <a:pPr lvl="0"/>
            <a:endParaRPr lang="en-US" dirty="0"/>
          </a:p>
        </p:txBody>
      </p:sp>
      <p:sp>
        <p:nvSpPr>
          <p:cNvPr id="119" name="Text Placeholder 9"/>
          <p:cNvSpPr>
            <a:spLocks noGrp="1"/>
          </p:cNvSpPr>
          <p:nvPr>
            <p:ph type="body" sz="quarter" idx="141"/>
          </p:nvPr>
        </p:nvSpPr>
        <p:spPr>
          <a:xfrm>
            <a:off x="6184402" y="5598773"/>
            <a:ext cx="2935098" cy="317680"/>
          </a:xfrm>
        </p:spPr>
        <p:txBody>
          <a:bodyPr anchor="ctr"/>
          <a:lstStyle>
            <a:lvl1pPr marL="0" indent="0" algn="l">
              <a:buNone/>
              <a:defRPr sz="900" baseline="0">
                <a:latin typeface="+mn-lt"/>
              </a:defRPr>
            </a:lvl1pPr>
          </a:lstStyle>
          <a:p>
            <a:pPr lvl="0"/>
            <a:endParaRPr lang="en-US" dirty="0"/>
          </a:p>
        </p:txBody>
      </p:sp>
      <p:sp>
        <p:nvSpPr>
          <p:cNvPr id="120" name="Text Placeholder 9"/>
          <p:cNvSpPr>
            <a:spLocks noGrp="1"/>
          </p:cNvSpPr>
          <p:nvPr>
            <p:ph type="body" sz="quarter" idx="142"/>
          </p:nvPr>
        </p:nvSpPr>
        <p:spPr>
          <a:xfrm>
            <a:off x="2282624" y="5595428"/>
            <a:ext cx="931262" cy="323179"/>
          </a:xfrm>
        </p:spPr>
        <p:txBody>
          <a:bodyPr anchor="ctr"/>
          <a:lstStyle>
            <a:lvl1pPr marL="0" indent="0" algn="ctr">
              <a:buNone/>
              <a:defRPr sz="900" baseline="0">
                <a:latin typeface="+mn-lt"/>
              </a:defRPr>
            </a:lvl1pPr>
          </a:lstStyle>
          <a:p>
            <a:pPr lvl="0"/>
            <a:endParaRPr lang="en-US" dirty="0"/>
          </a:p>
        </p:txBody>
      </p:sp>
      <p:sp>
        <p:nvSpPr>
          <p:cNvPr id="121" name="Text Placeholder 9"/>
          <p:cNvSpPr>
            <a:spLocks noGrp="1"/>
          </p:cNvSpPr>
          <p:nvPr>
            <p:ph type="body" sz="quarter" idx="143"/>
          </p:nvPr>
        </p:nvSpPr>
        <p:spPr>
          <a:xfrm>
            <a:off x="3256535" y="5590460"/>
            <a:ext cx="931262" cy="323179"/>
          </a:xfrm>
        </p:spPr>
        <p:txBody>
          <a:bodyPr anchor="ctr"/>
          <a:lstStyle>
            <a:lvl1pPr marL="0" indent="0" algn="ctr">
              <a:buNone/>
              <a:defRPr sz="900" baseline="0">
                <a:latin typeface="+mn-lt"/>
              </a:defRPr>
            </a:lvl1pPr>
          </a:lstStyle>
          <a:p>
            <a:pPr lvl="0"/>
            <a:endParaRPr lang="en-US" dirty="0"/>
          </a:p>
        </p:txBody>
      </p:sp>
      <p:sp>
        <p:nvSpPr>
          <p:cNvPr id="122" name="Text Placeholder 9"/>
          <p:cNvSpPr>
            <a:spLocks noGrp="1"/>
          </p:cNvSpPr>
          <p:nvPr>
            <p:ph type="body" sz="quarter" idx="144"/>
          </p:nvPr>
        </p:nvSpPr>
        <p:spPr>
          <a:xfrm>
            <a:off x="4222132" y="5595428"/>
            <a:ext cx="973911" cy="323179"/>
          </a:xfrm>
        </p:spPr>
        <p:txBody>
          <a:bodyPr anchor="ctr"/>
          <a:lstStyle>
            <a:lvl1pPr marL="0" indent="0" algn="ctr">
              <a:buNone/>
              <a:defRPr sz="900" baseline="0">
                <a:latin typeface="+mn-lt"/>
              </a:defRPr>
            </a:lvl1pPr>
          </a:lstStyle>
          <a:p>
            <a:pPr lvl="0"/>
            <a:endParaRPr lang="en-US" dirty="0"/>
          </a:p>
        </p:txBody>
      </p:sp>
      <p:sp>
        <p:nvSpPr>
          <p:cNvPr id="123" name="Text Placeholder 9"/>
          <p:cNvSpPr>
            <a:spLocks noGrp="1"/>
          </p:cNvSpPr>
          <p:nvPr>
            <p:ph type="body" sz="quarter" idx="145"/>
          </p:nvPr>
        </p:nvSpPr>
        <p:spPr>
          <a:xfrm>
            <a:off x="5192782" y="5598198"/>
            <a:ext cx="973911" cy="323179"/>
          </a:xfrm>
        </p:spPr>
        <p:txBody>
          <a:bodyPr anchor="ctr"/>
          <a:lstStyle>
            <a:lvl1pPr marL="0" indent="0" algn="ctr">
              <a:buNone/>
              <a:defRPr sz="900" baseline="0">
                <a:latin typeface="+mn-lt"/>
              </a:defRPr>
            </a:lvl1pPr>
          </a:lstStyle>
          <a:p>
            <a:pPr lvl="0"/>
            <a:endParaRPr lang="en-US" dirty="0"/>
          </a:p>
        </p:txBody>
      </p:sp>
      <p:sp>
        <p:nvSpPr>
          <p:cNvPr id="124" name="Text Placeholder 9"/>
          <p:cNvSpPr>
            <a:spLocks noGrp="1"/>
          </p:cNvSpPr>
          <p:nvPr>
            <p:ph type="body" sz="quarter" idx="146"/>
          </p:nvPr>
        </p:nvSpPr>
        <p:spPr>
          <a:xfrm>
            <a:off x="-7232" y="5961189"/>
            <a:ext cx="542013" cy="332509"/>
          </a:xfrm>
        </p:spPr>
        <p:txBody>
          <a:bodyPr anchor="ctr"/>
          <a:lstStyle>
            <a:lvl1pPr marL="0" indent="0" algn="ctr">
              <a:buNone/>
              <a:defRPr sz="800" baseline="0">
                <a:latin typeface="+mn-lt"/>
              </a:defRPr>
            </a:lvl1pPr>
          </a:lstStyle>
          <a:p>
            <a:pPr lvl="0"/>
            <a:endParaRPr lang="en-US" dirty="0"/>
          </a:p>
        </p:txBody>
      </p:sp>
      <p:sp>
        <p:nvSpPr>
          <p:cNvPr id="125" name="Text Placeholder 9"/>
          <p:cNvSpPr>
            <a:spLocks noGrp="1"/>
          </p:cNvSpPr>
          <p:nvPr>
            <p:ph type="body" sz="quarter" idx="147"/>
          </p:nvPr>
        </p:nvSpPr>
        <p:spPr>
          <a:xfrm>
            <a:off x="534781" y="5957457"/>
            <a:ext cx="742364" cy="317891"/>
          </a:xfrm>
        </p:spPr>
        <p:txBody>
          <a:bodyPr anchor="ctr"/>
          <a:lstStyle>
            <a:lvl1pPr marL="0" indent="0" algn="ctr">
              <a:buNone/>
              <a:defRPr sz="900" baseline="0">
                <a:latin typeface="+mn-lt"/>
              </a:defRPr>
            </a:lvl1pPr>
          </a:lstStyle>
          <a:p>
            <a:pPr lvl="0"/>
            <a:endParaRPr lang="en-US" dirty="0"/>
          </a:p>
        </p:txBody>
      </p:sp>
      <p:sp>
        <p:nvSpPr>
          <p:cNvPr id="126" name="Text Placeholder 9"/>
          <p:cNvSpPr>
            <a:spLocks noGrp="1"/>
          </p:cNvSpPr>
          <p:nvPr>
            <p:ph type="body" sz="quarter" idx="148"/>
          </p:nvPr>
        </p:nvSpPr>
        <p:spPr>
          <a:xfrm>
            <a:off x="1311479" y="5961189"/>
            <a:ext cx="931262" cy="323179"/>
          </a:xfrm>
        </p:spPr>
        <p:txBody>
          <a:bodyPr anchor="ctr"/>
          <a:lstStyle>
            <a:lvl1pPr marL="0" indent="0" algn="ctr">
              <a:buNone/>
              <a:defRPr sz="900" baseline="0">
                <a:latin typeface="+mn-lt"/>
              </a:defRPr>
            </a:lvl1pPr>
          </a:lstStyle>
          <a:p>
            <a:pPr lvl="0"/>
            <a:endParaRPr lang="en-US" dirty="0"/>
          </a:p>
        </p:txBody>
      </p:sp>
      <p:sp>
        <p:nvSpPr>
          <p:cNvPr id="127" name="Text Placeholder 9"/>
          <p:cNvSpPr>
            <a:spLocks noGrp="1"/>
          </p:cNvSpPr>
          <p:nvPr>
            <p:ph type="body" sz="quarter" idx="149"/>
          </p:nvPr>
        </p:nvSpPr>
        <p:spPr>
          <a:xfrm>
            <a:off x="6187168" y="5958991"/>
            <a:ext cx="2935098" cy="317680"/>
          </a:xfrm>
        </p:spPr>
        <p:txBody>
          <a:bodyPr anchor="ctr"/>
          <a:lstStyle>
            <a:lvl1pPr marL="0" indent="0" algn="l">
              <a:buNone/>
              <a:defRPr sz="900" baseline="0">
                <a:latin typeface="+mn-lt"/>
              </a:defRPr>
            </a:lvl1pPr>
          </a:lstStyle>
          <a:p>
            <a:pPr lvl="0"/>
            <a:endParaRPr lang="en-US" dirty="0"/>
          </a:p>
        </p:txBody>
      </p:sp>
      <p:sp>
        <p:nvSpPr>
          <p:cNvPr id="128" name="Text Placeholder 9"/>
          <p:cNvSpPr>
            <a:spLocks noGrp="1"/>
          </p:cNvSpPr>
          <p:nvPr>
            <p:ph type="body" sz="quarter" idx="150"/>
          </p:nvPr>
        </p:nvSpPr>
        <p:spPr>
          <a:xfrm>
            <a:off x="2285390" y="5955646"/>
            <a:ext cx="931262" cy="323179"/>
          </a:xfrm>
        </p:spPr>
        <p:txBody>
          <a:bodyPr anchor="ctr"/>
          <a:lstStyle>
            <a:lvl1pPr marL="0" indent="0" algn="ctr">
              <a:buNone/>
              <a:defRPr sz="900" baseline="0">
                <a:latin typeface="+mn-lt"/>
              </a:defRPr>
            </a:lvl1pPr>
          </a:lstStyle>
          <a:p>
            <a:pPr lvl="0"/>
            <a:endParaRPr lang="en-US" dirty="0"/>
          </a:p>
        </p:txBody>
      </p:sp>
      <p:sp>
        <p:nvSpPr>
          <p:cNvPr id="129" name="Text Placeholder 9"/>
          <p:cNvSpPr>
            <a:spLocks noGrp="1"/>
          </p:cNvSpPr>
          <p:nvPr>
            <p:ph type="body" sz="quarter" idx="151"/>
          </p:nvPr>
        </p:nvSpPr>
        <p:spPr>
          <a:xfrm>
            <a:off x="3259301" y="5950678"/>
            <a:ext cx="931262" cy="323179"/>
          </a:xfrm>
        </p:spPr>
        <p:txBody>
          <a:bodyPr anchor="ctr"/>
          <a:lstStyle>
            <a:lvl1pPr marL="0" indent="0" algn="ctr">
              <a:buNone/>
              <a:defRPr sz="900" baseline="0">
                <a:latin typeface="+mn-lt"/>
              </a:defRPr>
            </a:lvl1pPr>
          </a:lstStyle>
          <a:p>
            <a:pPr lvl="0"/>
            <a:endParaRPr lang="en-US" dirty="0"/>
          </a:p>
        </p:txBody>
      </p:sp>
      <p:sp>
        <p:nvSpPr>
          <p:cNvPr id="130" name="Text Placeholder 9"/>
          <p:cNvSpPr>
            <a:spLocks noGrp="1"/>
          </p:cNvSpPr>
          <p:nvPr>
            <p:ph type="body" sz="quarter" idx="152"/>
          </p:nvPr>
        </p:nvSpPr>
        <p:spPr>
          <a:xfrm>
            <a:off x="4224898" y="5955646"/>
            <a:ext cx="973911" cy="323179"/>
          </a:xfrm>
        </p:spPr>
        <p:txBody>
          <a:bodyPr anchor="ctr"/>
          <a:lstStyle>
            <a:lvl1pPr marL="0" indent="0" algn="ctr">
              <a:buNone/>
              <a:defRPr sz="900" baseline="0">
                <a:latin typeface="+mn-lt"/>
              </a:defRPr>
            </a:lvl1pPr>
          </a:lstStyle>
          <a:p>
            <a:pPr lvl="0"/>
            <a:endParaRPr lang="en-US" dirty="0"/>
          </a:p>
        </p:txBody>
      </p:sp>
      <p:sp>
        <p:nvSpPr>
          <p:cNvPr id="131" name="Text Placeholder 9"/>
          <p:cNvSpPr>
            <a:spLocks noGrp="1"/>
          </p:cNvSpPr>
          <p:nvPr>
            <p:ph type="body" sz="quarter" idx="153"/>
          </p:nvPr>
        </p:nvSpPr>
        <p:spPr>
          <a:xfrm>
            <a:off x="5195548" y="5958416"/>
            <a:ext cx="973911" cy="323179"/>
          </a:xfrm>
        </p:spPr>
        <p:txBody>
          <a:bodyPr anchor="ctr"/>
          <a:lstStyle>
            <a:lvl1pPr marL="0" indent="0" algn="ctr">
              <a:buNone/>
              <a:defRPr sz="900" baseline="0">
                <a:latin typeface="+mn-lt"/>
              </a:defRPr>
            </a:lvl1pPr>
          </a:lstStyle>
          <a:p>
            <a:pPr lvl="0"/>
            <a:endParaRPr lang="en-US" dirty="0"/>
          </a:p>
        </p:txBody>
      </p:sp>
    </p:spTree>
    <p:extLst>
      <p:ext uri="{BB962C8B-B14F-4D97-AF65-F5344CB8AC3E}">
        <p14:creationId xmlns:p14="http://schemas.microsoft.com/office/powerpoint/2010/main" val="182042600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ch Sign Off">
    <p:spTree>
      <p:nvGrpSpPr>
        <p:cNvPr id="1" name=""/>
        <p:cNvGrpSpPr/>
        <p:nvPr/>
      </p:nvGrpSpPr>
      <p:grpSpPr>
        <a:xfrm>
          <a:off x="0" y="0"/>
          <a:ext cx="0" cy="0"/>
          <a:chOff x="0" y="0"/>
          <a:chExt cx="0" cy="0"/>
        </a:xfrm>
      </p:grpSpPr>
      <p:pic>
        <p:nvPicPr>
          <p:cNvPr id="39" name="Picture 38"/>
          <p:cNvPicPr>
            <a:picLocks noChangeAspect="1"/>
          </p:cNvPicPr>
          <p:nvPr userDrawn="1"/>
        </p:nvPicPr>
        <p:blipFill>
          <a:blip r:embed="rId2"/>
          <a:stretch>
            <a:fillRect/>
          </a:stretch>
        </p:blipFill>
        <p:spPr>
          <a:xfrm>
            <a:off x="258766" y="994982"/>
            <a:ext cx="8739960" cy="5357944"/>
          </a:xfrm>
          <a:prstGeom prst="rect">
            <a:avLst/>
          </a:prstGeom>
        </p:spPr>
      </p:pic>
      <p:pic>
        <p:nvPicPr>
          <p:cNvPr id="4" name="Picture 3"/>
          <p:cNvPicPr>
            <a:picLocks noChangeAspect="1"/>
          </p:cNvPicPr>
          <p:nvPr userDrawn="1"/>
        </p:nvPicPr>
        <p:blipFill>
          <a:blip r:embed="rId3"/>
          <a:stretch>
            <a:fillRect/>
          </a:stretch>
        </p:blipFill>
        <p:spPr>
          <a:xfrm>
            <a:off x="0" y="129326"/>
            <a:ext cx="7676940" cy="646232"/>
          </a:xfrm>
          <a:prstGeom prst="rect">
            <a:avLst/>
          </a:prstGeom>
        </p:spPr>
      </p:pic>
      <p:sp>
        <p:nvSpPr>
          <p:cNvPr id="8" name="Text Placeholder 9"/>
          <p:cNvSpPr>
            <a:spLocks noGrp="1"/>
          </p:cNvSpPr>
          <p:nvPr>
            <p:ph type="body" sz="quarter" idx="37"/>
          </p:nvPr>
        </p:nvSpPr>
        <p:spPr>
          <a:xfrm>
            <a:off x="2482123" y="1698164"/>
            <a:ext cx="6454820" cy="298220"/>
          </a:xfrm>
        </p:spPr>
        <p:txBody>
          <a:bodyPr anchor="ctr"/>
          <a:lstStyle>
            <a:lvl1pPr marL="0" indent="0" algn="l">
              <a:buNone/>
              <a:defRPr sz="1100" baseline="0">
                <a:latin typeface="+mn-lt"/>
              </a:defRPr>
            </a:lvl1pPr>
          </a:lstStyle>
          <a:p>
            <a:pPr lvl="0"/>
            <a:endParaRPr lang="en-US" dirty="0"/>
          </a:p>
        </p:txBody>
      </p:sp>
      <p:sp>
        <p:nvSpPr>
          <p:cNvPr id="10" name="Text Placeholder 9"/>
          <p:cNvSpPr>
            <a:spLocks noGrp="1"/>
          </p:cNvSpPr>
          <p:nvPr>
            <p:ph type="body" sz="quarter" idx="47"/>
          </p:nvPr>
        </p:nvSpPr>
        <p:spPr>
          <a:xfrm>
            <a:off x="263610" y="1698161"/>
            <a:ext cx="1474574" cy="303382"/>
          </a:xfrm>
        </p:spPr>
        <p:txBody>
          <a:bodyPr anchor="ctr"/>
          <a:lstStyle>
            <a:lvl1pPr marL="0" indent="0" algn="ctr">
              <a:buNone/>
              <a:defRPr sz="1000" baseline="0">
                <a:latin typeface="+mn-lt"/>
              </a:defRPr>
            </a:lvl1pPr>
          </a:lstStyle>
          <a:p>
            <a:pPr lvl="0"/>
            <a:endParaRPr lang="en-US" dirty="0"/>
          </a:p>
        </p:txBody>
      </p:sp>
      <p:sp>
        <p:nvSpPr>
          <p:cNvPr id="11" name="Text Placeholder 9"/>
          <p:cNvSpPr>
            <a:spLocks noGrp="1"/>
          </p:cNvSpPr>
          <p:nvPr>
            <p:ph type="body" sz="quarter" idx="48"/>
          </p:nvPr>
        </p:nvSpPr>
        <p:spPr>
          <a:xfrm>
            <a:off x="2468486" y="2009784"/>
            <a:ext cx="6468457" cy="298220"/>
          </a:xfrm>
        </p:spPr>
        <p:txBody>
          <a:bodyPr anchor="ctr"/>
          <a:lstStyle>
            <a:lvl1pPr marL="0" indent="0" algn="l">
              <a:buNone/>
              <a:defRPr sz="1100" baseline="0">
                <a:latin typeface="+mn-lt"/>
              </a:defRPr>
            </a:lvl1pPr>
          </a:lstStyle>
          <a:p>
            <a:pPr lvl="0"/>
            <a:endParaRPr lang="en-US" dirty="0"/>
          </a:p>
        </p:txBody>
      </p:sp>
      <p:sp>
        <p:nvSpPr>
          <p:cNvPr id="12" name="Text Placeholder 9"/>
          <p:cNvSpPr>
            <a:spLocks noGrp="1"/>
          </p:cNvSpPr>
          <p:nvPr>
            <p:ph type="body" sz="quarter" idx="49"/>
          </p:nvPr>
        </p:nvSpPr>
        <p:spPr>
          <a:xfrm>
            <a:off x="263610" y="2009781"/>
            <a:ext cx="1474574" cy="303382"/>
          </a:xfrm>
        </p:spPr>
        <p:txBody>
          <a:bodyPr anchor="ctr"/>
          <a:lstStyle>
            <a:lvl1pPr marL="0" indent="0" algn="ctr">
              <a:buNone/>
              <a:defRPr sz="1000" baseline="0">
                <a:latin typeface="+mn-lt"/>
              </a:defRPr>
            </a:lvl1pPr>
          </a:lstStyle>
          <a:p>
            <a:pPr lvl="0"/>
            <a:endParaRPr lang="en-US" dirty="0"/>
          </a:p>
        </p:txBody>
      </p:sp>
      <p:sp>
        <p:nvSpPr>
          <p:cNvPr id="13" name="Text Placeholder 9"/>
          <p:cNvSpPr>
            <a:spLocks noGrp="1"/>
          </p:cNvSpPr>
          <p:nvPr>
            <p:ph type="body" sz="quarter" idx="50"/>
          </p:nvPr>
        </p:nvSpPr>
        <p:spPr>
          <a:xfrm>
            <a:off x="2479588" y="2328549"/>
            <a:ext cx="6457356" cy="298220"/>
          </a:xfrm>
        </p:spPr>
        <p:txBody>
          <a:bodyPr anchor="ctr"/>
          <a:lstStyle>
            <a:lvl1pPr marL="0" indent="0" algn="l">
              <a:buNone/>
              <a:defRPr sz="1100" baseline="0">
                <a:latin typeface="+mn-lt"/>
              </a:defRPr>
            </a:lvl1pPr>
          </a:lstStyle>
          <a:p>
            <a:pPr lvl="0"/>
            <a:endParaRPr lang="en-US" dirty="0"/>
          </a:p>
        </p:txBody>
      </p:sp>
      <p:sp>
        <p:nvSpPr>
          <p:cNvPr id="14" name="Text Placeholder 9"/>
          <p:cNvSpPr>
            <a:spLocks noGrp="1"/>
          </p:cNvSpPr>
          <p:nvPr>
            <p:ph type="body" sz="quarter" idx="51"/>
          </p:nvPr>
        </p:nvSpPr>
        <p:spPr>
          <a:xfrm>
            <a:off x="275964" y="2318818"/>
            <a:ext cx="1474574" cy="303382"/>
          </a:xfrm>
        </p:spPr>
        <p:txBody>
          <a:bodyPr anchor="ctr"/>
          <a:lstStyle>
            <a:lvl1pPr marL="0" indent="0" algn="ctr">
              <a:buNone/>
              <a:defRPr sz="1000" baseline="0">
                <a:latin typeface="+mn-lt"/>
              </a:defRPr>
            </a:lvl1pPr>
          </a:lstStyle>
          <a:p>
            <a:pPr lvl="0"/>
            <a:endParaRPr lang="en-US" dirty="0"/>
          </a:p>
        </p:txBody>
      </p:sp>
      <p:sp>
        <p:nvSpPr>
          <p:cNvPr id="15" name="Text Placeholder 9"/>
          <p:cNvSpPr>
            <a:spLocks noGrp="1"/>
          </p:cNvSpPr>
          <p:nvPr>
            <p:ph type="body" sz="quarter" idx="52"/>
          </p:nvPr>
        </p:nvSpPr>
        <p:spPr>
          <a:xfrm>
            <a:off x="2479588" y="2629853"/>
            <a:ext cx="6457356" cy="298172"/>
          </a:xfrm>
        </p:spPr>
        <p:txBody>
          <a:bodyPr anchor="ctr"/>
          <a:lstStyle>
            <a:lvl1pPr marL="0" indent="0" algn="l">
              <a:buNone/>
              <a:defRPr sz="1100" baseline="0">
                <a:latin typeface="+mn-lt"/>
              </a:defRPr>
            </a:lvl1pPr>
          </a:lstStyle>
          <a:p>
            <a:pPr lvl="0"/>
            <a:endParaRPr lang="en-US" dirty="0"/>
          </a:p>
        </p:txBody>
      </p:sp>
      <p:sp>
        <p:nvSpPr>
          <p:cNvPr id="16" name="Text Placeholder 9"/>
          <p:cNvSpPr>
            <a:spLocks noGrp="1"/>
          </p:cNvSpPr>
          <p:nvPr>
            <p:ph type="body" sz="quarter" idx="53"/>
          </p:nvPr>
        </p:nvSpPr>
        <p:spPr>
          <a:xfrm>
            <a:off x="275964" y="2639578"/>
            <a:ext cx="1474574" cy="266994"/>
          </a:xfrm>
        </p:spPr>
        <p:txBody>
          <a:bodyPr anchor="ctr"/>
          <a:lstStyle>
            <a:lvl1pPr marL="0" indent="0" algn="ctr">
              <a:buNone/>
              <a:defRPr sz="1000" baseline="0">
                <a:latin typeface="+mn-lt"/>
              </a:defRPr>
            </a:lvl1pPr>
          </a:lstStyle>
          <a:p>
            <a:pPr lvl="0"/>
            <a:endParaRPr lang="en-US" dirty="0"/>
          </a:p>
        </p:txBody>
      </p:sp>
      <p:sp>
        <p:nvSpPr>
          <p:cNvPr id="17" name="Text Placeholder 9"/>
          <p:cNvSpPr>
            <a:spLocks noGrp="1"/>
          </p:cNvSpPr>
          <p:nvPr>
            <p:ph type="body" sz="quarter" idx="54"/>
          </p:nvPr>
        </p:nvSpPr>
        <p:spPr>
          <a:xfrm>
            <a:off x="2479588" y="2933681"/>
            <a:ext cx="6457356" cy="298220"/>
          </a:xfrm>
        </p:spPr>
        <p:txBody>
          <a:bodyPr anchor="ctr"/>
          <a:lstStyle>
            <a:lvl1pPr marL="0" indent="0" algn="l">
              <a:buNone/>
              <a:defRPr sz="1100" baseline="0">
                <a:latin typeface="+mn-lt"/>
              </a:defRPr>
            </a:lvl1pPr>
          </a:lstStyle>
          <a:p>
            <a:pPr lvl="0"/>
            <a:endParaRPr lang="en-US" dirty="0"/>
          </a:p>
        </p:txBody>
      </p:sp>
      <p:sp>
        <p:nvSpPr>
          <p:cNvPr id="18" name="Text Placeholder 9"/>
          <p:cNvSpPr>
            <a:spLocks noGrp="1"/>
          </p:cNvSpPr>
          <p:nvPr>
            <p:ph type="body" sz="quarter" idx="55"/>
          </p:nvPr>
        </p:nvSpPr>
        <p:spPr>
          <a:xfrm>
            <a:off x="275964" y="2937752"/>
            <a:ext cx="1472043" cy="289579"/>
          </a:xfrm>
        </p:spPr>
        <p:txBody>
          <a:bodyPr anchor="ctr"/>
          <a:lstStyle>
            <a:lvl1pPr marL="0" indent="0" algn="ctr">
              <a:buNone/>
              <a:defRPr sz="1000" baseline="0">
                <a:latin typeface="+mn-lt"/>
              </a:defRPr>
            </a:lvl1pPr>
          </a:lstStyle>
          <a:p>
            <a:pPr lvl="0"/>
            <a:endParaRPr lang="en-US" dirty="0"/>
          </a:p>
        </p:txBody>
      </p:sp>
      <p:sp>
        <p:nvSpPr>
          <p:cNvPr id="19" name="Text Placeholder 9"/>
          <p:cNvSpPr>
            <a:spLocks noGrp="1"/>
          </p:cNvSpPr>
          <p:nvPr>
            <p:ph type="body" sz="quarter" idx="56"/>
          </p:nvPr>
        </p:nvSpPr>
        <p:spPr>
          <a:xfrm>
            <a:off x="2471023" y="3269001"/>
            <a:ext cx="6468458" cy="298220"/>
          </a:xfrm>
        </p:spPr>
        <p:txBody>
          <a:bodyPr anchor="ctr"/>
          <a:lstStyle>
            <a:lvl1pPr marL="0" indent="0" algn="l">
              <a:buNone/>
              <a:defRPr sz="1100" baseline="0">
                <a:latin typeface="+mn-lt"/>
              </a:defRPr>
            </a:lvl1pPr>
          </a:lstStyle>
          <a:p>
            <a:pPr lvl="0"/>
            <a:endParaRPr lang="en-US" dirty="0"/>
          </a:p>
        </p:txBody>
      </p:sp>
      <p:sp>
        <p:nvSpPr>
          <p:cNvPr id="20" name="Text Placeholder 9"/>
          <p:cNvSpPr>
            <a:spLocks noGrp="1"/>
          </p:cNvSpPr>
          <p:nvPr>
            <p:ph type="body" sz="quarter" idx="57"/>
          </p:nvPr>
        </p:nvSpPr>
        <p:spPr>
          <a:xfrm>
            <a:off x="266147" y="3259270"/>
            <a:ext cx="1474574" cy="303382"/>
          </a:xfrm>
        </p:spPr>
        <p:txBody>
          <a:bodyPr anchor="ctr"/>
          <a:lstStyle>
            <a:lvl1pPr marL="0" indent="0" algn="ctr">
              <a:buNone/>
              <a:defRPr sz="1000" baseline="0">
                <a:latin typeface="+mn-lt"/>
              </a:defRPr>
            </a:lvl1pPr>
          </a:lstStyle>
          <a:p>
            <a:pPr lvl="0"/>
            <a:endParaRPr lang="en-US" dirty="0"/>
          </a:p>
        </p:txBody>
      </p:sp>
      <p:sp>
        <p:nvSpPr>
          <p:cNvPr id="21" name="Text Placeholder 9"/>
          <p:cNvSpPr>
            <a:spLocks noGrp="1"/>
          </p:cNvSpPr>
          <p:nvPr>
            <p:ph type="body" sz="quarter" idx="58"/>
          </p:nvPr>
        </p:nvSpPr>
        <p:spPr>
          <a:xfrm>
            <a:off x="2471023" y="3580621"/>
            <a:ext cx="6468458" cy="298220"/>
          </a:xfrm>
        </p:spPr>
        <p:txBody>
          <a:bodyPr anchor="ctr"/>
          <a:lstStyle>
            <a:lvl1pPr marL="0" indent="0" algn="l">
              <a:buNone/>
              <a:defRPr sz="1100" baseline="0">
                <a:latin typeface="+mn-lt"/>
              </a:defRPr>
            </a:lvl1pPr>
          </a:lstStyle>
          <a:p>
            <a:pPr lvl="0"/>
            <a:endParaRPr lang="en-US" dirty="0"/>
          </a:p>
        </p:txBody>
      </p:sp>
      <p:sp>
        <p:nvSpPr>
          <p:cNvPr id="22" name="Text Placeholder 9"/>
          <p:cNvSpPr>
            <a:spLocks noGrp="1"/>
          </p:cNvSpPr>
          <p:nvPr>
            <p:ph type="body" sz="quarter" idx="59"/>
          </p:nvPr>
        </p:nvSpPr>
        <p:spPr>
          <a:xfrm>
            <a:off x="266147" y="3579128"/>
            <a:ext cx="1474574" cy="262086"/>
          </a:xfrm>
        </p:spPr>
        <p:txBody>
          <a:bodyPr anchor="ctr"/>
          <a:lstStyle>
            <a:lvl1pPr marL="0" indent="0" algn="ctr">
              <a:buNone/>
              <a:defRPr sz="1000" baseline="0">
                <a:latin typeface="+mn-lt"/>
              </a:defRPr>
            </a:lvl1pPr>
          </a:lstStyle>
          <a:p>
            <a:pPr lvl="0"/>
            <a:endParaRPr lang="en-US" dirty="0"/>
          </a:p>
        </p:txBody>
      </p:sp>
      <p:sp>
        <p:nvSpPr>
          <p:cNvPr id="23" name="Text Placeholder 9"/>
          <p:cNvSpPr>
            <a:spLocks noGrp="1"/>
          </p:cNvSpPr>
          <p:nvPr>
            <p:ph type="body" sz="quarter" idx="60"/>
          </p:nvPr>
        </p:nvSpPr>
        <p:spPr>
          <a:xfrm>
            <a:off x="2482123" y="3873182"/>
            <a:ext cx="6457357" cy="262086"/>
          </a:xfrm>
        </p:spPr>
        <p:txBody>
          <a:bodyPr anchor="ctr"/>
          <a:lstStyle>
            <a:lvl1pPr marL="0" indent="0" algn="l">
              <a:buNone/>
              <a:defRPr sz="1100" baseline="0">
                <a:latin typeface="+mn-lt"/>
              </a:defRPr>
            </a:lvl1pPr>
          </a:lstStyle>
          <a:p>
            <a:pPr lvl="0"/>
            <a:endParaRPr lang="en-US" dirty="0"/>
          </a:p>
        </p:txBody>
      </p:sp>
      <p:sp>
        <p:nvSpPr>
          <p:cNvPr id="24" name="Text Placeholder 9"/>
          <p:cNvSpPr>
            <a:spLocks noGrp="1"/>
          </p:cNvSpPr>
          <p:nvPr>
            <p:ph type="body" sz="quarter" idx="61"/>
          </p:nvPr>
        </p:nvSpPr>
        <p:spPr>
          <a:xfrm>
            <a:off x="278501" y="3879927"/>
            <a:ext cx="1485350" cy="303382"/>
          </a:xfrm>
        </p:spPr>
        <p:txBody>
          <a:bodyPr anchor="ctr"/>
          <a:lstStyle>
            <a:lvl1pPr marL="0" indent="0" algn="ctr">
              <a:buNone/>
              <a:defRPr sz="1000" baseline="0">
                <a:latin typeface="+mn-lt"/>
              </a:defRPr>
            </a:lvl1pPr>
          </a:lstStyle>
          <a:p>
            <a:pPr lvl="0"/>
            <a:endParaRPr lang="en-US" dirty="0"/>
          </a:p>
        </p:txBody>
      </p:sp>
      <p:sp>
        <p:nvSpPr>
          <p:cNvPr id="25" name="Text Placeholder 9"/>
          <p:cNvSpPr>
            <a:spLocks noGrp="1"/>
          </p:cNvSpPr>
          <p:nvPr>
            <p:ph type="body" sz="quarter" idx="62"/>
          </p:nvPr>
        </p:nvSpPr>
        <p:spPr>
          <a:xfrm>
            <a:off x="2482123" y="4177466"/>
            <a:ext cx="6457357" cy="298220"/>
          </a:xfrm>
        </p:spPr>
        <p:txBody>
          <a:bodyPr anchor="ctr"/>
          <a:lstStyle>
            <a:lvl1pPr marL="0" indent="0" algn="l">
              <a:buNone/>
              <a:defRPr sz="1100" baseline="0">
                <a:latin typeface="+mn-lt"/>
              </a:defRPr>
            </a:lvl1pPr>
          </a:lstStyle>
          <a:p>
            <a:pPr lvl="0"/>
            <a:endParaRPr lang="en-US" dirty="0"/>
          </a:p>
        </p:txBody>
      </p:sp>
      <p:sp>
        <p:nvSpPr>
          <p:cNvPr id="26" name="Text Placeholder 9"/>
          <p:cNvSpPr>
            <a:spLocks noGrp="1"/>
          </p:cNvSpPr>
          <p:nvPr>
            <p:ph type="body" sz="quarter" idx="63"/>
          </p:nvPr>
        </p:nvSpPr>
        <p:spPr>
          <a:xfrm>
            <a:off x="278500" y="4200687"/>
            <a:ext cx="1485351" cy="261696"/>
          </a:xfrm>
        </p:spPr>
        <p:txBody>
          <a:bodyPr anchor="ctr"/>
          <a:lstStyle>
            <a:lvl1pPr marL="0" indent="0" algn="ctr">
              <a:buNone/>
              <a:defRPr sz="1000" baseline="0">
                <a:latin typeface="+mn-lt"/>
              </a:defRPr>
            </a:lvl1pPr>
          </a:lstStyle>
          <a:p>
            <a:pPr lvl="0"/>
            <a:endParaRPr lang="en-US" dirty="0"/>
          </a:p>
        </p:txBody>
      </p:sp>
      <p:sp>
        <p:nvSpPr>
          <p:cNvPr id="27" name="Text Placeholder 9"/>
          <p:cNvSpPr>
            <a:spLocks noGrp="1"/>
          </p:cNvSpPr>
          <p:nvPr>
            <p:ph type="body" sz="quarter" idx="64"/>
          </p:nvPr>
        </p:nvSpPr>
        <p:spPr>
          <a:xfrm>
            <a:off x="2482123" y="4486552"/>
            <a:ext cx="6457357" cy="298220"/>
          </a:xfrm>
        </p:spPr>
        <p:txBody>
          <a:bodyPr anchor="ctr"/>
          <a:lstStyle>
            <a:lvl1pPr marL="0" indent="0" algn="l">
              <a:buNone/>
              <a:defRPr sz="1100" baseline="0">
                <a:latin typeface="+mn-lt"/>
              </a:defRPr>
            </a:lvl1pPr>
          </a:lstStyle>
          <a:p>
            <a:pPr lvl="0"/>
            <a:endParaRPr lang="en-US" dirty="0"/>
          </a:p>
        </p:txBody>
      </p:sp>
      <p:sp>
        <p:nvSpPr>
          <p:cNvPr id="28" name="Text Placeholder 9"/>
          <p:cNvSpPr>
            <a:spLocks noGrp="1"/>
          </p:cNvSpPr>
          <p:nvPr>
            <p:ph type="body" sz="quarter" idx="65"/>
          </p:nvPr>
        </p:nvSpPr>
        <p:spPr>
          <a:xfrm>
            <a:off x="278501" y="4485059"/>
            <a:ext cx="1472043" cy="303382"/>
          </a:xfrm>
        </p:spPr>
        <p:txBody>
          <a:bodyPr anchor="ctr"/>
          <a:lstStyle>
            <a:lvl1pPr marL="0" indent="0" algn="ctr">
              <a:buNone/>
              <a:defRPr sz="1000" baseline="0">
                <a:latin typeface="+mn-lt"/>
              </a:defRPr>
            </a:lvl1pPr>
          </a:lstStyle>
          <a:p>
            <a:pPr lvl="0"/>
            <a:endParaRPr lang="en-US" dirty="0"/>
          </a:p>
        </p:txBody>
      </p:sp>
      <p:sp>
        <p:nvSpPr>
          <p:cNvPr id="29" name="Text Placeholder 9"/>
          <p:cNvSpPr>
            <a:spLocks noGrp="1"/>
          </p:cNvSpPr>
          <p:nvPr>
            <p:ph type="body" sz="quarter" idx="66"/>
          </p:nvPr>
        </p:nvSpPr>
        <p:spPr>
          <a:xfrm>
            <a:off x="2468486" y="4790446"/>
            <a:ext cx="6468458" cy="298220"/>
          </a:xfrm>
        </p:spPr>
        <p:txBody>
          <a:bodyPr anchor="ctr"/>
          <a:lstStyle>
            <a:lvl1pPr marL="0" indent="0" algn="l">
              <a:buNone/>
              <a:defRPr sz="1100" baseline="0">
                <a:latin typeface="+mn-lt"/>
              </a:defRPr>
            </a:lvl1pPr>
          </a:lstStyle>
          <a:p>
            <a:pPr lvl="0"/>
            <a:endParaRPr lang="en-US" dirty="0"/>
          </a:p>
        </p:txBody>
      </p:sp>
      <p:sp>
        <p:nvSpPr>
          <p:cNvPr id="30" name="Text Placeholder 9"/>
          <p:cNvSpPr>
            <a:spLocks noGrp="1"/>
          </p:cNvSpPr>
          <p:nvPr>
            <p:ph type="body" sz="quarter" idx="67"/>
          </p:nvPr>
        </p:nvSpPr>
        <p:spPr>
          <a:xfrm>
            <a:off x="263610" y="4788953"/>
            <a:ext cx="1474574" cy="303382"/>
          </a:xfrm>
        </p:spPr>
        <p:txBody>
          <a:bodyPr anchor="ctr"/>
          <a:lstStyle>
            <a:lvl1pPr marL="0" indent="0" algn="ctr">
              <a:buNone/>
              <a:defRPr sz="1000" baseline="0">
                <a:latin typeface="+mn-lt"/>
              </a:defRPr>
            </a:lvl1pPr>
          </a:lstStyle>
          <a:p>
            <a:pPr lvl="0"/>
            <a:endParaRPr lang="en-US" dirty="0"/>
          </a:p>
        </p:txBody>
      </p:sp>
      <p:sp>
        <p:nvSpPr>
          <p:cNvPr id="31" name="Text Placeholder 9"/>
          <p:cNvSpPr>
            <a:spLocks noGrp="1"/>
          </p:cNvSpPr>
          <p:nvPr>
            <p:ph type="body" sz="quarter" idx="68"/>
          </p:nvPr>
        </p:nvSpPr>
        <p:spPr>
          <a:xfrm>
            <a:off x="2468486" y="5110304"/>
            <a:ext cx="6468458" cy="298220"/>
          </a:xfrm>
        </p:spPr>
        <p:txBody>
          <a:bodyPr anchor="ctr"/>
          <a:lstStyle>
            <a:lvl1pPr marL="0" indent="0" algn="l">
              <a:buNone/>
              <a:defRPr sz="1100" baseline="0">
                <a:latin typeface="+mn-lt"/>
              </a:defRPr>
            </a:lvl1pPr>
          </a:lstStyle>
          <a:p>
            <a:pPr lvl="0"/>
            <a:endParaRPr lang="en-US" dirty="0"/>
          </a:p>
        </p:txBody>
      </p:sp>
      <p:sp>
        <p:nvSpPr>
          <p:cNvPr id="32" name="Text Placeholder 9"/>
          <p:cNvSpPr>
            <a:spLocks noGrp="1"/>
          </p:cNvSpPr>
          <p:nvPr>
            <p:ph type="body" sz="quarter" idx="69"/>
          </p:nvPr>
        </p:nvSpPr>
        <p:spPr>
          <a:xfrm>
            <a:off x="263610" y="5100573"/>
            <a:ext cx="1474574" cy="274235"/>
          </a:xfrm>
        </p:spPr>
        <p:txBody>
          <a:bodyPr anchor="ctr"/>
          <a:lstStyle>
            <a:lvl1pPr marL="0" indent="0" algn="ctr">
              <a:buNone/>
              <a:defRPr sz="1000" baseline="0">
                <a:latin typeface="+mn-lt"/>
              </a:defRPr>
            </a:lvl1pPr>
          </a:lstStyle>
          <a:p>
            <a:pPr lvl="0"/>
            <a:endParaRPr lang="en-US" dirty="0"/>
          </a:p>
        </p:txBody>
      </p:sp>
      <p:sp>
        <p:nvSpPr>
          <p:cNvPr id="33" name="Text Placeholder 9"/>
          <p:cNvSpPr>
            <a:spLocks noGrp="1"/>
          </p:cNvSpPr>
          <p:nvPr>
            <p:ph type="body" sz="quarter" idx="70"/>
          </p:nvPr>
        </p:nvSpPr>
        <p:spPr>
          <a:xfrm>
            <a:off x="2479586" y="5419341"/>
            <a:ext cx="6457357" cy="298220"/>
          </a:xfrm>
        </p:spPr>
        <p:txBody>
          <a:bodyPr anchor="ctr"/>
          <a:lstStyle>
            <a:lvl1pPr marL="0" indent="0" algn="l">
              <a:buNone/>
              <a:defRPr sz="1100" baseline="0">
                <a:latin typeface="+mn-lt"/>
              </a:defRPr>
            </a:lvl1pPr>
          </a:lstStyle>
          <a:p>
            <a:pPr lvl="0"/>
            <a:endParaRPr lang="en-US" dirty="0"/>
          </a:p>
        </p:txBody>
      </p:sp>
      <p:sp>
        <p:nvSpPr>
          <p:cNvPr id="34" name="Text Placeholder 9"/>
          <p:cNvSpPr>
            <a:spLocks noGrp="1"/>
          </p:cNvSpPr>
          <p:nvPr>
            <p:ph type="body" sz="quarter" idx="71"/>
          </p:nvPr>
        </p:nvSpPr>
        <p:spPr>
          <a:xfrm>
            <a:off x="275964" y="5409610"/>
            <a:ext cx="1474574" cy="279074"/>
          </a:xfrm>
        </p:spPr>
        <p:txBody>
          <a:bodyPr anchor="ctr"/>
          <a:lstStyle>
            <a:lvl1pPr marL="0" indent="0" algn="ctr">
              <a:buNone/>
              <a:defRPr sz="1000" baseline="0">
                <a:latin typeface="+mn-lt"/>
              </a:defRPr>
            </a:lvl1pPr>
          </a:lstStyle>
          <a:p>
            <a:pPr lvl="0"/>
            <a:endParaRPr lang="en-US" dirty="0"/>
          </a:p>
        </p:txBody>
      </p:sp>
      <p:sp>
        <p:nvSpPr>
          <p:cNvPr id="35" name="Text Placeholder 9"/>
          <p:cNvSpPr>
            <a:spLocks noGrp="1"/>
          </p:cNvSpPr>
          <p:nvPr>
            <p:ph type="body" sz="quarter" idx="72"/>
          </p:nvPr>
        </p:nvSpPr>
        <p:spPr>
          <a:xfrm>
            <a:off x="2479586" y="5740101"/>
            <a:ext cx="6457357" cy="274641"/>
          </a:xfrm>
        </p:spPr>
        <p:txBody>
          <a:bodyPr anchor="ctr"/>
          <a:lstStyle>
            <a:lvl1pPr marL="0" indent="0" algn="l">
              <a:buNone/>
              <a:defRPr sz="1100" baseline="0">
                <a:latin typeface="+mn-lt"/>
              </a:defRPr>
            </a:lvl1pPr>
          </a:lstStyle>
          <a:p>
            <a:pPr lvl="0"/>
            <a:endParaRPr lang="en-US" dirty="0"/>
          </a:p>
        </p:txBody>
      </p:sp>
      <p:sp>
        <p:nvSpPr>
          <p:cNvPr id="36" name="Text Placeholder 9"/>
          <p:cNvSpPr>
            <a:spLocks noGrp="1"/>
          </p:cNvSpPr>
          <p:nvPr>
            <p:ph type="body" sz="quarter" idx="73"/>
          </p:nvPr>
        </p:nvSpPr>
        <p:spPr>
          <a:xfrm>
            <a:off x="275964" y="5730370"/>
            <a:ext cx="1474574" cy="284372"/>
          </a:xfrm>
        </p:spPr>
        <p:txBody>
          <a:bodyPr anchor="ctr"/>
          <a:lstStyle>
            <a:lvl1pPr marL="0" indent="0" algn="ctr">
              <a:buNone/>
              <a:defRPr sz="1000" baseline="0">
                <a:latin typeface="+mn-lt"/>
              </a:defRPr>
            </a:lvl1pPr>
          </a:lstStyle>
          <a:p>
            <a:pPr lvl="0"/>
            <a:endParaRPr lang="en-US" dirty="0"/>
          </a:p>
        </p:txBody>
      </p:sp>
      <p:sp>
        <p:nvSpPr>
          <p:cNvPr id="37" name="Text Placeholder 9"/>
          <p:cNvSpPr>
            <a:spLocks noGrp="1"/>
          </p:cNvSpPr>
          <p:nvPr>
            <p:ph type="body" sz="quarter" idx="74"/>
          </p:nvPr>
        </p:nvSpPr>
        <p:spPr>
          <a:xfrm>
            <a:off x="2479586" y="6036981"/>
            <a:ext cx="6457357" cy="285712"/>
          </a:xfrm>
        </p:spPr>
        <p:txBody>
          <a:bodyPr anchor="ctr"/>
          <a:lstStyle>
            <a:lvl1pPr marL="0" indent="0" algn="l">
              <a:buNone/>
              <a:defRPr sz="1100" baseline="0">
                <a:latin typeface="+mn-lt"/>
              </a:defRPr>
            </a:lvl1pPr>
          </a:lstStyle>
          <a:p>
            <a:pPr lvl="0"/>
            <a:endParaRPr lang="en-US" dirty="0"/>
          </a:p>
        </p:txBody>
      </p:sp>
      <p:sp>
        <p:nvSpPr>
          <p:cNvPr id="38" name="Text Placeholder 9"/>
          <p:cNvSpPr>
            <a:spLocks noGrp="1"/>
          </p:cNvSpPr>
          <p:nvPr>
            <p:ph type="body" sz="quarter" idx="75"/>
          </p:nvPr>
        </p:nvSpPr>
        <p:spPr>
          <a:xfrm>
            <a:off x="275964" y="6014742"/>
            <a:ext cx="1472043" cy="303382"/>
          </a:xfrm>
        </p:spPr>
        <p:txBody>
          <a:bodyPr anchor="ctr"/>
          <a:lstStyle>
            <a:lvl1pPr marL="0" indent="0" algn="ctr">
              <a:buNone/>
              <a:defRPr sz="1000" baseline="0">
                <a:latin typeface="+mn-lt"/>
              </a:defRPr>
            </a:lvl1pPr>
          </a:lstStyle>
          <a:p>
            <a:pPr lvl="0"/>
            <a:endParaRPr lang="en-US" dirty="0"/>
          </a:p>
        </p:txBody>
      </p:sp>
      <p:sp>
        <p:nvSpPr>
          <p:cNvPr id="40" name="Text Placeholder 9"/>
          <p:cNvSpPr>
            <a:spLocks noGrp="1"/>
          </p:cNvSpPr>
          <p:nvPr>
            <p:ph type="body" sz="quarter" idx="76"/>
          </p:nvPr>
        </p:nvSpPr>
        <p:spPr>
          <a:xfrm>
            <a:off x="1767736" y="1708267"/>
            <a:ext cx="689574" cy="303382"/>
          </a:xfrm>
        </p:spPr>
        <p:txBody>
          <a:bodyPr anchor="ctr"/>
          <a:lstStyle>
            <a:lvl1pPr marL="0" indent="0" algn="ctr">
              <a:buNone/>
              <a:defRPr sz="900" baseline="0">
                <a:latin typeface="+mn-lt"/>
              </a:defRPr>
            </a:lvl1pPr>
          </a:lstStyle>
          <a:p>
            <a:pPr lvl="0"/>
            <a:endParaRPr lang="en-US" dirty="0"/>
          </a:p>
        </p:txBody>
      </p:sp>
      <p:sp>
        <p:nvSpPr>
          <p:cNvPr id="41" name="Text Placeholder 9"/>
          <p:cNvSpPr>
            <a:spLocks noGrp="1"/>
          </p:cNvSpPr>
          <p:nvPr>
            <p:ph type="body" sz="quarter" idx="77"/>
          </p:nvPr>
        </p:nvSpPr>
        <p:spPr>
          <a:xfrm>
            <a:off x="1767735" y="2019887"/>
            <a:ext cx="687037" cy="303382"/>
          </a:xfrm>
        </p:spPr>
        <p:txBody>
          <a:bodyPr anchor="ctr"/>
          <a:lstStyle>
            <a:lvl1pPr marL="0" indent="0" algn="ctr">
              <a:buNone/>
              <a:defRPr sz="900" baseline="0">
                <a:latin typeface="+mn-lt"/>
              </a:defRPr>
            </a:lvl1pPr>
          </a:lstStyle>
          <a:p>
            <a:pPr lvl="0"/>
            <a:endParaRPr lang="en-US" dirty="0"/>
          </a:p>
        </p:txBody>
      </p:sp>
      <p:sp>
        <p:nvSpPr>
          <p:cNvPr id="42" name="Text Placeholder 9"/>
          <p:cNvSpPr>
            <a:spLocks noGrp="1"/>
          </p:cNvSpPr>
          <p:nvPr>
            <p:ph type="body" sz="quarter" idx="78"/>
          </p:nvPr>
        </p:nvSpPr>
        <p:spPr>
          <a:xfrm>
            <a:off x="1780089" y="2328924"/>
            <a:ext cx="687037" cy="303382"/>
          </a:xfrm>
        </p:spPr>
        <p:txBody>
          <a:bodyPr anchor="ctr"/>
          <a:lstStyle>
            <a:lvl1pPr marL="0" indent="0" algn="ctr">
              <a:buNone/>
              <a:defRPr sz="900" baseline="0">
                <a:latin typeface="+mn-lt"/>
              </a:defRPr>
            </a:lvl1pPr>
          </a:lstStyle>
          <a:p>
            <a:pPr lvl="0"/>
            <a:endParaRPr lang="en-US" dirty="0"/>
          </a:p>
        </p:txBody>
      </p:sp>
      <p:sp>
        <p:nvSpPr>
          <p:cNvPr id="43" name="Text Placeholder 9"/>
          <p:cNvSpPr>
            <a:spLocks noGrp="1"/>
          </p:cNvSpPr>
          <p:nvPr>
            <p:ph type="body" sz="quarter" idx="79"/>
          </p:nvPr>
        </p:nvSpPr>
        <p:spPr>
          <a:xfrm>
            <a:off x="1780089" y="2649684"/>
            <a:ext cx="687037" cy="303382"/>
          </a:xfrm>
        </p:spPr>
        <p:txBody>
          <a:bodyPr anchor="ctr"/>
          <a:lstStyle>
            <a:lvl1pPr marL="0" indent="0" algn="ctr">
              <a:buNone/>
              <a:defRPr sz="900" baseline="0">
                <a:latin typeface="+mn-lt"/>
              </a:defRPr>
            </a:lvl1pPr>
          </a:lstStyle>
          <a:p>
            <a:pPr lvl="0"/>
            <a:endParaRPr lang="en-US" dirty="0"/>
          </a:p>
        </p:txBody>
      </p:sp>
      <p:sp>
        <p:nvSpPr>
          <p:cNvPr id="44" name="Text Placeholder 9"/>
          <p:cNvSpPr>
            <a:spLocks noGrp="1"/>
          </p:cNvSpPr>
          <p:nvPr>
            <p:ph type="body" sz="quarter" idx="80"/>
          </p:nvPr>
        </p:nvSpPr>
        <p:spPr>
          <a:xfrm>
            <a:off x="1780091" y="2934056"/>
            <a:ext cx="685858" cy="303382"/>
          </a:xfrm>
        </p:spPr>
        <p:txBody>
          <a:bodyPr anchor="ctr"/>
          <a:lstStyle>
            <a:lvl1pPr marL="0" indent="0" algn="ctr">
              <a:buNone/>
              <a:defRPr sz="900" baseline="0">
                <a:latin typeface="+mn-lt"/>
              </a:defRPr>
            </a:lvl1pPr>
          </a:lstStyle>
          <a:p>
            <a:pPr lvl="0"/>
            <a:endParaRPr lang="en-US" dirty="0"/>
          </a:p>
        </p:txBody>
      </p:sp>
      <p:sp>
        <p:nvSpPr>
          <p:cNvPr id="45" name="Text Placeholder 9"/>
          <p:cNvSpPr>
            <a:spLocks noGrp="1"/>
          </p:cNvSpPr>
          <p:nvPr>
            <p:ph type="body" sz="quarter" idx="81"/>
          </p:nvPr>
        </p:nvSpPr>
        <p:spPr>
          <a:xfrm>
            <a:off x="1770272" y="3269376"/>
            <a:ext cx="687037" cy="303382"/>
          </a:xfrm>
        </p:spPr>
        <p:txBody>
          <a:bodyPr anchor="ctr"/>
          <a:lstStyle>
            <a:lvl1pPr marL="0" indent="0" algn="ctr">
              <a:buNone/>
              <a:defRPr sz="900" baseline="0">
                <a:latin typeface="+mn-lt"/>
              </a:defRPr>
            </a:lvl1pPr>
          </a:lstStyle>
          <a:p>
            <a:pPr lvl="0"/>
            <a:endParaRPr lang="en-US" dirty="0"/>
          </a:p>
        </p:txBody>
      </p:sp>
      <p:sp>
        <p:nvSpPr>
          <p:cNvPr id="46" name="Text Placeholder 9"/>
          <p:cNvSpPr>
            <a:spLocks noGrp="1"/>
          </p:cNvSpPr>
          <p:nvPr>
            <p:ph type="body" sz="quarter" idx="82"/>
          </p:nvPr>
        </p:nvSpPr>
        <p:spPr>
          <a:xfrm>
            <a:off x="1770272" y="3572758"/>
            <a:ext cx="687037" cy="262086"/>
          </a:xfrm>
        </p:spPr>
        <p:txBody>
          <a:bodyPr anchor="ctr"/>
          <a:lstStyle>
            <a:lvl1pPr marL="0" indent="0" algn="ctr">
              <a:buNone/>
              <a:defRPr sz="900" baseline="0">
                <a:latin typeface="+mn-lt"/>
              </a:defRPr>
            </a:lvl1pPr>
          </a:lstStyle>
          <a:p>
            <a:pPr lvl="0"/>
            <a:endParaRPr lang="en-US" dirty="0"/>
          </a:p>
        </p:txBody>
      </p:sp>
      <p:sp>
        <p:nvSpPr>
          <p:cNvPr id="47" name="Text Placeholder 9"/>
          <p:cNvSpPr>
            <a:spLocks noGrp="1"/>
          </p:cNvSpPr>
          <p:nvPr>
            <p:ph type="body" sz="quarter" idx="83"/>
          </p:nvPr>
        </p:nvSpPr>
        <p:spPr>
          <a:xfrm>
            <a:off x="1782626" y="3881795"/>
            <a:ext cx="687037" cy="274344"/>
          </a:xfrm>
        </p:spPr>
        <p:txBody>
          <a:bodyPr anchor="ctr"/>
          <a:lstStyle>
            <a:lvl1pPr marL="0" indent="0" algn="ctr">
              <a:buNone/>
              <a:defRPr sz="900" baseline="0">
                <a:latin typeface="+mn-lt"/>
              </a:defRPr>
            </a:lvl1pPr>
          </a:lstStyle>
          <a:p>
            <a:pPr lvl="0"/>
            <a:endParaRPr lang="en-US" dirty="0"/>
          </a:p>
        </p:txBody>
      </p:sp>
      <p:sp>
        <p:nvSpPr>
          <p:cNvPr id="48" name="Text Placeholder 9"/>
          <p:cNvSpPr>
            <a:spLocks noGrp="1"/>
          </p:cNvSpPr>
          <p:nvPr>
            <p:ph type="body" sz="quarter" idx="84"/>
          </p:nvPr>
        </p:nvSpPr>
        <p:spPr>
          <a:xfrm>
            <a:off x="1782626" y="4194317"/>
            <a:ext cx="687037" cy="261696"/>
          </a:xfrm>
        </p:spPr>
        <p:txBody>
          <a:bodyPr anchor="ctr"/>
          <a:lstStyle>
            <a:lvl1pPr marL="0" indent="0" algn="ctr">
              <a:buNone/>
              <a:defRPr sz="900" baseline="0">
                <a:latin typeface="+mn-lt"/>
              </a:defRPr>
            </a:lvl1pPr>
          </a:lstStyle>
          <a:p>
            <a:pPr lvl="0"/>
            <a:endParaRPr lang="en-US" dirty="0"/>
          </a:p>
        </p:txBody>
      </p:sp>
      <p:sp>
        <p:nvSpPr>
          <p:cNvPr id="49" name="Text Placeholder 9"/>
          <p:cNvSpPr>
            <a:spLocks noGrp="1"/>
          </p:cNvSpPr>
          <p:nvPr>
            <p:ph type="body" sz="quarter" idx="85"/>
          </p:nvPr>
        </p:nvSpPr>
        <p:spPr>
          <a:xfrm>
            <a:off x="1767735" y="4799059"/>
            <a:ext cx="687037" cy="303382"/>
          </a:xfrm>
        </p:spPr>
        <p:txBody>
          <a:bodyPr anchor="ctr"/>
          <a:lstStyle>
            <a:lvl1pPr marL="0" indent="0" algn="ctr">
              <a:buNone/>
              <a:defRPr sz="900" baseline="0">
                <a:latin typeface="+mn-lt"/>
              </a:defRPr>
            </a:lvl1pPr>
          </a:lstStyle>
          <a:p>
            <a:pPr lvl="0"/>
            <a:endParaRPr lang="en-US" dirty="0"/>
          </a:p>
        </p:txBody>
      </p:sp>
      <p:sp>
        <p:nvSpPr>
          <p:cNvPr id="50" name="Text Placeholder 9"/>
          <p:cNvSpPr>
            <a:spLocks noGrp="1"/>
          </p:cNvSpPr>
          <p:nvPr>
            <p:ph type="body" sz="quarter" idx="86"/>
          </p:nvPr>
        </p:nvSpPr>
        <p:spPr>
          <a:xfrm>
            <a:off x="1767735" y="5110679"/>
            <a:ext cx="687037" cy="274235"/>
          </a:xfrm>
        </p:spPr>
        <p:txBody>
          <a:bodyPr anchor="ctr"/>
          <a:lstStyle>
            <a:lvl1pPr marL="0" indent="0" algn="ctr">
              <a:buNone/>
              <a:defRPr sz="900" baseline="0">
                <a:latin typeface="+mn-lt"/>
              </a:defRPr>
            </a:lvl1pPr>
          </a:lstStyle>
          <a:p>
            <a:pPr lvl="0"/>
            <a:endParaRPr lang="en-US" dirty="0"/>
          </a:p>
        </p:txBody>
      </p:sp>
      <p:sp>
        <p:nvSpPr>
          <p:cNvPr id="51" name="Text Placeholder 9"/>
          <p:cNvSpPr>
            <a:spLocks noGrp="1"/>
          </p:cNvSpPr>
          <p:nvPr>
            <p:ph type="body" sz="quarter" idx="87"/>
          </p:nvPr>
        </p:nvSpPr>
        <p:spPr>
          <a:xfrm>
            <a:off x="1780089" y="5419716"/>
            <a:ext cx="687037" cy="279074"/>
          </a:xfrm>
        </p:spPr>
        <p:txBody>
          <a:bodyPr anchor="ctr"/>
          <a:lstStyle>
            <a:lvl1pPr marL="0" indent="0" algn="ctr">
              <a:buNone/>
              <a:defRPr sz="900" baseline="0">
                <a:latin typeface="+mn-lt"/>
              </a:defRPr>
            </a:lvl1pPr>
          </a:lstStyle>
          <a:p>
            <a:pPr lvl="0"/>
            <a:endParaRPr lang="en-US" dirty="0"/>
          </a:p>
        </p:txBody>
      </p:sp>
      <p:sp>
        <p:nvSpPr>
          <p:cNvPr id="52" name="Text Placeholder 9"/>
          <p:cNvSpPr>
            <a:spLocks noGrp="1"/>
          </p:cNvSpPr>
          <p:nvPr>
            <p:ph type="body" sz="quarter" idx="88"/>
          </p:nvPr>
        </p:nvSpPr>
        <p:spPr>
          <a:xfrm>
            <a:off x="1780089" y="5740476"/>
            <a:ext cx="687037" cy="284372"/>
          </a:xfrm>
        </p:spPr>
        <p:txBody>
          <a:bodyPr anchor="ctr"/>
          <a:lstStyle>
            <a:lvl1pPr marL="0" indent="0" algn="ctr">
              <a:buNone/>
              <a:defRPr sz="900" baseline="0">
                <a:latin typeface="+mn-lt"/>
              </a:defRPr>
            </a:lvl1pPr>
          </a:lstStyle>
          <a:p>
            <a:pPr lvl="0"/>
            <a:endParaRPr lang="en-US" dirty="0"/>
          </a:p>
        </p:txBody>
      </p:sp>
      <p:sp>
        <p:nvSpPr>
          <p:cNvPr id="53" name="Text Placeholder 9"/>
          <p:cNvSpPr>
            <a:spLocks noGrp="1"/>
          </p:cNvSpPr>
          <p:nvPr>
            <p:ph type="body" sz="quarter" idx="89"/>
          </p:nvPr>
        </p:nvSpPr>
        <p:spPr>
          <a:xfrm>
            <a:off x="1780091" y="6024848"/>
            <a:ext cx="685858" cy="303382"/>
          </a:xfrm>
        </p:spPr>
        <p:txBody>
          <a:bodyPr anchor="ctr"/>
          <a:lstStyle>
            <a:lvl1pPr marL="0" indent="0" algn="ctr">
              <a:buNone/>
              <a:defRPr sz="900" baseline="0">
                <a:latin typeface="+mn-lt"/>
              </a:defRPr>
            </a:lvl1pPr>
          </a:lstStyle>
          <a:p>
            <a:pPr lvl="0"/>
            <a:endParaRPr lang="en-US" dirty="0"/>
          </a:p>
        </p:txBody>
      </p:sp>
      <p:sp>
        <p:nvSpPr>
          <p:cNvPr id="54" name="Text Placeholder 9"/>
          <p:cNvSpPr>
            <a:spLocks noGrp="1"/>
          </p:cNvSpPr>
          <p:nvPr>
            <p:ph type="body" sz="quarter" idx="90"/>
          </p:nvPr>
        </p:nvSpPr>
        <p:spPr>
          <a:xfrm>
            <a:off x="1763852" y="4502561"/>
            <a:ext cx="687037" cy="261696"/>
          </a:xfrm>
        </p:spPr>
        <p:txBody>
          <a:bodyPr anchor="ctr"/>
          <a:lstStyle>
            <a:lvl1pPr marL="0" indent="0" algn="ctr">
              <a:buNone/>
              <a:defRPr sz="900" baseline="0">
                <a:latin typeface="+mn-lt"/>
              </a:defRPr>
            </a:lvl1pPr>
          </a:lstStyle>
          <a:p>
            <a:pPr lvl="0"/>
            <a:endParaRPr lang="en-US" dirty="0"/>
          </a:p>
        </p:txBody>
      </p:sp>
    </p:spTree>
    <p:extLst>
      <p:ext uri="{BB962C8B-B14F-4D97-AF65-F5344CB8AC3E}">
        <p14:creationId xmlns:p14="http://schemas.microsoft.com/office/powerpoint/2010/main" val="55613589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ch Sign Off">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userDrawn="1">
            <p:extLst>
              <p:ext uri="{D42A27DB-BD31-4B8C-83A1-F6EECF244321}">
                <p14:modId xmlns:p14="http://schemas.microsoft.com/office/powerpoint/2010/main" val="626491719"/>
              </p:ext>
            </p:extLst>
          </p:nvPr>
        </p:nvGraphicFramePr>
        <p:xfrm>
          <a:off x="215751" y="1185235"/>
          <a:ext cx="8746378" cy="5252383"/>
        </p:xfrm>
        <a:graphic>
          <a:graphicData uri="http://schemas.openxmlformats.org/presentationml/2006/ole">
            <mc:AlternateContent xmlns:mc="http://schemas.openxmlformats.org/markup-compatibility/2006">
              <mc:Choice xmlns:v="urn:schemas-microsoft-com:vml" Requires="v">
                <p:oleObj name="Worksheet" r:id="rId2" imgW="13449405" imgH="8077093" progId="Excel.Sheet.8">
                  <p:embed/>
                </p:oleObj>
              </mc:Choice>
              <mc:Fallback>
                <p:oleObj name="Worksheet" r:id="rId2" imgW="13449405" imgH="8077093" progId="Excel.Sheet.8">
                  <p:embed/>
                  <p:pic>
                    <p:nvPicPr>
                      <p:cNvPr id="11" name="Object 10"/>
                      <p:cNvPicPr/>
                      <p:nvPr/>
                    </p:nvPicPr>
                    <p:blipFill>
                      <a:blip r:embed="rId3"/>
                      <a:stretch>
                        <a:fillRect/>
                      </a:stretch>
                    </p:blipFill>
                    <p:spPr>
                      <a:xfrm>
                        <a:off x="215751" y="1185235"/>
                        <a:ext cx="8746378" cy="5252383"/>
                      </a:xfrm>
                      <a:prstGeom prst="rect">
                        <a:avLst/>
                      </a:prstGeom>
                    </p:spPr>
                  </p:pic>
                </p:oleObj>
              </mc:Fallback>
            </mc:AlternateContent>
          </a:graphicData>
        </a:graphic>
      </p:graphicFrame>
      <p:pic>
        <p:nvPicPr>
          <p:cNvPr id="2" name="Picture 1"/>
          <p:cNvPicPr>
            <a:picLocks noChangeAspect="1"/>
          </p:cNvPicPr>
          <p:nvPr userDrawn="1"/>
        </p:nvPicPr>
        <p:blipFill>
          <a:blip r:embed="rId4"/>
          <a:stretch>
            <a:fillRect/>
          </a:stretch>
        </p:blipFill>
        <p:spPr>
          <a:xfrm>
            <a:off x="0" y="72290"/>
            <a:ext cx="7401185" cy="695004"/>
          </a:xfrm>
          <a:prstGeom prst="rect">
            <a:avLst/>
          </a:prstGeom>
        </p:spPr>
      </p:pic>
      <p:sp>
        <p:nvSpPr>
          <p:cNvPr id="4" name="Text Placeholder 9"/>
          <p:cNvSpPr>
            <a:spLocks noGrp="1"/>
          </p:cNvSpPr>
          <p:nvPr>
            <p:ph type="body" sz="quarter" idx="37"/>
          </p:nvPr>
        </p:nvSpPr>
        <p:spPr>
          <a:xfrm>
            <a:off x="5624133" y="1517482"/>
            <a:ext cx="3337996" cy="233204"/>
          </a:xfrm>
        </p:spPr>
        <p:txBody>
          <a:bodyPr anchor="ctr"/>
          <a:lstStyle>
            <a:lvl1pPr marL="0" indent="0" algn="ctr">
              <a:buNone/>
              <a:defRPr sz="900" baseline="0">
                <a:latin typeface="+mn-lt"/>
              </a:defRPr>
            </a:lvl1pPr>
          </a:lstStyle>
          <a:p>
            <a:pPr lvl="0"/>
            <a:endParaRPr lang="en-US" dirty="0"/>
          </a:p>
        </p:txBody>
      </p:sp>
      <p:sp>
        <p:nvSpPr>
          <p:cNvPr id="5" name="Text Placeholder 9"/>
          <p:cNvSpPr>
            <a:spLocks noGrp="1"/>
          </p:cNvSpPr>
          <p:nvPr>
            <p:ph type="body" sz="quarter" idx="47"/>
          </p:nvPr>
        </p:nvSpPr>
        <p:spPr>
          <a:xfrm>
            <a:off x="239604" y="1508693"/>
            <a:ext cx="1136269" cy="237241"/>
          </a:xfrm>
        </p:spPr>
        <p:txBody>
          <a:bodyPr anchor="ctr"/>
          <a:lstStyle>
            <a:lvl1pPr marL="0" indent="0" algn="ctr">
              <a:buNone/>
              <a:defRPr sz="900" baseline="0">
                <a:latin typeface="+mn-lt"/>
              </a:defRPr>
            </a:lvl1pPr>
          </a:lstStyle>
          <a:p>
            <a:pPr lvl="0"/>
            <a:endParaRPr lang="en-US" dirty="0"/>
          </a:p>
        </p:txBody>
      </p:sp>
      <p:sp>
        <p:nvSpPr>
          <p:cNvPr id="7" name="Text Placeholder 9"/>
          <p:cNvSpPr>
            <a:spLocks noGrp="1"/>
          </p:cNvSpPr>
          <p:nvPr>
            <p:ph type="body" sz="quarter" idx="49"/>
          </p:nvPr>
        </p:nvSpPr>
        <p:spPr>
          <a:xfrm>
            <a:off x="2665277" y="1523274"/>
            <a:ext cx="778678" cy="237241"/>
          </a:xfrm>
        </p:spPr>
        <p:txBody>
          <a:bodyPr anchor="ctr"/>
          <a:lstStyle>
            <a:lvl1pPr marL="0" indent="0" algn="ctr">
              <a:buNone/>
              <a:defRPr sz="600" baseline="0">
                <a:latin typeface="+mn-lt"/>
              </a:defRPr>
            </a:lvl1pPr>
          </a:lstStyle>
          <a:p>
            <a:pPr lvl="0"/>
            <a:endParaRPr lang="en-US" dirty="0"/>
          </a:p>
        </p:txBody>
      </p:sp>
      <p:sp>
        <p:nvSpPr>
          <p:cNvPr id="8" name="Text Placeholder 9"/>
          <p:cNvSpPr>
            <a:spLocks noGrp="1"/>
          </p:cNvSpPr>
          <p:nvPr>
            <p:ph type="body" sz="quarter" idx="50"/>
          </p:nvPr>
        </p:nvSpPr>
        <p:spPr>
          <a:xfrm>
            <a:off x="5624133" y="1820653"/>
            <a:ext cx="3337996" cy="233204"/>
          </a:xfrm>
        </p:spPr>
        <p:txBody>
          <a:bodyPr anchor="ctr"/>
          <a:lstStyle>
            <a:lvl1pPr marL="0" indent="0" algn="ctr">
              <a:buNone/>
              <a:defRPr sz="900" baseline="0">
                <a:latin typeface="+mn-lt"/>
              </a:defRPr>
            </a:lvl1pPr>
          </a:lstStyle>
          <a:p>
            <a:pPr lvl="0"/>
            <a:endParaRPr lang="en-US" dirty="0"/>
          </a:p>
        </p:txBody>
      </p:sp>
      <p:sp>
        <p:nvSpPr>
          <p:cNvPr id="10" name="Text Placeholder 9"/>
          <p:cNvSpPr>
            <a:spLocks noGrp="1"/>
          </p:cNvSpPr>
          <p:nvPr>
            <p:ph type="body" sz="quarter" idx="51"/>
          </p:nvPr>
        </p:nvSpPr>
        <p:spPr>
          <a:xfrm>
            <a:off x="239604" y="1820573"/>
            <a:ext cx="1136269" cy="237241"/>
          </a:xfrm>
        </p:spPr>
        <p:txBody>
          <a:bodyPr anchor="ctr"/>
          <a:lstStyle>
            <a:lvl1pPr marL="0" indent="0" algn="ctr">
              <a:buNone/>
              <a:defRPr sz="900" baseline="0">
                <a:latin typeface="+mn-lt"/>
              </a:defRPr>
            </a:lvl1pPr>
          </a:lstStyle>
          <a:p>
            <a:pPr lvl="0"/>
            <a:endParaRPr lang="en-US" dirty="0"/>
          </a:p>
        </p:txBody>
      </p:sp>
      <p:sp>
        <p:nvSpPr>
          <p:cNvPr id="12" name="Text Placeholder 9"/>
          <p:cNvSpPr>
            <a:spLocks noGrp="1"/>
          </p:cNvSpPr>
          <p:nvPr>
            <p:ph type="body" sz="quarter" idx="53"/>
          </p:nvPr>
        </p:nvSpPr>
        <p:spPr>
          <a:xfrm>
            <a:off x="2665277" y="1826445"/>
            <a:ext cx="778678" cy="237241"/>
          </a:xfrm>
        </p:spPr>
        <p:txBody>
          <a:bodyPr anchor="ctr"/>
          <a:lstStyle>
            <a:lvl1pPr marL="0" indent="0" algn="ctr">
              <a:buNone/>
              <a:defRPr sz="600" baseline="0">
                <a:latin typeface="+mn-lt"/>
              </a:defRPr>
            </a:lvl1pPr>
          </a:lstStyle>
          <a:p>
            <a:pPr lvl="0"/>
            <a:endParaRPr lang="en-US" dirty="0"/>
          </a:p>
        </p:txBody>
      </p:sp>
      <p:sp>
        <p:nvSpPr>
          <p:cNvPr id="13" name="Text Placeholder 9"/>
          <p:cNvSpPr>
            <a:spLocks noGrp="1"/>
          </p:cNvSpPr>
          <p:nvPr>
            <p:ph type="body" sz="quarter" idx="54"/>
          </p:nvPr>
        </p:nvSpPr>
        <p:spPr>
          <a:xfrm>
            <a:off x="5624133" y="2136181"/>
            <a:ext cx="3337996" cy="233204"/>
          </a:xfrm>
        </p:spPr>
        <p:txBody>
          <a:bodyPr anchor="ctr"/>
          <a:lstStyle>
            <a:lvl1pPr marL="0" indent="0" algn="ctr">
              <a:buNone/>
              <a:defRPr sz="900" baseline="0">
                <a:latin typeface="+mn-lt"/>
              </a:defRPr>
            </a:lvl1pPr>
          </a:lstStyle>
          <a:p>
            <a:pPr lvl="0"/>
            <a:endParaRPr lang="en-US" dirty="0"/>
          </a:p>
        </p:txBody>
      </p:sp>
      <p:sp>
        <p:nvSpPr>
          <p:cNvPr id="14" name="Text Placeholder 9"/>
          <p:cNvSpPr>
            <a:spLocks noGrp="1"/>
          </p:cNvSpPr>
          <p:nvPr>
            <p:ph type="body" sz="quarter" idx="55"/>
          </p:nvPr>
        </p:nvSpPr>
        <p:spPr>
          <a:xfrm>
            <a:off x="239604" y="2127555"/>
            <a:ext cx="1136269" cy="237241"/>
          </a:xfrm>
        </p:spPr>
        <p:txBody>
          <a:bodyPr anchor="ctr"/>
          <a:lstStyle>
            <a:lvl1pPr marL="0" indent="0" algn="ctr">
              <a:buNone/>
              <a:defRPr sz="900" baseline="0">
                <a:latin typeface="+mn-lt"/>
              </a:defRPr>
            </a:lvl1pPr>
          </a:lstStyle>
          <a:p>
            <a:pPr lvl="0"/>
            <a:endParaRPr lang="en-US" dirty="0"/>
          </a:p>
        </p:txBody>
      </p:sp>
      <p:sp>
        <p:nvSpPr>
          <p:cNvPr id="16" name="Text Placeholder 9"/>
          <p:cNvSpPr>
            <a:spLocks noGrp="1"/>
          </p:cNvSpPr>
          <p:nvPr>
            <p:ph type="body" sz="quarter" idx="57"/>
          </p:nvPr>
        </p:nvSpPr>
        <p:spPr>
          <a:xfrm>
            <a:off x="2665277" y="2133427"/>
            <a:ext cx="778678" cy="237241"/>
          </a:xfrm>
        </p:spPr>
        <p:txBody>
          <a:bodyPr anchor="ctr"/>
          <a:lstStyle>
            <a:lvl1pPr marL="0" indent="0" algn="ctr">
              <a:buNone/>
              <a:defRPr sz="600" baseline="0">
                <a:latin typeface="+mn-lt"/>
              </a:defRPr>
            </a:lvl1pPr>
          </a:lstStyle>
          <a:p>
            <a:pPr lvl="0"/>
            <a:endParaRPr lang="en-US" dirty="0"/>
          </a:p>
        </p:txBody>
      </p:sp>
      <p:sp>
        <p:nvSpPr>
          <p:cNvPr id="17" name="Text Placeholder 9"/>
          <p:cNvSpPr>
            <a:spLocks noGrp="1"/>
          </p:cNvSpPr>
          <p:nvPr>
            <p:ph type="body" sz="quarter" idx="58"/>
          </p:nvPr>
        </p:nvSpPr>
        <p:spPr>
          <a:xfrm>
            <a:off x="5624133" y="2443436"/>
            <a:ext cx="3337996" cy="233204"/>
          </a:xfrm>
        </p:spPr>
        <p:txBody>
          <a:bodyPr anchor="ctr"/>
          <a:lstStyle>
            <a:lvl1pPr marL="0" indent="0" algn="ctr">
              <a:buNone/>
              <a:defRPr sz="900" baseline="0">
                <a:latin typeface="+mn-lt"/>
              </a:defRPr>
            </a:lvl1pPr>
          </a:lstStyle>
          <a:p>
            <a:pPr lvl="0"/>
            <a:endParaRPr lang="en-US" dirty="0"/>
          </a:p>
        </p:txBody>
      </p:sp>
      <p:sp>
        <p:nvSpPr>
          <p:cNvPr id="18" name="Text Placeholder 9"/>
          <p:cNvSpPr>
            <a:spLocks noGrp="1"/>
          </p:cNvSpPr>
          <p:nvPr>
            <p:ph type="body" sz="quarter" idx="59"/>
          </p:nvPr>
        </p:nvSpPr>
        <p:spPr>
          <a:xfrm>
            <a:off x="239604" y="2443356"/>
            <a:ext cx="1136269" cy="237241"/>
          </a:xfrm>
        </p:spPr>
        <p:txBody>
          <a:bodyPr anchor="ctr"/>
          <a:lstStyle>
            <a:lvl1pPr marL="0" indent="0" algn="ctr">
              <a:buNone/>
              <a:defRPr sz="900" baseline="0">
                <a:latin typeface="+mn-lt"/>
              </a:defRPr>
            </a:lvl1pPr>
          </a:lstStyle>
          <a:p>
            <a:pPr lvl="0"/>
            <a:endParaRPr lang="en-US" dirty="0"/>
          </a:p>
        </p:txBody>
      </p:sp>
      <p:sp>
        <p:nvSpPr>
          <p:cNvPr id="20" name="Text Placeholder 9"/>
          <p:cNvSpPr>
            <a:spLocks noGrp="1"/>
          </p:cNvSpPr>
          <p:nvPr>
            <p:ph type="body" sz="quarter" idx="61"/>
          </p:nvPr>
        </p:nvSpPr>
        <p:spPr>
          <a:xfrm>
            <a:off x="2665277" y="2455070"/>
            <a:ext cx="778678" cy="237241"/>
          </a:xfrm>
        </p:spPr>
        <p:txBody>
          <a:bodyPr anchor="ctr"/>
          <a:lstStyle>
            <a:lvl1pPr marL="0" indent="0" algn="ctr">
              <a:buNone/>
              <a:defRPr sz="600" baseline="0">
                <a:latin typeface="+mn-lt"/>
              </a:defRPr>
            </a:lvl1pPr>
          </a:lstStyle>
          <a:p>
            <a:pPr lvl="0"/>
            <a:endParaRPr lang="en-US" dirty="0"/>
          </a:p>
        </p:txBody>
      </p:sp>
      <p:sp>
        <p:nvSpPr>
          <p:cNvPr id="22" name="Text Placeholder 9"/>
          <p:cNvSpPr>
            <a:spLocks noGrp="1"/>
          </p:cNvSpPr>
          <p:nvPr>
            <p:ph type="body" sz="quarter" idx="63"/>
          </p:nvPr>
        </p:nvSpPr>
        <p:spPr>
          <a:xfrm>
            <a:off x="239604" y="2752150"/>
            <a:ext cx="1136269" cy="237241"/>
          </a:xfrm>
        </p:spPr>
        <p:txBody>
          <a:bodyPr anchor="ctr"/>
          <a:lstStyle>
            <a:lvl1pPr marL="0" indent="0" algn="ctr">
              <a:buNone/>
              <a:defRPr sz="900" baseline="0">
                <a:latin typeface="+mn-lt"/>
              </a:defRPr>
            </a:lvl1pPr>
          </a:lstStyle>
          <a:p>
            <a:pPr lvl="0"/>
            <a:endParaRPr lang="en-US" dirty="0"/>
          </a:p>
        </p:txBody>
      </p:sp>
      <p:sp>
        <p:nvSpPr>
          <p:cNvPr id="24" name="Text Placeholder 9"/>
          <p:cNvSpPr>
            <a:spLocks noGrp="1"/>
          </p:cNvSpPr>
          <p:nvPr>
            <p:ph type="body" sz="quarter" idx="65"/>
          </p:nvPr>
        </p:nvSpPr>
        <p:spPr>
          <a:xfrm>
            <a:off x="2656731" y="2760695"/>
            <a:ext cx="778678" cy="237241"/>
          </a:xfrm>
        </p:spPr>
        <p:txBody>
          <a:bodyPr anchor="ctr"/>
          <a:lstStyle>
            <a:lvl1pPr marL="0" indent="0" algn="ctr">
              <a:buNone/>
              <a:defRPr sz="600" baseline="0">
                <a:latin typeface="+mn-lt"/>
              </a:defRPr>
            </a:lvl1pPr>
          </a:lstStyle>
          <a:p>
            <a:pPr lvl="0"/>
            <a:endParaRPr lang="en-US" dirty="0"/>
          </a:p>
        </p:txBody>
      </p:sp>
      <p:sp>
        <p:nvSpPr>
          <p:cNvPr id="25" name="Text Placeholder 9"/>
          <p:cNvSpPr>
            <a:spLocks noGrp="1"/>
          </p:cNvSpPr>
          <p:nvPr>
            <p:ph type="body" sz="quarter" idx="66"/>
          </p:nvPr>
        </p:nvSpPr>
        <p:spPr>
          <a:xfrm>
            <a:off x="5657139" y="2756187"/>
            <a:ext cx="3304990" cy="233204"/>
          </a:xfrm>
        </p:spPr>
        <p:txBody>
          <a:bodyPr anchor="ctr"/>
          <a:lstStyle>
            <a:lvl1pPr marL="0" indent="0" algn="ctr">
              <a:buNone/>
              <a:defRPr sz="900" baseline="0">
                <a:latin typeface="+mn-lt"/>
              </a:defRPr>
            </a:lvl1pPr>
          </a:lstStyle>
          <a:p>
            <a:pPr lvl="0"/>
            <a:endParaRPr lang="en-US" dirty="0"/>
          </a:p>
        </p:txBody>
      </p:sp>
      <p:sp>
        <p:nvSpPr>
          <p:cNvPr id="26" name="Text Placeholder 9"/>
          <p:cNvSpPr>
            <a:spLocks noGrp="1"/>
          </p:cNvSpPr>
          <p:nvPr>
            <p:ph type="body" sz="quarter" idx="67"/>
          </p:nvPr>
        </p:nvSpPr>
        <p:spPr>
          <a:xfrm>
            <a:off x="239604" y="3064397"/>
            <a:ext cx="1136269" cy="237241"/>
          </a:xfrm>
        </p:spPr>
        <p:txBody>
          <a:bodyPr anchor="ctr"/>
          <a:lstStyle>
            <a:lvl1pPr marL="0" indent="0" algn="ctr">
              <a:buNone/>
              <a:defRPr sz="900" baseline="0">
                <a:latin typeface="+mn-lt"/>
              </a:defRPr>
            </a:lvl1pPr>
          </a:lstStyle>
          <a:p>
            <a:pPr lvl="0"/>
            <a:endParaRPr lang="en-US" dirty="0"/>
          </a:p>
        </p:txBody>
      </p:sp>
      <p:sp>
        <p:nvSpPr>
          <p:cNvPr id="28" name="Text Placeholder 9"/>
          <p:cNvSpPr>
            <a:spLocks noGrp="1"/>
          </p:cNvSpPr>
          <p:nvPr>
            <p:ph type="body" sz="quarter" idx="69"/>
          </p:nvPr>
        </p:nvSpPr>
        <p:spPr>
          <a:xfrm>
            <a:off x="2656731" y="3069165"/>
            <a:ext cx="778678" cy="237241"/>
          </a:xfrm>
        </p:spPr>
        <p:txBody>
          <a:bodyPr anchor="ctr"/>
          <a:lstStyle>
            <a:lvl1pPr marL="0" indent="0" algn="ctr">
              <a:buNone/>
              <a:defRPr sz="600" baseline="0">
                <a:latin typeface="+mn-lt"/>
              </a:defRPr>
            </a:lvl1pPr>
          </a:lstStyle>
          <a:p>
            <a:pPr lvl="0"/>
            <a:endParaRPr lang="en-US" dirty="0"/>
          </a:p>
        </p:txBody>
      </p:sp>
      <p:sp>
        <p:nvSpPr>
          <p:cNvPr id="29" name="Text Placeholder 9"/>
          <p:cNvSpPr>
            <a:spLocks noGrp="1"/>
          </p:cNvSpPr>
          <p:nvPr>
            <p:ph type="body" sz="quarter" idx="70"/>
          </p:nvPr>
        </p:nvSpPr>
        <p:spPr>
          <a:xfrm>
            <a:off x="5639520" y="3069165"/>
            <a:ext cx="3322609" cy="233204"/>
          </a:xfrm>
        </p:spPr>
        <p:txBody>
          <a:bodyPr anchor="ctr"/>
          <a:lstStyle>
            <a:lvl1pPr marL="0" indent="0" algn="ctr">
              <a:buNone/>
              <a:defRPr sz="900" baseline="0">
                <a:latin typeface="+mn-lt"/>
              </a:defRPr>
            </a:lvl1pPr>
          </a:lstStyle>
          <a:p>
            <a:pPr lvl="0"/>
            <a:endParaRPr lang="en-US" dirty="0"/>
          </a:p>
        </p:txBody>
      </p:sp>
      <p:sp>
        <p:nvSpPr>
          <p:cNvPr id="30" name="Text Placeholder 9"/>
          <p:cNvSpPr>
            <a:spLocks noGrp="1"/>
          </p:cNvSpPr>
          <p:nvPr>
            <p:ph type="body" sz="quarter" idx="71"/>
          </p:nvPr>
        </p:nvSpPr>
        <p:spPr>
          <a:xfrm>
            <a:off x="239604" y="3375957"/>
            <a:ext cx="1136269" cy="237241"/>
          </a:xfrm>
        </p:spPr>
        <p:txBody>
          <a:bodyPr anchor="ctr"/>
          <a:lstStyle>
            <a:lvl1pPr marL="0" indent="0" algn="ctr">
              <a:buNone/>
              <a:defRPr sz="900" baseline="0">
                <a:latin typeface="+mn-lt"/>
              </a:defRPr>
            </a:lvl1pPr>
          </a:lstStyle>
          <a:p>
            <a:pPr lvl="0"/>
            <a:endParaRPr lang="en-US" dirty="0"/>
          </a:p>
        </p:txBody>
      </p:sp>
      <p:sp>
        <p:nvSpPr>
          <p:cNvPr id="32" name="Text Placeholder 9"/>
          <p:cNvSpPr>
            <a:spLocks noGrp="1"/>
          </p:cNvSpPr>
          <p:nvPr>
            <p:ph type="body" sz="quarter" idx="73"/>
          </p:nvPr>
        </p:nvSpPr>
        <p:spPr>
          <a:xfrm>
            <a:off x="2656731" y="3375956"/>
            <a:ext cx="778678" cy="237241"/>
          </a:xfrm>
        </p:spPr>
        <p:txBody>
          <a:bodyPr anchor="ctr"/>
          <a:lstStyle>
            <a:lvl1pPr marL="0" indent="0" algn="ctr">
              <a:buNone/>
              <a:defRPr sz="600" baseline="0">
                <a:latin typeface="+mn-lt"/>
              </a:defRPr>
            </a:lvl1pPr>
          </a:lstStyle>
          <a:p>
            <a:pPr lvl="0"/>
            <a:endParaRPr lang="en-US" dirty="0"/>
          </a:p>
        </p:txBody>
      </p:sp>
      <p:sp>
        <p:nvSpPr>
          <p:cNvPr id="33" name="Text Placeholder 9"/>
          <p:cNvSpPr>
            <a:spLocks noGrp="1"/>
          </p:cNvSpPr>
          <p:nvPr>
            <p:ph type="body" sz="quarter" idx="74"/>
          </p:nvPr>
        </p:nvSpPr>
        <p:spPr>
          <a:xfrm>
            <a:off x="5624133" y="3368191"/>
            <a:ext cx="3337996" cy="233204"/>
          </a:xfrm>
        </p:spPr>
        <p:txBody>
          <a:bodyPr anchor="ctr"/>
          <a:lstStyle>
            <a:lvl1pPr marL="0" indent="0" algn="ctr">
              <a:buNone/>
              <a:defRPr sz="900" baseline="0">
                <a:latin typeface="+mn-lt"/>
              </a:defRPr>
            </a:lvl1pPr>
          </a:lstStyle>
          <a:p>
            <a:pPr lvl="0"/>
            <a:endParaRPr lang="en-US" dirty="0"/>
          </a:p>
        </p:txBody>
      </p:sp>
      <p:sp>
        <p:nvSpPr>
          <p:cNvPr id="240" name="Text Placeholder 9"/>
          <p:cNvSpPr>
            <a:spLocks noGrp="1"/>
          </p:cNvSpPr>
          <p:nvPr>
            <p:ph type="body" sz="quarter" idx="75"/>
          </p:nvPr>
        </p:nvSpPr>
        <p:spPr>
          <a:xfrm>
            <a:off x="5632679" y="3667327"/>
            <a:ext cx="3337996" cy="233204"/>
          </a:xfrm>
        </p:spPr>
        <p:txBody>
          <a:bodyPr anchor="ctr"/>
          <a:lstStyle>
            <a:lvl1pPr marL="0" indent="0" algn="ctr">
              <a:buNone/>
              <a:defRPr sz="900" baseline="0">
                <a:latin typeface="+mn-lt"/>
              </a:defRPr>
            </a:lvl1pPr>
          </a:lstStyle>
          <a:p>
            <a:pPr lvl="0"/>
            <a:endParaRPr lang="en-US" dirty="0"/>
          </a:p>
        </p:txBody>
      </p:sp>
      <p:sp>
        <p:nvSpPr>
          <p:cNvPr id="241" name="Text Placeholder 9"/>
          <p:cNvSpPr>
            <a:spLocks noGrp="1"/>
          </p:cNvSpPr>
          <p:nvPr>
            <p:ph type="body" sz="quarter" idx="76"/>
          </p:nvPr>
        </p:nvSpPr>
        <p:spPr>
          <a:xfrm>
            <a:off x="248150" y="3675873"/>
            <a:ext cx="1136269" cy="237241"/>
          </a:xfrm>
        </p:spPr>
        <p:txBody>
          <a:bodyPr anchor="ctr"/>
          <a:lstStyle>
            <a:lvl1pPr marL="0" indent="0" algn="ctr">
              <a:buNone/>
              <a:defRPr sz="900" baseline="0">
                <a:latin typeface="+mn-lt"/>
              </a:defRPr>
            </a:lvl1pPr>
          </a:lstStyle>
          <a:p>
            <a:pPr lvl="0"/>
            <a:endParaRPr lang="en-US" dirty="0"/>
          </a:p>
        </p:txBody>
      </p:sp>
      <p:sp>
        <p:nvSpPr>
          <p:cNvPr id="242" name="Text Placeholder 9"/>
          <p:cNvSpPr>
            <a:spLocks noGrp="1"/>
          </p:cNvSpPr>
          <p:nvPr>
            <p:ph type="body" sz="quarter" idx="77"/>
          </p:nvPr>
        </p:nvSpPr>
        <p:spPr>
          <a:xfrm>
            <a:off x="2673823" y="3673119"/>
            <a:ext cx="778678" cy="237241"/>
          </a:xfrm>
        </p:spPr>
        <p:txBody>
          <a:bodyPr anchor="ctr"/>
          <a:lstStyle>
            <a:lvl1pPr marL="0" indent="0" algn="ctr">
              <a:buNone/>
              <a:defRPr sz="600" baseline="0">
                <a:latin typeface="+mn-lt"/>
              </a:defRPr>
            </a:lvl1pPr>
          </a:lstStyle>
          <a:p>
            <a:pPr lvl="0"/>
            <a:endParaRPr lang="en-US" dirty="0"/>
          </a:p>
        </p:txBody>
      </p:sp>
      <p:sp>
        <p:nvSpPr>
          <p:cNvPr id="243" name="Text Placeholder 9"/>
          <p:cNvSpPr>
            <a:spLocks noGrp="1"/>
          </p:cNvSpPr>
          <p:nvPr>
            <p:ph type="body" sz="quarter" idx="78"/>
          </p:nvPr>
        </p:nvSpPr>
        <p:spPr>
          <a:xfrm>
            <a:off x="5632679" y="3970498"/>
            <a:ext cx="3337996" cy="233204"/>
          </a:xfrm>
        </p:spPr>
        <p:txBody>
          <a:bodyPr anchor="ctr"/>
          <a:lstStyle>
            <a:lvl1pPr marL="0" indent="0" algn="ctr">
              <a:buNone/>
              <a:defRPr sz="900" baseline="0">
                <a:latin typeface="+mn-lt"/>
              </a:defRPr>
            </a:lvl1pPr>
          </a:lstStyle>
          <a:p>
            <a:pPr lvl="0"/>
            <a:endParaRPr lang="en-US" dirty="0"/>
          </a:p>
        </p:txBody>
      </p:sp>
      <p:sp>
        <p:nvSpPr>
          <p:cNvPr id="244" name="Text Placeholder 9"/>
          <p:cNvSpPr>
            <a:spLocks noGrp="1"/>
          </p:cNvSpPr>
          <p:nvPr>
            <p:ph type="body" sz="quarter" idx="79"/>
          </p:nvPr>
        </p:nvSpPr>
        <p:spPr>
          <a:xfrm>
            <a:off x="248150" y="3979044"/>
            <a:ext cx="1136269" cy="237241"/>
          </a:xfrm>
        </p:spPr>
        <p:txBody>
          <a:bodyPr anchor="ctr"/>
          <a:lstStyle>
            <a:lvl1pPr marL="0" indent="0" algn="ctr">
              <a:buNone/>
              <a:defRPr sz="900" baseline="0">
                <a:latin typeface="+mn-lt"/>
              </a:defRPr>
            </a:lvl1pPr>
          </a:lstStyle>
          <a:p>
            <a:pPr lvl="0"/>
            <a:endParaRPr lang="en-US" dirty="0"/>
          </a:p>
        </p:txBody>
      </p:sp>
      <p:sp>
        <p:nvSpPr>
          <p:cNvPr id="245" name="Text Placeholder 9"/>
          <p:cNvSpPr>
            <a:spLocks noGrp="1"/>
          </p:cNvSpPr>
          <p:nvPr>
            <p:ph type="body" sz="quarter" idx="80"/>
          </p:nvPr>
        </p:nvSpPr>
        <p:spPr>
          <a:xfrm>
            <a:off x="2673823" y="3976290"/>
            <a:ext cx="778678" cy="237241"/>
          </a:xfrm>
        </p:spPr>
        <p:txBody>
          <a:bodyPr anchor="ctr"/>
          <a:lstStyle>
            <a:lvl1pPr marL="0" indent="0" algn="ctr">
              <a:buNone/>
              <a:defRPr sz="600" baseline="0">
                <a:latin typeface="+mn-lt"/>
              </a:defRPr>
            </a:lvl1pPr>
          </a:lstStyle>
          <a:p>
            <a:pPr lvl="0"/>
            <a:endParaRPr lang="en-US" dirty="0"/>
          </a:p>
        </p:txBody>
      </p:sp>
      <p:sp>
        <p:nvSpPr>
          <p:cNvPr id="246" name="Text Placeholder 9"/>
          <p:cNvSpPr>
            <a:spLocks noGrp="1"/>
          </p:cNvSpPr>
          <p:nvPr>
            <p:ph type="body" sz="quarter" idx="81"/>
          </p:nvPr>
        </p:nvSpPr>
        <p:spPr>
          <a:xfrm>
            <a:off x="5632679" y="4286026"/>
            <a:ext cx="3337996" cy="233204"/>
          </a:xfrm>
        </p:spPr>
        <p:txBody>
          <a:bodyPr anchor="ctr"/>
          <a:lstStyle>
            <a:lvl1pPr marL="0" indent="0" algn="ctr">
              <a:buNone/>
              <a:defRPr sz="900" baseline="0">
                <a:latin typeface="+mn-lt"/>
              </a:defRPr>
            </a:lvl1pPr>
          </a:lstStyle>
          <a:p>
            <a:pPr lvl="0"/>
            <a:endParaRPr lang="en-US" dirty="0"/>
          </a:p>
        </p:txBody>
      </p:sp>
      <p:sp>
        <p:nvSpPr>
          <p:cNvPr id="247" name="Text Placeholder 9"/>
          <p:cNvSpPr>
            <a:spLocks noGrp="1"/>
          </p:cNvSpPr>
          <p:nvPr>
            <p:ph type="body" sz="quarter" idx="82"/>
          </p:nvPr>
        </p:nvSpPr>
        <p:spPr>
          <a:xfrm>
            <a:off x="248150" y="4286026"/>
            <a:ext cx="1136269" cy="237241"/>
          </a:xfrm>
        </p:spPr>
        <p:txBody>
          <a:bodyPr anchor="ctr"/>
          <a:lstStyle>
            <a:lvl1pPr marL="0" indent="0" algn="ctr">
              <a:buNone/>
              <a:defRPr sz="900" baseline="0">
                <a:latin typeface="+mn-lt"/>
              </a:defRPr>
            </a:lvl1pPr>
          </a:lstStyle>
          <a:p>
            <a:pPr lvl="0"/>
            <a:endParaRPr lang="en-US" dirty="0"/>
          </a:p>
        </p:txBody>
      </p:sp>
      <p:sp>
        <p:nvSpPr>
          <p:cNvPr id="248" name="Text Placeholder 9"/>
          <p:cNvSpPr>
            <a:spLocks noGrp="1"/>
          </p:cNvSpPr>
          <p:nvPr>
            <p:ph type="body" sz="quarter" idx="83"/>
          </p:nvPr>
        </p:nvSpPr>
        <p:spPr>
          <a:xfrm>
            <a:off x="2673823" y="4283272"/>
            <a:ext cx="778678" cy="237241"/>
          </a:xfrm>
        </p:spPr>
        <p:txBody>
          <a:bodyPr anchor="ctr"/>
          <a:lstStyle>
            <a:lvl1pPr marL="0" indent="0" algn="ctr">
              <a:buNone/>
              <a:defRPr sz="600" baseline="0">
                <a:latin typeface="+mn-lt"/>
              </a:defRPr>
            </a:lvl1pPr>
          </a:lstStyle>
          <a:p>
            <a:pPr lvl="0"/>
            <a:endParaRPr lang="en-US" dirty="0"/>
          </a:p>
        </p:txBody>
      </p:sp>
      <p:sp>
        <p:nvSpPr>
          <p:cNvPr id="249" name="Text Placeholder 9"/>
          <p:cNvSpPr>
            <a:spLocks noGrp="1"/>
          </p:cNvSpPr>
          <p:nvPr>
            <p:ph type="body" sz="quarter" idx="84"/>
          </p:nvPr>
        </p:nvSpPr>
        <p:spPr>
          <a:xfrm>
            <a:off x="5632679" y="4593281"/>
            <a:ext cx="3337996" cy="233204"/>
          </a:xfrm>
        </p:spPr>
        <p:txBody>
          <a:bodyPr anchor="ctr"/>
          <a:lstStyle>
            <a:lvl1pPr marL="0" indent="0" algn="ctr">
              <a:buNone/>
              <a:defRPr sz="900" baseline="0">
                <a:latin typeface="+mn-lt"/>
              </a:defRPr>
            </a:lvl1pPr>
          </a:lstStyle>
          <a:p>
            <a:pPr lvl="0"/>
            <a:endParaRPr lang="en-US" dirty="0"/>
          </a:p>
        </p:txBody>
      </p:sp>
      <p:sp>
        <p:nvSpPr>
          <p:cNvPr id="250" name="Text Placeholder 9"/>
          <p:cNvSpPr>
            <a:spLocks noGrp="1"/>
          </p:cNvSpPr>
          <p:nvPr>
            <p:ph type="body" sz="quarter" idx="85"/>
          </p:nvPr>
        </p:nvSpPr>
        <p:spPr>
          <a:xfrm>
            <a:off x="248150" y="4601827"/>
            <a:ext cx="1136269" cy="237241"/>
          </a:xfrm>
        </p:spPr>
        <p:txBody>
          <a:bodyPr anchor="ctr"/>
          <a:lstStyle>
            <a:lvl1pPr marL="0" indent="0" algn="ctr">
              <a:buNone/>
              <a:defRPr sz="900" baseline="0">
                <a:latin typeface="+mn-lt"/>
              </a:defRPr>
            </a:lvl1pPr>
          </a:lstStyle>
          <a:p>
            <a:pPr lvl="0"/>
            <a:endParaRPr lang="en-US" dirty="0"/>
          </a:p>
        </p:txBody>
      </p:sp>
      <p:sp>
        <p:nvSpPr>
          <p:cNvPr id="251" name="Text Placeholder 9"/>
          <p:cNvSpPr>
            <a:spLocks noGrp="1"/>
          </p:cNvSpPr>
          <p:nvPr>
            <p:ph type="body" sz="quarter" idx="86"/>
          </p:nvPr>
        </p:nvSpPr>
        <p:spPr>
          <a:xfrm>
            <a:off x="2673823" y="4604915"/>
            <a:ext cx="778678" cy="237241"/>
          </a:xfrm>
        </p:spPr>
        <p:txBody>
          <a:bodyPr anchor="ctr"/>
          <a:lstStyle>
            <a:lvl1pPr marL="0" indent="0" algn="ctr">
              <a:buNone/>
              <a:defRPr sz="600" baseline="0">
                <a:latin typeface="+mn-lt"/>
              </a:defRPr>
            </a:lvl1pPr>
          </a:lstStyle>
          <a:p>
            <a:pPr lvl="0"/>
            <a:endParaRPr lang="en-US" dirty="0"/>
          </a:p>
        </p:txBody>
      </p:sp>
      <p:sp>
        <p:nvSpPr>
          <p:cNvPr id="252" name="Text Placeholder 9"/>
          <p:cNvSpPr>
            <a:spLocks noGrp="1"/>
          </p:cNvSpPr>
          <p:nvPr>
            <p:ph type="body" sz="quarter" idx="87"/>
          </p:nvPr>
        </p:nvSpPr>
        <p:spPr>
          <a:xfrm>
            <a:off x="248150" y="4901995"/>
            <a:ext cx="1136269" cy="237241"/>
          </a:xfrm>
        </p:spPr>
        <p:txBody>
          <a:bodyPr anchor="ctr"/>
          <a:lstStyle>
            <a:lvl1pPr marL="0" indent="0" algn="ctr">
              <a:buNone/>
              <a:defRPr sz="900" baseline="0">
                <a:latin typeface="+mn-lt"/>
              </a:defRPr>
            </a:lvl1pPr>
          </a:lstStyle>
          <a:p>
            <a:pPr lvl="0"/>
            <a:endParaRPr lang="en-US" dirty="0"/>
          </a:p>
        </p:txBody>
      </p:sp>
      <p:sp>
        <p:nvSpPr>
          <p:cNvPr id="253" name="Text Placeholder 9"/>
          <p:cNvSpPr>
            <a:spLocks noGrp="1"/>
          </p:cNvSpPr>
          <p:nvPr>
            <p:ph type="body" sz="quarter" idx="88"/>
          </p:nvPr>
        </p:nvSpPr>
        <p:spPr>
          <a:xfrm>
            <a:off x="2665277" y="4910540"/>
            <a:ext cx="778678" cy="237241"/>
          </a:xfrm>
        </p:spPr>
        <p:txBody>
          <a:bodyPr anchor="ctr"/>
          <a:lstStyle>
            <a:lvl1pPr marL="0" indent="0" algn="ctr">
              <a:buNone/>
              <a:defRPr sz="600" baseline="0">
                <a:latin typeface="+mn-lt"/>
              </a:defRPr>
            </a:lvl1pPr>
          </a:lstStyle>
          <a:p>
            <a:pPr lvl="0"/>
            <a:endParaRPr lang="en-US" dirty="0"/>
          </a:p>
        </p:txBody>
      </p:sp>
      <p:sp>
        <p:nvSpPr>
          <p:cNvPr id="254" name="Text Placeholder 9"/>
          <p:cNvSpPr>
            <a:spLocks noGrp="1"/>
          </p:cNvSpPr>
          <p:nvPr>
            <p:ph type="body" sz="quarter" idx="89"/>
          </p:nvPr>
        </p:nvSpPr>
        <p:spPr>
          <a:xfrm>
            <a:off x="5665685" y="4906032"/>
            <a:ext cx="3304990" cy="233204"/>
          </a:xfrm>
        </p:spPr>
        <p:txBody>
          <a:bodyPr anchor="ctr"/>
          <a:lstStyle>
            <a:lvl1pPr marL="0" indent="0" algn="ctr">
              <a:buNone/>
              <a:defRPr sz="900" baseline="0">
                <a:latin typeface="+mn-lt"/>
              </a:defRPr>
            </a:lvl1pPr>
          </a:lstStyle>
          <a:p>
            <a:pPr lvl="0"/>
            <a:endParaRPr lang="en-US" dirty="0"/>
          </a:p>
        </p:txBody>
      </p:sp>
      <p:sp>
        <p:nvSpPr>
          <p:cNvPr id="255" name="Text Placeholder 9"/>
          <p:cNvSpPr>
            <a:spLocks noGrp="1"/>
          </p:cNvSpPr>
          <p:nvPr>
            <p:ph type="body" sz="quarter" idx="90"/>
          </p:nvPr>
        </p:nvSpPr>
        <p:spPr>
          <a:xfrm>
            <a:off x="248150" y="5214242"/>
            <a:ext cx="1136269" cy="237241"/>
          </a:xfrm>
        </p:spPr>
        <p:txBody>
          <a:bodyPr anchor="ctr"/>
          <a:lstStyle>
            <a:lvl1pPr marL="0" indent="0" algn="ctr">
              <a:buNone/>
              <a:defRPr sz="900" baseline="0">
                <a:latin typeface="+mn-lt"/>
              </a:defRPr>
            </a:lvl1pPr>
          </a:lstStyle>
          <a:p>
            <a:pPr lvl="0"/>
            <a:endParaRPr lang="en-US" dirty="0"/>
          </a:p>
        </p:txBody>
      </p:sp>
      <p:sp>
        <p:nvSpPr>
          <p:cNvPr id="256" name="Text Placeholder 9"/>
          <p:cNvSpPr>
            <a:spLocks noGrp="1"/>
          </p:cNvSpPr>
          <p:nvPr>
            <p:ph type="body" sz="quarter" idx="91"/>
          </p:nvPr>
        </p:nvSpPr>
        <p:spPr>
          <a:xfrm>
            <a:off x="2665277" y="5219010"/>
            <a:ext cx="778678" cy="237241"/>
          </a:xfrm>
        </p:spPr>
        <p:txBody>
          <a:bodyPr anchor="ctr"/>
          <a:lstStyle>
            <a:lvl1pPr marL="0" indent="0" algn="ctr">
              <a:buNone/>
              <a:defRPr sz="600" baseline="0">
                <a:latin typeface="+mn-lt"/>
              </a:defRPr>
            </a:lvl1pPr>
          </a:lstStyle>
          <a:p>
            <a:pPr lvl="0"/>
            <a:endParaRPr lang="en-US" dirty="0"/>
          </a:p>
        </p:txBody>
      </p:sp>
      <p:sp>
        <p:nvSpPr>
          <p:cNvPr id="257" name="Text Placeholder 9"/>
          <p:cNvSpPr>
            <a:spLocks noGrp="1"/>
          </p:cNvSpPr>
          <p:nvPr>
            <p:ph type="body" sz="quarter" idx="92"/>
          </p:nvPr>
        </p:nvSpPr>
        <p:spPr>
          <a:xfrm>
            <a:off x="5648066" y="5219010"/>
            <a:ext cx="3322609" cy="233204"/>
          </a:xfrm>
        </p:spPr>
        <p:txBody>
          <a:bodyPr anchor="ctr"/>
          <a:lstStyle>
            <a:lvl1pPr marL="0" indent="0" algn="ctr">
              <a:buNone/>
              <a:defRPr sz="900" baseline="0">
                <a:latin typeface="+mn-lt"/>
              </a:defRPr>
            </a:lvl1pPr>
          </a:lstStyle>
          <a:p>
            <a:pPr lvl="0"/>
            <a:endParaRPr lang="en-US" dirty="0"/>
          </a:p>
        </p:txBody>
      </p:sp>
      <p:sp>
        <p:nvSpPr>
          <p:cNvPr id="258" name="Text Placeholder 9"/>
          <p:cNvSpPr>
            <a:spLocks noGrp="1"/>
          </p:cNvSpPr>
          <p:nvPr>
            <p:ph type="body" sz="quarter" idx="93"/>
          </p:nvPr>
        </p:nvSpPr>
        <p:spPr>
          <a:xfrm>
            <a:off x="248150" y="5525802"/>
            <a:ext cx="1136269" cy="237241"/>
          </a:xfrm>
        </p:spPr>
        <p:txBody>
          <a:bodyPr anchor="ctr"/>
          <a:lstStyle>
            <a:lvl1pPr marL="0" indent="0" algn="ctr">
              <a:buNone/>
              <a:defRPr sz="900" baseline="0">
                <a:latin typeface="+mn-lt"/>
              </a:defRPr>
            </a:lvl1pPr>
          </a:lstStyle>
          <a:p>
            <a:pPr lvl="0"/>
            <a:endParaRPr lang="en-US" dirty="0"/>
          </a:p>
        </p:txBody>
      </p:sp>
      <p:sp>
        <p:nvSpPr>
          <p:cNvPr id="259" name="Text Placeholder 9"/>
          <p:cNvSpPr>
            <a:spLocks noGrp="1"/>
          </p:cNvSpPr>
          <p:nvPr>
            <p:ph type="body" sz="quarter" idx="94"/>
          </p:nvPr>
        </p:nvSpPr>
        <p:spPr>
          <a:xfrm>
            <a:off x="2665277" y="5525801"/>
            <a:ext cx="778678" cy="237241"/>
          </a:xfrm>
        </p:spPr>
        <p:txBody>
          <a:bodyPr anchor="ctr"/>
          <a:lstStyle>
            <a:lvl1pPr marL="0" indent="0" algn="ctr">
              <a:buNone/>
              <a:defRPr sz="600" baseline="0">
                <a:latin typeface="+mn-lt"/>
              </a:defRPr>
            </a:lvl1pPr>
          </a:lstStyle>
          <a:p>
            <a:pPr lvl="0"/>
            <a:endParaRPr lang="en-US" dirty="0"/>
          </a:p>
        </p:txBody>
      </p:sp>
      <p:sp>
        <p:nvSpPr>
          <p:cNvPr id="260" name="Text Placeholder 9"/>
          <p:cNvSpPr>
            <a:spLocks noGrp="1"/>
          </p:cNvSpPr>
          <p:nvPr>
            <p:ph type="body" sz="quarter" idx="95"/>
          </p:nvPr>
        </p:nvSpPr>
        <p:spPr>
          <a:xfrm>
            <a:off x="5632679" y="5518036"/>
            <a:ext cx="3337996" cy="233204"/>
          </a:xfrm>
        </p:spPr>
        <p:txBody>
          <a:bodyPr anchor="ctr"/>
          <a:lstStyle>
            <a:lvl1pPr marL="0" indent="0" algn="ctr">
              <a:buNone/>
              <a:defRPr sz="900" baseline="0">
                <a:latin typeface="+mn-lt"/>
              </a:defRPr>
            </a:lvl1pPr>
          </a:lstStyle>
          <a:p>
            <a:pPr lvl="0"/>
            <a:endParaRPr lang="en-US" dirty="0"/>
          </a:p>
        </p:txBody>
      </p:sp>
      <p:sp>
        <p:nvSpPr>
          <p:cNvPr id="261" name="Text Placeholder 9"/>
          <p:cNvSpPr>
            <a:spLocks noGrp="1"/>
          </p:cNvSpPr>
          <p:nvPr>
            <p:ph type="body" sz="quarter" idx="96"/>
          </p:nvPr>
        </p:nvSpPr>
        <p:spPr>
          <a:xfrm>
            <a:off x="237820" y="5810827"/>
            <a:ext cx="1136269" cy="237241"/>
          </a:xfrm>
        </p:spPr>
        <p:txBody>
          <a:bodyPr anchor="ctr"/>
          <a:lstStyle>
            <a:lvl1pPr marL="0" indent="0" algn="ctr">
              <a:buNone/>
              <a:defRPr sz="900" baseline="0">
                <a:latin typeface="+mn-lt"/>
              </a:defRPr>
            </a:lvl1pPr>
          </a:lstStyle>
          <a:p>
            <a:pPr lvl="0"/>
            <a:endParaRPr lang="en-US" dirty="0"/>
          </a:p>
        </p:txBody>
      </p:sp>
      <p:sp>
        <p:nvSpPr>
          <p:cNvPr id="262" name="Text Placeholder 9"/>
          <p:cNvSpPr>
            <a:spLocks noGrp="1"/>
          </p:cNvSpPr>
          <p:nvPr>
            <p:ph type="body" sz="quarter" idx="97"/>
          </p:nvPr>
        </p:nvSpPr>
        <p:spPr>
          <a:xfrm>
            <a:off x="2654947" y="5815595"/>
            <a:ext cx="778678" cy="237241"/>
          </a:xfrm>
        </p:spPr>
        <p:txBody>
          <a:bodyPr anchor="ctr"/>
          <a:lstStyle>
            <a:lvl1pPr marL="0" indent="0" algn="ctr">
              <a:buNone/>
              <a:defRPr sz="600" baseline="0">
                <a:latin typeface="+mn-lt"/>
              </a:defRPr>
            </a:lvl1pPr>
          </a:lstStyle>
          <a:p>
            <a:pPr lvl="0"/>
            <a:endParaRPr lang="en-US" dirty="0"/>
          </a:p>
        </p:txBody>
      </p:sp>
      <p:sp>
        <p:nvSpPr>
          <p:cNvPr id="263" name="Text Placeholder 9"/>
          <p:cNvSpPr>
            <a:spLocks noGrp="1"/>
          </p:cNvSpPr>
          <p:nvPr>
            <p:ph type="body" sz="quarter" idx="98"/>
          </p:nvPr>
        </p:nvSpPr>
        <p:spPr>
          <a:xfrm>
            <a:off x="5637736" y="5815595"/>
            <a:ext cx="3322609" cy="233204"/>
          </a:xfrm>
        </p:spPr>
        <p:txBody>
          <a:bodyPr anchor="ctr"/>
          <a:lstStyle>
            <a:lvl1pPr marL="0" indent="0" algn="ctr">
              <a:buNone/>
              <a:defRPr sz="900" baseline="0">
                <a:latin typeface="+mn-lt"/>
              </a:defRPr>
            </a:lvl1pPr>
          </a:lstStyle>
          <a:p>
            <a:pPr lvl="0"/>
            <a:endParaRPr lang="en-US" dirty="0"/>
          </a:p>
        </p:txBody>
      </p:sp>
      <p:sp>
        <p:nvSpPr>
          <p:cNvPr id="264" name="Text Placeholder 9"/>
          <p:cNvSpPr>
            <a:spLocks noGrp="1"/>
          </p:cNvSpPr>
          <p:nvPr>
            <p:ph type="body" sz="quarter" idx="99"/>
          </p:nvPr>
        </p:nvSpPr>
        <p:spPr>
          <a:xfrm>
            <a:off x="237820" y="6122387"/>
            <a:ext cx="1136269" cy="237241"/>
          </a:xfrm>
        </p:spPr>
        <p:txBody>
          <a:bodyPr anchor="ctr"/>
          <a:lstStyle>
            <a:lvl1pPr marL="0" indent="0" algn="ctr">
              <a:buNone/>
              <a:defRPr sz="900" baseline="0">
                <a:latin typeface="+mn-lt"/>
              </a:defRPr>
            </a:lvl1pPr>
          </a:lstStyle>
          <a:p>
            <a:pPr lvl="0"/>
            <a:endParaRPr lang="en-US" dirty="0"/>
          </a:p>
        </p:txBody>
      </p:sp>
      <p:sp>
        <p:nvSpPr>
          <p:cNvPr id="265" name="Text Placeholder 9"/>
          <p:cNvSpPr>
            <a:spLocks noGrp="1"/>
          </p:cNvSpPr>
          <p:nvPr>
            <p:ph type="body" sz="quarter" idx="100"/>
          </p:nvPr>
        </p:nvSpPr>
        <p:spPr>
          <a:xfrm>
            <a:off x="2654947" y="6122386"/>
            <a:ext cx="778678" cy="237241"/>
          </a:xfrm>
        </p:spPr>
        <p:txBody>
          <a:bodyPr anchor="ctr"/>
          <a:lstStyle>
            <a:lvl1pPr marL="0" indent="0" algn="ctr">
              <a:buNone/>
              <a:defRPr sz="600" baseline="0">
                <a:latin typeface="+mn-lt"/>
              </a:defRPr>
            </a:lvl1pPr>
          </a:lstStyle>
          <a:p>
            <a:pPr lvl="0"/>
            <a:endParaRPr lang="en-US" dirty="0"/>
          </a:p>
        </p:txBody>
      </p:sp>
      <p:sp>
        <p:nvSpPr>
          <p:cNvPr id="266" name="Text Placeholder 9"/>
          <p:cNvSpPr>
            <a:spLocks noGrp="1"/>
          </p:cNvSpPr>
          <p:nvPr>
            <p:ph type="body" sz="quarter" idx="101"/>
          </p:nvPr>
        </p:nvSpPr>
        <p:spPr>
          <a:xfrm>
            <a:off x="5622349" y="6114621"/>
            <a:ext cx="3337996" cy="233204"/>
          </a:xfrm>
        </p:spPr>
        <p:txBody>
          <a:bodyPr anchor="ctr"/>
          <a:lstStyle>
            <a:lvl1pPr marL="0" indent="0" algn="ctr">
              <a:buNone/>
              <a:defRPr sz="900" baseline="0">
                <a:latin typeface="+mn-lt"/>
              </a:defRPr>
            </a:lvl1pPr>
          </a:lstStyle>
          <a:p>
            <a:pPr lvl="0"/>
            <a:endParaRPr lang="en-US" dirty="0"/>
          </a:p>
        </p:txBody>
      </p:sp>
      <p:sp>
        <p:nvSpPr>
          <p:cNvPr id="15" name="TextBox 14"/>
          <p:cNvSpPr txBox="1"/>
          <p:nvPr userDrawn="1"/>
        </p:nvSpPr>
        <p:spPr>
          <a:xfrm>
            <a:off x="1252663" y="726597"/>
            <a:ext cx="7263732" cy="369332"/>
          </a:xfrm>
          <a:prstGeom prst="rect">
            <a:avLst/>
          </a:prstGeom>
          <a:noFill/>
        </p:spPr>
        <p:txBody>
          <a:bodyPr wrap="square" rtlCol="0">
            <a:spAutoFit/>
          </a:bodyPr>
          <a:lstStyle/>
          <a:p>
            <a:r>
              <a:rPr lang="en-US" b="1" u="sng" dirty="0"/>
              <a:t>List of Personnel</a:t>
            </a:r>
            <a:r>
              <a:rPr lang="en-US" b="1" u="sng" baseline="0" dirty="0"/>
              <a:t> Trained to Perform the Testing.</a:t>
            </a:r>
            <a:endParaRPr lang="en-US" b="1" u="sng" dirty="0"/>
          </a:p>
        </p:txBody>
      </p:sp>
    </p:spTree>
    <p:extLst>
      <p:ext uri="{BB962C8B-B14F-4D97-AF65-F5344CB8AC3E}">
        <p14:creationId xmlns:p14="http://schemas.microsoft.com/office/powerpoint/2010/main" val="79242911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cedure Slide 01-Must be used">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graphicFrame>
        <p:nvGraphicFramePr>
          <p:cNvPr id="2" name="Table 1"/>
          <p:cNvGraphicFramePr>
            <a:graphicFrameLocks noGrp="1"/>
          </p:cNvGraphicFramePr>
          <p:nvPr userDrawn="1">
            <p:extLst>
              <p:ext uri="{D42A27DB-BD31-4B8C-83A1-F6EECF244321}">
                <p14:modId xmlns:p14="http://schemas.microsoft.com/office/powerpoint/2010/main" val="2618117016"/>
              </p:ext>
            </p:extLst>
          </p:nvPr>
        </p:nvGraphicFramePr>
        <p:xfrm>
          <a:off x="250825" y="1199292"/>
          <a:ext cx="8695467" cy="4780280"/>
        </p:xfrm>
        <a:graphic>
          <a:graphicData uri="http://schemas.openxmlformats.org/drawingml/2006/table">
            <a:tbl>
              <a:tblPr firstRow="1" bandRow="1">
                <a:tableStyleId>{5C22544A-7EE6-4342-B048-85BDC9FD1C3A}</a:tableStyleId>
              </a:tblPr>
              <a:tblGrid>
                <a:gridCol w="729478">
                  <a:extLst>
                    <a:ext uri="{9D8B030D-6E8A-4147-A177-3AD203B41FA5}">
                      <a16:colId xmlns:a16="http://schemas.microsoft.com/office/drawing/2014/main" val="1591981960"/>
                    </a:ext>
                  </a:extLst>
                </a:gridCol>
                <a:gridCol w="7965989">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r>
                        <a:rPr lang="en-US" dirty="0"/>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Technician to review the TSP, TR, </a:t>
                      </a:r>
                      <a:r>
                        <a:rPr lang="en-US" sz="1800" baseline="0" dirty="0"/>
                        <a:t>NEM, Datasheet, NDS, and Regulations. Set meeting with Test engineer to discuss any questions/comments/concerns, and to make sure all necessary information are up to date and data required for the test is clearly stated and defined.  </a:t>
                      </a:r>
                      <a:endParaRPr lang="en-US" sz="1800" dirty="0">
                        <a:solidFill>
                          <a:schemeClr val="tx1"/>
                        </a:solidFill>
                      </a:endParaRPr>
                    </a:p>
                  </a:txBody>
                  <a:tcPr anchor="ctr"/>
                </a:tc>
                <a:extLst>
                  <a:ext uri="{0D108BD9-81ED-4DB2-BD59-A6C34878D82A}">
                    <a16:rowId xmlns:a16="http://schemas.microsoft.com/office/drawing/2014/main" val="351306040"/>
                  </a:ext>
                </a:extLst>
              </a:tr>
              <a:tr h="370840">
                <a:tc>
                  <a:txBody>
                    <a:bodyPr/>
                    <a:lstStyle/>
                    <a:p>
                      <a:pPr algn="ctr"/>
                      <a:r>
                        <a:rPr lang="en-US" dirty="0"/>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Using the Logistics</a:t>
                      </a:r>
                      <a:r>
                        <a:rPr lang="en-US" sz="1800" baseline="0" dirty="0"/>
                        <a:t> Information, schedule the work area/lab.  Gather all necessary tools, equipment, materials needed to perform the test.  Acquire all the necessary parts and vehicles needed to perform the test. </a:t>
                      </a:r>
                      <a:r>
                        <a:rPr lang="en-US" sz="1800" baseline="0" dirty="0">
                          <a:solidFill>
                            <a:schemeClr val="tx1"/>
                          </a:solidFill>
                        </a:rPr>
                        <a:t>Make sure test parts are of latest level.</a:t>
                      </a:r>
                      <a:endParaRPr lang="en-US" sz="1800" dirty="0">
                        <a:solidFill>
                          <a:schemeClr val="tx1"/>
                        </a:solidFill>
                      </a:endParaRPr>
                    </a:p>
                  </a:txBody>
                  <a:tcPr anchor="ctr"/>
                </a:tc>
                <a:extLst>
                  <a:ext uri="{0D108BD9-81ED-4DB2-BD59-A6C34878D82A}">
                    <a16:rowId xmlns:a16="http://schemas.microsoft.com/office/drawing/2014/main" val="4076635343"/>
                  </a:ext>
                </a:extLst>
              </a:tr>
              <a:tr h="370840">
                <a:tc>
                  <a:txBody>
                    <a:bodyPr/>
                    <a:lstStyle/>
                    <a:p>
                      <a:pPr algn="ctr"/>
                      <a:r>
                        <a:rPr lang="en-US" dirty="0"/>
                        <a:t>3</a:t>
                      </a:r>
                    </a:p>
                  </a:txBody>
                  <a:tcPr anchor="ctr"/>
                </a:tc>
                <a:tc>
                  <a:txBody>
                    <a:bodyPr/>
                    <a:lstStyle/>
                    <a:p>
                      <a:pPr algn="l"/>
                      <a:endParaRPr lang="en-US" dirty="0"/>
                    </a:p>
                  </a:txBody>
                  <a:tcPr anchor="ctr"/>
                </a:tc>
                <a:extLst>
                  <a:ext uri="{0D108BD9-81ED-4DB2-BD59-A6C34878D82A}">
                    <a16:rowId xmlns:a16="http://schemas.microsoft.com/office/drawing/2014/main" val="1514782961"/>
                  </a:ext>
                </a:extLst>
              </a:tr>
              <a:tr h="370840">
                <a:tc>
                  <a:txBody>
                    <a:bodyPr/>
                    <a:lstStyle/>
                    <a:p>
                      <a:pPr algn="ctr"/>
                      <a:r>
                        <a:rPr lang="en-US" dirty="0"/>
                        <a:t>4</a:t>
                      </a:r>
                    </a:p>
                  </a:txBody>
                  <a:tcPr anchor="ctr"/>
                </a:tc>
                <a:tc>
                  <a:txBody>
                    <a:bodyPr/>
                    <a:lstStyle/>
                    <a:p>
                      <a:pPr algn="l"/>
                      <a:endParaRPr lang="en-US" dirty="0"/>
                    </a:p>
                  </a:txBody>
                  <a:tcPr anchor="ctr"/>
                </a:tc>
                <a:extLst>
                  <a:ext uri="{0D108BD9-81ED-4DB2-BD59-A6C34878D82A}">
                    <a16:rowId xmlns:a16="http://schemas.microsoft.com/office/drawing/2014/main" val="2145422813"/>
                  </a:ext>
                </a:extLst>
              </a:tr>
              <a:tr h="370840">
                <a:tc>
                  <a:txBody>
                    <a:bodyPr/>
                    <a:lstStyle/>
                    <a:p>
                      <a:pPr algn="ctr"/>
                      <a:r>
                        <a:rPr lang="en-US" dirty="0"/>
                        <a:t>5</a:t>
                      </a:r>
                    </a:p>
                  </a:txBody>
                  <a:tcPr anchor="ctr"/>
                </a:tc>
                <a:tc>
                  <a:txBody>
                    <a:bodyPr/>
                    <a:lstStyle/>
                    <a:p>
                      <a:pPr algn="l"/>
                      <a:endParaRPr lang="en-US" dirty="0"/>
                    </a:p>
                  </a:txBody>
                  <a:tcPr anchor="ctr"/>
                </a:tc>
                <a:extLst>
                  <a:ext uri="{0D108BD9-81ED-4DB2-BD59-A6C34878D82A}">
                    <a16:rowId xmlns:a16="http://schemas.microsoft.com/office/drawing/2014/main" val="3109545566"/>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064101360"/>
                  </a:ext>
                </a:extLst>
              </a:tr>
            </a:tbl>
          </a:graphicData>
        </a:graphic>
      </p:graphicFrame>
      <p:sp>
        <p:nvSpPr>
          <p:cNvPr id="11" name="Text Placeholder 6"/>
          <p:cNvSpPr>
            <a:spLocks noGrp="1"/>
          </p:cNvSpPr>
          <p:nvPr>
            <p:ph type="body" sz="quarter" idx="11" hasCustomPrompt="1"/>
          </p:nvPr>
        </p:nvSpPr>
        <p:spPr>
          <a:xfrm>
            <a:off x="255072" y="696527"/>
            <a:ext cx="3040062" cy="423863"/>
          </a:xfrm>
        </p:spPr>
        <p:txBody>
          <a:bodyPr anchor="ctr"/>
          <a:lstStyle>
            <a:lvl1pPr>
              <a:defRPr sz="2400"/>
            </a:lvl1pPr>
          </a:lstStyle>
          <a:p>
            <a:pPr lvl="0"/>
            <a:r>
              <a:rPr lang="en-US" dirty="0"/>
              <a:t>Sub-title</a:t>
            </a:r>
          </a:p>
        </p:txBody>
      </p:sp>
      <p:pic>
        <p:nvPicPr>
          <p:cNvPr id="7" name="Picture 6"/>
          <p:cNvPicPr>
            <a:picLocks noChangeAspect="1"/>
          </p:cNvPicPr>
          <p:nvPr userDrawn="1"/>
        </p:nvPicPr>
        <p:blipFill>
          <a:blip r:embed="rId2"/>
          <a:stretch>
            <a:fillRect/>
          </a:stretch>
        </p:blipFill>
        <p:spPr>
          <a:xfrm>
            <a:off x="952059" y="1170108"/>
            <a:ext cx="7998645" cy="499915"/>
          </a:xfrm>
          <a:prstGeom prst="rect">
            <a:avLst/>
          </a:prstGeom>
        </p:spPr>
      </p:pic>
    </p:spTree>
    <p:extLst>
      <p:ext uri="{BB962C8B-B14F-4D97-AF65-F5344CB8AC3E}">
        <p14:creationId xmlns:p14="http://schemas.microsoft.com/office/powerpoint/2010/main" val="295013960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cedure Slide 01a-Must be used">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8" name="Title 7"/>
          <p:cNvSpPr>
            <a:spLocks noGrp="1"/>
          </p:cNvSpPr>
          <p:nvPr>
            <p:ph type="title" hasCustomPrompt="1"/>
          </p:nvPr>
        </p:nvSpPr>
        <p:spPr>
          <a:xfrm>
            <a:off x="250825" y="779872"/>
            <a:ext cx="2719706" cy="304729"/>
          </a:xfrm>
        </p:spPr>
        <p:txBody>
          <a:bodyPr/>
          <a:lstStyle>
            <a:lvl1pPr>
              <a:defRPr sz="2000" b="0">
                <a:latin typeface="+mn-lt"/>
              </a:defRPr>
            </a:lvl1pPr>
          </a:lstStyle>
          <a:p>
            <a:r>
              <a:rPr lang="en-US" dirty="0"/>
              <a:t>Sub-Title</a:t>
            </a:r>
          </a:p>
        </p:txBody>
      </p:sp>
      <p:graphicFrame>
        <p:nvGraphicFramePr>
          <p:cNvPr id="2" name="Table 1"/>
          <p:cNvGraphicFramePr>
            <a:graphicFrameLocks noGrp="1"/>
          </p:cNvGraphicFramePr>
          <p:nvPr userDrawn="1">
            <p:extLst>
              <p:ext uri="{D42A27DB-BD31-4B8C-83A1-F6EECF244321}">
                <p14:modId xmlns:p14="http://schemas.microsoft.com/office/powerpoint/2010/main" val="136569096"/>
              </p:ext>
            </p:extLst>
          </p:nvPr>
        </p:nvGraphicFramePr>
        <p:xfrm>
          <a:off x="250825" y="1199292"/>
          <a:ext cx="4859560" cy="5069840"/>
        </p:xfrm>
        <a:graphic>
          <a:graphicData uri="http://schemas.openxmlformats.org/drawingml/2006/table">
            <a:tbl>
              <a:tblPr firstRow="1" bandRow="1">
                <a:tableStyleId>{5C22544A-7EE6-4342-B048-85BDC9FD1C3A}</a:tableStyleId>
              </a:tblPr>
              <a:tblGrid>
                <a:gridCol w="811087">
                  <a:extLst>
                    <a:ext uri="{9D8B030D-6E8A-4147-A177-3AD203B41FA5}">
                      <a16:colId xmlns:a16="http://schemas.microsoft.com/office/drawing/2014/main" val="1591981960"/>
                    </a:ext>
                  </a:extLst>
                </a:gridCol>
                <a:gridCol w="4048473">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r>
                        <a:rPr lang="en-US" sz="1600" dirty="0"/>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Technician to review the TSP, TR, </a:t>
                      </a:r>
                      <a:r>
                        <a:rPr lang="en-US" sz="1600" baseline="0" dirty="0"/>
                        <a:t>NEM, Datasheet, NDS, and Regulations. Set meeting with Test engineer to discuss any questions/comments/concerns, and to make sure all necessary information are up to date and data required for the test is clearly stated and defined.  </a:t>
                      </a:r>
                      <a:endParaRPr lang="en-US" sz="1600" dirty="0">
                        <a:solidFill>
                          <a:schemeClr val="tx1"/>
                        </a:solidFill>
                      </a:endParaRPr>
                    </a:p>
                  </a:txBody>
                  <a:tcPr anchor="ctr"/>
                </a:tc>
                <a:extLst>
                  <a:ext uri="{0D108BD9-81ED-4DB2-BD59-A6C34878D82A}">
                    <a16:rowId xmlns:a16="http://schemas.microsoft.com/office/drawing/2014/main" val="351306040"/>
                  </a:ext>
                </a:extLst>
              </a:tr>
              <a:tr h="370840">
                <a:tc>
                  <a:txBody>
                    <a:bodyPr/>
                    <a:lstStyle/>
                    <a:p>
                      <a:pPr algn="ctr"/>
                      <a:r>
                        <a:rPr lang="en-US" sz="1600" dirty="0"/>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Using the Logistics</a:t>
                      </a:r>
                      <a:r>
                        <a:rPr lang="en-US" sz="1600" baseline="0" dirty="0"/>
                        <a:t> Information, schedule the work area/lab.  Gather all necessary tools, equipment, materials needed to perform the test.  Acquire all the necessary parts and vehicles needed to perform the test. </a:t>
                      </a:r>
                      <a:r>
                        <a:rPr lang="en-US" sz="1600" baseline="0" dirty="0">
                          <a:solidFill>
                            <a:schemeClr val="tx1"/>
                          </a:solidFill>
                        </a:rPr>
                        <a:t>Make sure test parts are of latest level.</a:t>
                      </a:r>
                      <a:endParaRPr lang="en-US" sz="1600" dirty="0">
                        <a:solidFill>
                          <a:schemeClr val="tx1"/>
                        </a:solidFill>
                      </a:endParaRPr>
                    </a:p>
                  </a:txBody>
                  <a:tcPr anchor="ctr"/>
                </a:tc>
                <a:extLst>
                  <a:ext uri="{0D108BD9-81ED-4DB2-BD59-A6C34878D82A}">
                    <a16:rowId xmlns:a16="http://schemas.microsoft.com/office/drawing/2014/main" val="4076635343"/>
                  </a:ext>
                </a:extLst>
              </a:tr>
              <a:tr h="370840">
                <a:tc>
                  <a:txBody>
                    <a:bodyPr/>
                    <a:lstStyle/>
                    <a:p>
                      <a:pPr algn="ctr"/>
                      <a:r>
                        <a:rPr lang="en-US" sz="1600" dirty="0"/>
                        <a:t>3</a:t>
                      </a:r>
                    </a:p>
                  </a:txBody>
                  <a:tcPr anchor="ctr"/>
                </a:tc>
                <a:tc>
                  <a:txBody>
                    <a:bodyPr/>
                    <a:lstStyle/>
                    <a:p>
                      <a:pPr algn="l"/>
                      <a:endParaRPr lang="en-US" sz="1600" dirty="0"/>
                    </a:p>
                  </a:txBody>
                  <a:tcPr anchor="ctr"/>
                </a:tc>
                <a:extLst>
                  <a:ext uri="{0D108BD9-81ED-4DB2-BD59-A6C34878D82A}">
                    <a16:rowId xmlns:a16="http://schemas.microsoft.com/office/drawing/2014/main" val="1514782961"/>
                  </a:ext>
                </a:extLst>
              </a:tr>
            </a:tbl>
          </a:graphicData>
        </a:graphic>
      </p:graphicFrame>
      <p:sp>
        <p:nvSpPr>
          <p:cNvPr id="7" name="Picture Placeholder 6"/>
          <p:cNvSpPr>
            <a:spLocks noGrp="1"/>
          </p:cNvSpPr>
          <p:nvPr>
            <p:ph type="pic" sz="quarter" idx="11"/>
          </p:nvPr>
        </p:nvSpPr>
        <p:spPr>
          <a:xfrm>
            <a:off x="5289847" y="1198563"/>
            <a:ext cx="3673178" cy="2508250"/>
          </a:xfrm>
        </p:spPr>
        <p:txBody>
          <a:bodyPr/>
          <a:lstStyle/>
          <a:p>
            <a:endParaRPr lang="en-US" dirty="0"/>
          </a:p>
        </p:txBody>
      </p:sp>
      <p:sp>
        <p:nvSpPr>
          <p:cNvPr id="13" name="Picture Placeholder 6"/>
          <p:cNvSpPr>
            <a:spLocks noGrp="1"/>
          </p:cNvSpPr>
          <p:nvPr>
            <p:ph type="pic" sz="quarter" idx="12"/>
          </p:nvPr>
        </p:nvSpPr>
        <p:spPr>
          <a:xfrm>
            <a:off x="5289847" y="3863118"/>
            <a:ext cx="3673177" cy="2508250"/>
          </a:xfrm>
        </p:spPr>
        <p:txBody>
          <a:bodyPr/>
          <a:lstStyle/>
          <a:p>
            <a:endParaRPr lang="en-US" dirty="0"/>
          </a:p>
        </p:txBody>
      </p:sp>
      <p:pic>
        <p:nvPicPr>
          <p:cNvPr id="3" name="Picture 2"/>
          <p:cNvPicPr>
            <a:picLocks noChangeAspect="1"/>
          </p:cNvPicPr>
          <p:nvPr userDrawn="1"/>
        </p:nvPicPr>
        <p:blipFill>
          <a:blip r:embed="rId2"/>
          <a:stretch>
            <a:fillRect/>
          </a:stretch>
        </p:blipFill>
        <p:spPr>
          <a:xfrm>
            <a:off x="1054455" y="1161509"/>
            <a:ext cx="4060288" cy="499915"/>
          </a:xfrm>
          <a:prstGeom prst="rect">
            <a:avLst/>
          </a:prstGeom>
        </p:spPr>
      </p:pic>
    </p:spTree>
    <p:extLst>
      <p:ext uri="{BB962C8B-B14F-4D97-AF65-F5344CB8AC3E}">
        <p14:creationId xmlns:p14="http://schemas.microsoft.com/office/powerpoint/2010/main" val="320181385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cedure Table Slide 01">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baseline="0"/>
            </a:lvl1pPr>
          </a:lstStyle>
          <a:p>
            <a:pPr lvl="0"/>
            <a:r>
              <a:rPr lang="en-US" dirty="0"/>
              <a:t>Add Procedure Table or Pictures</a:t>
            </a:r>
          </a:p>
        </p:txBody>
      </p:sp>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7" name="Text Placeholder 6"/>
          <p:cNvSpPr>
            <a:spLocks noGrp="1"/>
          </p:cNvSpPr>
          <p:nvPr>
            <p:ph type="body" sz="quarter" idx="11" hasCustomPrompt="1"/>
          </p:nvPr>
        </p:nvSpPr>
        <p:spPr>
          <a:xfrm>
            <a:off x="255072" y="671813"/>
            <a:ext cx="3040062" cy="423863"/>
          </a:xfrm>
        </p:spPr>
        <p:txBody>
          <a:bodyPr anchor="ctr"/>
          <a:lstStyle>
            <a:lvl1pPr>
              <a:defRPr sz="2000"/>
            </a:lvl1pPr>
          </a:lstStyle>
          <a:p>
            <a:pPr lvl="0"/>
            <a:r>
              <a:rPr lang="en-US" dirty="0"/>
              <a:t>Sub-title</a:t>
            </a:r>
          </a:p>
        </p:txBody>
      </p:sp>
    </p:spTree>
    <p:extLst>
      <p:ext uri="{BB962C8B-B14F-4D97-AF65-F5344CB8AC3E}">
        <p14:creationId xmlns:p14="http://schemas.microsoft.com/office/powerpoint/2010/main" val="231701502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Procedure Blank Slide">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57309"/>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7" name="Text Placeholder 6"/>
          <p:cNvSpPr>
            <a:spLocks noGrp="1"/>
          </p:cNvSpPr>
          <p:nvPr>
            <p:ph type="body" sz="quarter" idx="11" hasCustomPrompt="1"/>
          </p:nvPr>
        </p:nvSpPr>
        <p:spPr>
          <a:xfrm>
            <a:off x="255072" y="629868"/>
            <a:ext cx="3040062" cy="423863"/>
          </a:xfrm>
        </p:spPr>
        <p:txBody>
          <a:bodyPr anchor="ctr"/>
          <a:lstStyle>
            <a:lvl1pPr>
              <a:defRPr sz="2000"/>
            </a:lvl1pPr>
          </a:lstStyle>
          <a:p>
            <a:pPr lvl="0"/>
            <a:r>
              <a:rPr lang="en-US" dirty="0"/>
              <a:t>Sub-title</a:t>
            </a:r>
          </a:p>
        </p:txBody>
      </p:sp>
    </p:spTree>
    <p:extLst>
      <p:ext uri="{BB962C8B-B14F-4D97-AF65-F5344CB8AC3E}">
        <p14:creationId xmlns:p14="http://schemas.microsoft.com/office/powerpoint/2010/main" val="220373107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Procedure Table Slide 03">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graphicFrame>
        <p:nvGraphicFramePr>
          <p:cNvPr id="2" name="Table 1"/>
          <p:cNvGraphicFramePr>
            <a:graphicFrameLocks noGrp="1"/>
          </p:cNvGraphicFramePr>
          <p:nvPr userDrawn="1">
            <p:extLst>
              <p:ext uri="{D42A27DB-BD31-4B8C-83A1-F6EECF244321}">
                <p14:modId xmlns:p14="http://schemas.microsoft.com/office/powerpoint/2010/main" val="138085287"/>
              </p:ext>
            </p:extLst>
          </p:nvPr>
        </p:nvGraphicFramePr>
        <p:xfrm>
          <a:off x="250825" y="1199292"/>
          <a:ext cx="8695467" cy="4450080"/>
        </p:xfrm>
        <a:graphic>
          <a:graphicData uri="http://schemas.openxmlformats.org/drawingml/2006/table">
            <a:tbl>
              <a:tblPr firstRow="1" bandRow="1">
                <a:tableStyleId>{5C22544A-7EE6-4342-B048-85BDC9FD1C3A}</a:tableStyleId>
              </a:tblPr>
              <a:tblGrid>
                <a:gridCol w="729478">
                  <a:extLst>
                    <a:ext uri="{9D8B030D-6E8A-4147-A177-3AD203B41FA5}">
                      <a16:colId xmlns:a16="http://schemas.microsoft.com/office/drawing/2014/main" val="1591981960"/>
                    </a:ext>
                  </a:extLst>
                </a:gridCol>
                <a:gridCol w="7965989">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51306040"/>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40766353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514782961"/>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3782266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232918545"/>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66856342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741410668"/>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296874697"/>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1454228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109545566"/>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064101360"/>
                  </a:ext>
                </a:extLst>
              </a:tr>
            </a:tbl>
          </a:graphicData>
        </a:graphic>
      </p:graphicFrame>
      <p:sp>
        <p:nvSpPr>
          <p:cNvPr id="11" name="Text Placeholder 6"/>
          <p:cNvSpPr>
            <a:spLocks noGrp="1"/>
          </p:cNvSpPr>
          <p:nvPr>
            <p:ph type="body" sz="quarter" idx="11" hasCustomPrompt="1"/>
          </p:nvPr>
        </p:nvSpPr>
        <p:spPr>
          <a:xfrm>
            <a:off x="255072" y="696527"/>
            <a:ext cx="3040062" cy="423863"/>
          </a:xfrm>
        </p:spPr>
        <p:txBody>
          <a:bodyPr anchor="ctr"/>
          <a:lstStyle>
            <a:lvl1pPr>
              <a:defRPr sz="2400"/>
            </a:lvl1pPr>
          </a:lstStyle>
          <a:p>
            <a:pPr lvl="0"/>
            <a:r>
              <a:rPr lang="en-US" dirty="0"/>
              <a:t>Sub-title</a:t>
            </a:r>
          </a:p>
        </p:txBody>
      </p:sp>
      <p:pic>
        <p:nvPicPr>
          <p:cNvPr id="14" name="Picture 13"/>
          <p:cNvPicPr>
            <a:picLocks noChangeAspect="1"/>
          </p:cNvPicPr>
          <p:nvPr userDrawn="1"/>
        </p:nvPicPr>
        <p:blipFill>
          <a:blip r:embed="rId2"/>
          <a:stretch>
            <a:fillRect/>
          </a:stretch>
        </p:blipFill>
        <p:spPr>
          <a:xfrm>
            <a:off x="952059" y="1163812"/>
            <a:ext cx="7998645" cy="499915"/>
          </a:xfrm>
          <a:prstGeom prst="rect">
            <a:avLst/>
          </a:prstGeom>
        </p:spPr>
      </p:pic>
    </p:spTree>
    <p:extLst>
      <p:ext uri="{BB962C8B-B14F-4D97-AF65-F5344CB8AC3E}">
        <p14:creationId xmlns:p14="http://schemas.microsoft.com/office/powerpoint/2010/main" val="72172286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Procedure Table Slide 04">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8" name="Title 7"/>
          <p:cNvSpPr>
            <a:spLocks noGrp="1"/>
          </p:cNvSpPr>
          <p:nvPr>
            <p:ph type="title" hasCustomPrompt="1"/>
          </p:nvPr>
        </p:nvSpPr>
        <p:spPr>
          <a:xfrm>
            <a:off x="250825" y="779872"/>
            <a:ext cx="2719706" cy="304729"/>
          </a:xfrm>
        </p:spPr>
        <p:txBody>
          <a:bodyPr/>
          <a:lstStyle>
            <a:lvl1pPr>
              <a:defRPr sz="2000" b="0">
                <a:latin typeface="+mn-lt"/>
              </a:defRPr>
            </a:lvl1pPr>
          </a:lstStyle>
          <a:p>
            <a:r>
              <a:rPr lang="en-US" dirty="0"/>
              <a:t>Sub-Title</a:t>
            </a:r>
          </a:p>
        </p:txBody>
      </p:sp>
      <p:graphicFrame>
        <p:nvGraphicFramePr>
          <p:cNvPr id="2" name="Table 1"/>
          <p:cNvGraphicFramePr>
            <a:graphicFrameLocks noGrp="1"/>
          </p:cNvGraphicFramePr>
          <p:nvPr userDrawn="1">
            <p:extLst>
              <p:ext uri="{D42A27DB-BD31-4B8C-83A1-F6EECF244321}">
                <p14:modId xmlns:p14="http://schemas.microsoft.com/office/powerpoint/2010/main" val="980034669"/>
              </p:ext>
            </p:extLst>
          </p:nvPr>
        </p:nvGraphicFramePr>
        <p:xfrm>
          <a:off x="250825" y="1199292"/>
          <a:ext cx="4370602" cy="4450080"/>
        </p:xfrm>
        <a:graphic>
          <a:graphicData uri="http://schemas.openxmlformats.org/drawingml/2006/table">
            <a:tbl>
              <a:tblPr firstRow="1" bandRow="1">
                <a:tableStyleId>{5C22544A-7EE6-4342-B048-85BDC9FD1C3A}</a:tableStyleId>
              </a:tblPr>
              <a:tblGrid>
                <a:gridCol w="729478">
                  <a:extLst>
                    <a:ext uri="{9D8B030D-6E8A-4147-A177-3AD203B41FA5}">
                      <a16:colId xmlns:a16="http://schemas.microsoft.com/office/drawing/2014/main" val="1591981960"/>
                    </a:ext>
                  </a:extLst>
                </a:gridCol>
                <a:gridCol w="3641124">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51306040"/>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40766353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514782961"/>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3782266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232918545"/>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66856342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741410668"/>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296874697"/>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1454228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109545566"/>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064101360"/>
                  </a:ext>
                </a:extLst>
              </a:tr>
            </a:tbl>
          </a:graphicData>
        </a:graphic>
      </p:graphicFrame>
      <p:sp>
        <p:nvSpPr>
          <p:cNvPr id="7" name="Picture Placeholder 6"/>
          <p:cNvSpPr>
            <a:spLocks noGrp="1"/>
          </p:cNvSpPr>
          <p:nvPr>
            <p:ph type="pic" sz="quarter" idx="11"/>
          </p:nvPr>
        </p:nvSpPr>
        <p:spPr>
          <a:xfrm>
            <a:off x="4876800" y="1198563"/>
            <a:ext cx="4086225" cy="2508250"/>
          </a:xfrm>
        </p:spPr>
        <p:txBody>
          <a:bodyPr/>
          <a:lstStyle/>
          <a:p>
            <a:endParaRPr lang="en-US" dirty="0"/>
          </a:p>
        </p:txBody>
      </p:sp>
      <p:sp>
        <p:nvSpPr>
          <p:cNvPr id="13" name="Picture Placeholder 6"/>
          <p:cNvSpPr>
            <a:spLocks noGrp="1"/>
          </p:cNvSpPr>
          <p:nvPr>
            <p:ph type="pic" sz="quarter" idx="12"/>
          </p:nvPr>
        </p:nvSpPr>
        <p:spPr>
          <a:xfrm>
            <a:off x="4876799" y="3863118"/>
            <a:ext cx="4086225" cy="2508250"/>
          </a:xfrm>
        </p:spPr>
        <p:txBody>
          <a:bodyPr/>
          <a:lstStyle/>
          <a:p>
            <a:endParaRPr lang="en-US" dirty="0"/>
          </a:p>
        </p:txBody>
      </p:sp>
      <p:pic>
        <p:nvPicPr>
          <p:cNvPr id="3" name="Picture 2"/>
          <p:cNvPicPr>
            <a:picLocks noChangeAspect="1"/>
          </p:cNvPicPr>
          <p:nvPr userDrawn="1"/>
        </p:nvPicPr>
        <p:blipFill>
          <a:blip r:embed="rId2"/>
          <a:stretch>
            <a:fillRect/>
          </a:stretch>
        </p:blipFill>
        <p:spPr>
          <a:xfrm>
            <a:off x="969518" y="1167477"/>
            <a:ext cx="3651821" cy="499915"/>
          </a:xfrm>
          <a:prstGeom prst="rect">
            <a:avLst/>
          </a:prstGeom>
        </p:spPr>
      </p:pic>
    </p:spTree>
    <p:extLst>
      <p:ext uri="{BB962C8B-B14F-4D97-AF65-F5344CB8AC3E}">
        <p14:creationId xmlns:p14="http://schemas.microsoft.com/office/powerpoint/2010/main" val="3811714284"/>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cedure mini table 05">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250825" y="1149350"/>
            <a:ext cx="4273550" cy="50784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Procedure Table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676775" y="1149350"/>
            <a:ext cx="4273550" cy="2376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Picture</a:t>
            </a:r>
          </a:p>
        </p:txBody>
      </p:sp>
      <p:sp>
        <p:nvSpPr>
          <p:cNvPr id="11" name="Text Placeholder 11"/>
          <p:cNvSpPr>
            <a:spLocks noGrp="1"/>
          </p:cNvSpPr>
          <p:nvPr>
            <p:ph type="body" sz="quarter" idx="10" hasCustomPrompt="1"/>
          </p:nvPr>
        </p:nvSpPr>
        <p:spPr>
          <a:xfrm>
            <a:off x="6382051" y="291462"/>
            <a:ext cx="828646" cy="368300"/>
          </a:xfrm>
        </p:spPr>
        <p:txBody>
          <a:bodyPr/>
          <a:lstStyle>
            <a:lvl1pPr marL="0" indent="0" algn="ctr">
              <a:buNone/>
              <a:defRPr sz="1800"/>
            </a:lvl1pPr>
          </a:lstStyle>
          <a:p>
            <a:pPr lvl="0"/>
            <a:r>
              <a:rPr lang="en-US" dirty="0"/>
              <a:t>Time</a:t>
            </a:r>
          </a:p>
        </p:txBody>
      </p:sp>
      <p:grpSp>
        <p:nvGrpSpPr>
          <p:cNvPr id="15" name="Group 14"/>
          <p:cNvGrpSpPr/>
          <p:nvPr userDrawn="1"/>
        </p:nvGrpSpPr>
        <p:grpSpPr>
          <a:xfrm>
            <a:off x="4600575" y="326754"/>
            <a:ext cx="2679680" cy="501637"/>
            <a:chOff x="4327405" y="283315"/>
            <a:chExt cx="2679680" cy="501637"/>
          </a:xfrm>
        </p:grpSpPr>
        <p:sp>
          <p:nvSpPr>
            <p:cNvPr id="16" name="TextBox 15"/>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7" name="TextBox 16"/>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8" name="Straight Connector 17"/>
          <p:cNvCxnSpPr/>
          <p:nvPr userDrawn="1"/>
        </p:nvCxnSpPr>
        <p:spPr bwMode="auto">
          <a:xfrm>
            <a:off x="6439121"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0" name="Content Placeholder 3"/>
          <p:cNvSpPr>
            <a:spLocks noGrp="1"/>
          </p:cNvSpPr>
          <p:nvPr>
            <p:ph sz="half" idx="11" hasCustomPrompt="1"/>
          </p:nvPr>
        </p:nvSpPr>
        <p:spPr>
          <a:xfrm>
            <a:off x="4655185" y="3698790"/>
            <a:ext cx="4273550" cy="24919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Picture</a:t>
            </a:r>
          </a:p>
        </p:txBody>
      </p:sp>
      <p:sp>
        <p:nvSpPr>
          <p:cNvPr id="14" name="Text Placeholder 6"/>
          <p:cNvSpPr>
            <a:spLocks noGrp="1"/>
          </p:cNvSpPr>
          <p:nvPr>
            <p:ph type="body" sz="quarter" idx="12" hasCustomPrompt="1"/>
          </p:nvPr>
        </p:nvSpPr>
        <p:spPr>
          <a:xfrm>
            <a:off x="255072" y="671813"/>
            <a:ext cx="3040062" cy="423863"/>
          </a:xfrm>
        </p:spPr>
        <p:txBody>
          <a:bodyPr anchor="ctr"/>
          <a:lstStyle>
            <a:lvl1pPr>
              <a:defRPr sz="2400"/>
            </a:lvl1pPr>
          </a:lstStyle>
          <a:p>
            <a:pPr lvl="0"/>
            <a:r>
              <a:rPr lang="en-US" dirty="0"/>
              <a:t>Sub-title</a:t>
            </a:r>
          </a:p>
        </p:txBody>
      </p:sp>
    </p:spTree>
    <p:extLst>
      <p:ext uri="{BB962C8B-B14F-4D97-AF65-F5344CB8AC3E}">
        <p14:creationId xmlns:p14="http://schemas.microsoft.com/office/powerpoint/2010/main" val="408576372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dure Slide 06">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638012"/>
            <a:ext cx="4040188" cy="46236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38012"/>
            <a:ext cx="4041775" cy="46236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0" hasCustomPrompt="1"/>
          </p:nvPr>
        </p:nvSpPr>
        <p:spPr>
          <a:xfrm>
            <a:off x="6484371" y="298275"/>
            <a:ext cx="882973" cy="368300"/>
          </a:xfrm>
        </p:spPr>
        <p:txBody>
          <a:bodyPr/>
          <a:lstStyle>
            <a:lvl1pPr marL="0" indent="0" algn="ctr">
              <a:buNone/>
              <a:defRPr sz="1800"/>
            </a:lvl1pPr>
          </a:lstStyle>
          <a:p>
            <a:pPr lvl="0"/>
            <a:r>
              <a:rPr lang="en-US" dirty="0"/>
              <a:t>Time</a:t>
            </a:r>
          </a:p>
        </p:txBody>
      </p:sp>
      <p:grpSp>
        <p:nvGrpSpPr>
          <p:cNvPr id="7" name="Group 6"/>
          <p:cNvGrpSpPr/>
          <p:nvPr userDrawn="1"/>
        </p:nvGrpSpPr>
        <p:grpSpPr>
          <a:xfrm>
            <a:off x="4678956" y="326754"/>
            <a:ext cx="2679680" cy="501637"/>
            <a:chOff x="4678956" y="326754"/>
            <a:chExt cx="2679680" cy="501637"/>
          </a:xfrm>
        </p:grpSpPr>
        <p:grpSp>
          <p:nvGrpSpPr>
            <p:cNvPr id="14" name="Group 13"/>
            <p:cNvGrpSpPr/>
            <p:nvPr userDrawn="1"/>
          </p:nvGrpSpPr>
          <p:grpSpPr>
            <a:xfrm>
              <a:off x="4678956" y="326754"/>
              <a:ext cx="2679680" cy="501637"/>
              <a:chOff x="4327405" y="283315"/>
              <a:chExt cx="2679680" cy="501637"/>
            </a:xfrm>
          </p:grpSpPr>
          <p:sp>
            <p:nvSpPr>
              <p:cNvPr id="15" name="TextBox 14"/>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6" name="TextBox 1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7" name="Straight Connector 16"/>
            <p:cNvCxnSpPr/>
            <p:nvPr userDrawn="1"/>
          </p:nvCxnSpPr>
          <p:spPr bwMode="auto">
            <a:xfrm>
              <a:off x="6508793"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8"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3" name="Text Placeholder 6"/>
          <p:cNvSpPr>
            <a:spLocks noGrp="1"/>
          </p:cNvSpPr>
          <p:nvPr>
            <p:ph type="body" sz="quarter" idx="11" hasCustomPrompt="1"/>
          </p:nvPr>
        </p:nvSpPr>
        <p:spPr>
          <a:xfrm>
            <a:off x="255072" y="671813"/>
            <a:ext cx="3040062" cy="423863"/>
          </a:xfrm>
        </p:spPr>
        <p:txBody>
          <a:bodyPr anchor="ctr"/>
          <a:lstStyle>
            <a:lvl1pPr>
              <a:defRPr sz="2400"/>
            </a:lvl1pPr>
          </a:lstStyle>
          <a:p>
            <a:pPr lvl="0"/>
            <a:r>
              <a:rPr lang="en-US" dirty="0"/>
              <a:t>Sub-title</a:t>
            </a:r>
          </a:p>
        </p:txBody>
      </p:sp>
      <p:sp>
        <p:nvSpPr>
          <p:cNvPr id="19" name="Rectangle 18"/>
          <p:cNvSpPr/>
          <p:nvPr userDrawn="1"/>
        </p:nvSpPr>
        <p:spPr>
          <a:xfrm>
            <a:off x="457201" y="1256832"/>
            <a:ext cx="4040188" cy="369332"/>
          </a:xfrm>
          <a:prstGeom prst="rect">
            <a:avLst/>
          </a:prstGeom>
          <a:solidFill>
            <a:schemeClr val="tx1"/>
          </a:solidFill>
        </p:spPr>
        <p:txBody>
          <a:bodyPr wrap="square">
            <a:spAutoFit/>
          </a:bodyPr>
          <a:lstStyle/>
          <a:p>
            <a:pPr algn="ctr"/>
            <a:endParaRPr lang="en-US" dirty="0">
              <a:solidFill>
                <a:schemeClr val="bg1"/>
              </a:solidFill>
              <a:latin typeface="+mn-lt"/>
            </a:endParaRPr>
          </a:p>
        </p:txBody>
      </p:sp>
      <p:sp>
        <p:nvSpPr>
          <p:cNvPr id="20" name="Rectangle 19"/>
          <p:cNvSpPr/>
          <p:nvPr userDrawn="1"/>
        </p:nvSpPr>
        <p:spPr>
          <a:xfrm>
            <a:off x="4645025" y="1256832"/>
            <a:ext cx="4040188" cy="369332"/>
          </a:xfrm>
          <a:prstGeom prst="rect">
            <a:avLst/>
          </a:prstGeom>
          <a:solidFill>
            <a:schemeClr val="tx1"/>
          </a:solidFill>
        </p:spPr>
        <p:txBody>
          <a:bodyPr wrap="square">
            <a:spAutoFit/>
          </a:bodyPr>
          <a:lstStyle/>
          <a:p>
            <a:pPr algn="ctr"/>
            <a:endParaRPr lang="en-US" dirty="0">
              <a:solidFill>
                <a:schemeClr val="bg1"/>
              </a:solidFill>
              <a:latin typeface="+mn-lt"/>
            </a:endParaRPr>
          </a:p>
        </p:txBody>
      </p:sp>
      <p:pic>
        <p:nvPicPr>
          <p:cNvPr id="8" name="Picture 7"/>
          <p:cNvPicPr>
            <a:picLocks noChangeAspect="1"/>
          </p:cNvPicPr>
          <p:nvPr userDrawn="1"/>
        </p:nvPicPr>
        <p:blipFill>
          <a:blip r:embed="rId2"/>
          <a:stretch>
            <a:fillRect/>
          </a:stretch>
        </p:blipFill>
        <p:spPr>
          <a:xfrm>
            <a:off x="644917" y="1227648"/>
            <a:ext cx="3651821" cy="499915"/>
          </a:xfrm>
          <a:prstGeom prst="rect">
            <a:avLst/>
          </a:prstGeom>
        </p:spPr>
      </p:pic>
      <p:pic>
        <p:nvPicPr>
          <p:cNvPr id="22" name="Picture 21"/>
          <p:cNvPicPr>
            <a:picLocks noChangeAspect="1"/>
          </p:cNvPicPr>
          <p:nvPr userDrawn="1"/>
        </p:nvPicPr>
        <p:blipFill>
          <a:blip r:embed="rId2"/>
          <a:stretch>
            <a:fillRect/>
          </a:stretch>
        </p:blipFill>
        <p:spPr>
          <a:xfrm>
            <a:off x="4756474" y="1227647"/>
            <a:ext cx="3651821" cy="499915"/>
          </a:xfrm>
          <a:prstGeom prst="rect">
            <a:avLst/>
          </a:prstGeom>
        </p:spPr>
      </p:pic>
    </p:spTree>
    <p:extLst>
      <p:ext uri="{BB962C8B-B14F-4D97-AF65-F5344CB8AC3E}">
        <p14:creationId xmlns:p14="http://schemas.microsoft.com/office/powerpoint/2010/main" val="283937560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dure Slide 07">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7823294" y="509082"/>
            <a:ext cx="1255885" cy="207282"/>
          </a:xfrm>
          <a:prstGeom prst="rect">
            <a:avLst/>
          </a:prstGeom>
        </p:spPr>
      </p:pic>
      <p:sp>
        <p:nvSpPr>
          <p:cNvPr id="9" name="Text Placeholder 11"/>
          <p:cNvSpPr>
            <a:spLocks noGrp="1"/>
          </p:cNvSpPr>
          <p:nvPr>
            <p:ph type="body" sz="quarter" idx="10" hasCustomPrompt="1"/>
          </p:nvPr>
        </p:nvSpPr>
        <p:spPr>
          <a:xfrm>
            <a:off x="6565466" y="305784"/>
            <a:ext cx="880269" cy="368300"/>
          </a:xfrm>
        </p:spPr>
        <p:txBody>
          <a:bodyPr/>
          <a:lstStyle>
            <a:lvl1pPr marL="0" indent="0" algn="l">
              <a:buNone/>
              <a:defRPr sz="1800"/>
            </a:lvl1pPr>
          </a:lstStyle>
          <a:p>
            <a:pPr lvl="0"/>
            <a:r>
              <a:rPr lang="en-US" dirty="0"/>
              <a:t>Time</a:t>
            </a:r>
          </a:p>
        </p:txBody>
      </p:sp>
      <p:grpSp>
        <p:nvGrpSpPr>
          <p:cNvPr id="10" name="Group 9"/>
          <p:cNvGrpSpPr/>
          <p:nvPr userDrawn="1"/>
        </p:nvGrpSpPr>
        <p:grpSpPr>
          <a:xfrm>
            <a:off x="4757347" y="338263"/>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6" name="Text Placeholder 6"/>
          <p:cNvSpPr>
            <a:spLocks noGrp="1"/>
          </p:cNvSpPr>
          <p:nvPr>
            <p:ph type="body" sz="quarter" idx="11" hasCustomPrompt="1"/>
          </p:nvPr>
        </p:nvSpPr>
        <p:spPr>
          <a:xfrm>
            <a:off x="255072" y="671813"/>
            <a:ext cx="3040062" cy="423863"/>
          </a:xfrm>
        </p:spPr>
        <p:txBody>
          <a:bodyPr anchor="ctr"/>
          <a:lstStyle>
            <a:lvl1pPr>
              <a:defRPr sz="2400"/>
            </a:lvl1pPr>
          </a:lstStyle>
          <a:p>
            <a:pPr lvl="0"/>
            <a:r>
              <a:rPr lang="en-US" dirty="0"/>
              <a:t>Sub-title</a:t>
            </a:r>
          </a:p>
        </p:txBody>
      </p:sp>
    </p:spTree>
    <p:extLst>
      <p:ext uri="{BB962C8B-B14F-4D97-AF65-F5344CB8AC3E}">
        <p14:creationId xmlns:p14="http://schemas.microsoft.com/office/powerpoint/2010/main" val="128052682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cedure Slide 08">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7266" y="1026902"/>
            <a:ext cx="5278437" cy="528328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202724"/>
            <a:ext cx="3008313" cy="5107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11"/>
          <p:cNvSpPr>
            <a:spLocks noGrp="1"/>
          </p:cNvSpPr>
          <p:nvPr>
            <p:ph type="body" sz="quarter" idx="10" hasCustomPrompt="1"/>
          </p:nvPr>
        </p:nvSpPr>
        <p:spPr>
          <a:xfrm>
            <a:off x="6506762" y="277258"/>
            <a:ext cx="869291" cy="368300"/>
          </a:xfrm>
        </p:spPr>
        <p:txBody>
          <a:bodyPr/>
          <a:lstStyle>
            <a:lvl1pPr marL="0" indent="0" algn="l">
              <a:buNone/>
              <a:defRPr sz="1800"/>
            </a:lvl1pPr>
          </a:lstStyle>
          <a:p>
            <a:pPr lvl="0"/>
            <a:r>
              <a:rPr lang="en-US" dirty="0"/>
              <a:t>Time</a:t>
            </a:r>
          </a:p>
        </p:txBody>
      </p:sp>
      <p:grpSp>
        <p:nvGrpSpPr>
          <p:cNvPr id="10" name="Group 9"/>
          <p:cNvGrpSpPr/>
          <p:nvPr userDrawn="1"/>
        </p:nvGrpSpPr>
        <p:grpSpPr>
          <a:xfrm>
            <a:off x="4696374" y="300627"/>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6802"/>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6" name="Text Placeholder 6"/>
          <p:cNvSpPr>
            <a:spLocks noGrp="1"/>
          </p:cNvSpPr>
          <p:nvPr>
            <p:ph type="body" sz="quarter" idx="11" hasCustomPrompt="1"/>
          </p:nvPr>
        </p:nvSpPr>
        <p:spPr>
          <a:xfrm>
            <a:off x="452784" y="671813"/>
            <a:ext cx="3040062" cy="423863"/>
          </a:xfrm>
        </p:spPr>
        <p:txBody>
          <a:bodyPr anchor="ctr"/>
          <a:lstStyle>
            <a:lvl1pPr>
              <a:defRPr sz="2400"/>
            </a:lvl1pPr>
          </a:lstStyle>
          <a:p>
            <a:pPr lvl="0"/>
            <a:r>
              <a:rPr lang="en-US" dirty="0"/>
              <a:t>Sub-title</a:t>
            </a:r>
          </a:p>
        </p:txBody>
      </p:sp>
    </p:spTree>
    <p:extLst>
      <p:ext uri="{BB962C8B-B14F-4D97-AF65-F5344CB8AC3E}">
        <p14:creationId xmlns:p14="http://schemas.microsoft.com/office/powerpoint/2010/main" val="402532142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dure Slide type 09">
    <p:spTree>
      <p:nvGrpSpPr>
        <p:cNvPr id="1" name=""/>
        <p:cNvGrpSpPr/>
        <p:nvPr/>
      </p:nvGrpSpPr>
      <p:grpSpPr>
        <a:xfrm>
          <a:off x="0" y="0"/>
          <a:ext cx="0" cy="0"/>
          <a:chOff x="0" y="0"/>
          <a:chExt cx="0" cy="0"/>
        </a:xfrm>
      </p:grpSpPr>
      <p:sp>
        <p:nvSpPr>
          <p:cNvPr id="2" name="Title 1"/>
          <p:cNvSpPr>
            <a:spLocks noGrp="1"/>
          </p:cNvSpPr>
          <p:nvPr>
            <p:ph type="title"/>
          </p:nvPr>
        </p:nvSpPr>
        <p:spPr>
          <a:xfrm>
            <a:off x="1802227" y="5009319"/>
            <a:ext cx="54864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1792288" y="82149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802227" y="5576057"/>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7" name="Text Placeholder 11"/>
          <p:cNvSpPr>
            <a:spLocks noGrp="1"/>
          </p:cNvSpPr>
          <p:nvPr>
            <p:ph type="body" sz="quarter" idx="10" hasCustomPrompt="1"/>
          </p:nvPr>
        </p:nvSpPr>
        <p:spPr>
          <a:xfrm>
            <a:off x="6506762" y="251131"/>
            <a:ext cx="869291" cy="368300"/>
          </a:xfrm>
        </p:spPr>
        <p:txBody>
          <a:bodyPr/>
          <a:lstStyle>
            <a:lvl1pPr marL="0" indent="0" algn="ctr">
              <a:buNone/>
              <a:defRPr sz="1800"/>
            </a:lvl1pPr>
          </a:lstStyle>
          <a:p>
            <a:pPr lvl="0"/>
            <a:r>
              <a:rPr lang="en-US" dirty="0"/>
              <a:t>Time</a:t>
            </a:r>
          </a:p>
        </p:txBody>
      </p:sp>
      <p:grpSp>
        <p:nvGrpSpPr>
          <p:cNvPr id="18" name="Group 17"/>
          <p:cNvGrpSpPr/>
          <p:nvPr userDrawn="1"/>
        </p:nvGrpSpPr>
        <p:grpSpPr>
          <a:xfrm>
            <a:off x="4696374" y="274500"/>
            <a:ext cx="2679680" cy="501637"/>
            <a:chOff x="4678956" y="326754"/>
            <a:chExt cx="2679680" cy="501637"/>
          </a:xfrm>
        </p:grpSpPr>
        <p:grpSp>
          <p:nvGrpSpPr>
            <p:cNvPr id="19" name="Group 18"/>
            <p:cNvGrpSpPr/>
            <p:nvPr userDrawn="1"/>
          </p:nvGrpSpPr>
          <p:grpSpPr>
            <a:xfrm>
              <a:off x="4678956" y="326754"/>
              <a:ext cx="2679680" cy="501637"/>
              <a:chOff x="4327405" y="283315"/>
              <a:chExt cx="2679680" cy="501637"/>
            </a:xfrm>
          </p:grpSpPr>
          <p:sp>
            <p:nvSpPr>
              <p:cNvPr id="21" name="TextBox 20"/>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22" name="TextBox 21"/>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20" name="Straight Connector 19"/>
            <p:cNvCxnSpPr/>
            <p:nvPr userDrawn="1"/>
          </p:nvCxnSpPr>
          <p:spPr bwMode="auto">
            <a:xfrm>
              <a:off x="6508793"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2" name="Text Placeholder 6"/>
          <p:cNvSpPr>
            <a:spLocks noGrp="1"/>
          </p:cNvSpPr>
          <p:nvPr>
            <p:ph type="body" sz="quarter" idx="11" hasCustomPrompt="1"/>
          </p:nvPr>
        </p:nvSpPr>
        <p:spPr>
          <a:xfrm>
            <a:off x="255072" y="671813"/>
            <a:ext cx="2240993" cy="423863"/>
          </a:xfrm>
        </p:spPr>
        <p:txBody>
          <a:bodyPr anchor="ctr"/>
          <a:lstStyle>
            <a:lvl1pPr>
              <a:defRPr sz="2000"/>
            </a:lvl1pPr>
          </a:lstStyle>
          <a:p>
            <a:pPr lvl="0"/>
            <a:r>
              <a:rPr lang="en-US" dirty="0"/>
              <a:t>Sub-title</a:t>
            </a:r>
          </a:p>
        </p:txBody>
      </p:sp>
    </p:spTree>
    <p:extLst>
      <p:ext uri="{BB962C8B-B14F-4D97-AF65-F5344CB8AC3E}">
        <p14:creationId xmlns:p14="http://schemas.microsoft.com/office/powerpoint/2010/main" val="337175507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dure Slide 10">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0" hasCustomPrompt="1"/>
          </p:nvPr>
        </p:nvSpPr>
        <p:spPr>
          <a:xfrm>
            <a:off x="6602561" y="242422"/>
            <a:ext cx="869291" cy="368300"/>
          </a:xfrm>
        </p:spPr>
        <p:txBody>
          <a:bodyPr/>
          <a:lstStyle>
            <a:lvl1pPr marL="0" indent="0" algn="ctr">
              <a:buNone/>
              <a:defRPr sz="1800"/>
            </a:lvl1pPr>
          </a:lstStyle>
          <a:p>
            <a:pPr lvl="0"/>
            <a:r>
              <a:rPr lang="en-US" dirty="0"/>
              <a:t>Time</a:t>
            </a:r>
          </a:p>
        </p:txBody>
      </p:sp>
      <p:grpSp>
        <p:nvGrpSpPr>
          <p:cNvPr id="10" name="Group 9"/>
          <p:cNvGrpSpPr/>
          <p:nvPr userDrawn="1"/>
        </p:nvGrpSpPr>
        <p:grpSpPr>
          <a:xfrm>
            <a:off x="4792173" y="265791"/>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Tree>
    <p:extLst>
      <p:ext uri="{BB962C8B-B14F-4D97-AF65-F5344CB8AC3E}">
        <p14:creationId xmlns:p14="http://schemas.microsoft.com/office/powerpoint/2010/main" val="354745957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cedure Slide 10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30836" y="752911"/>
            <a:ext cx="1305099" cy="5474852"/>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250825" y="752911"/>
            <a:ext cx="7380259" cy="547485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11"/>
          <p:cNvSpPr>
            <a:spLocks noGrp="1"/>
          </p:cNvSpPr>
          <p:nvPr>
            <p:ph type="body" sz="quarter" idx="10" hasCustomPrompt="1"/>
          </p:nvPr>
        </p:nvSpPr>
        <p:spPr>
          <a:xfrm>
            <a:off x="6541599" y="207586"/>
            <a:ext cx="759964" cy="368300"/>
          </a:xfrm>
        </p:spPr>
        <p:txBody>
          <a:bodyPr/>
          <a:lstStyle>
            <a:lvl1pPr marL="0" indent="0" algn="ctr">
              <a:buNone/>
              <a:defRPr sz="1800"/>
            </a:lvl1pPr>
          </a:lstStyle>
          <a:p>
            <a:pPr lvl="0"/>
            <a:r>
              <a:rPr lang="en-US" dirty="0"/>
              <a:t>Time</a:t>
            </a:r>
          </a:p>
        </p:txBody>
      </p:sp>
      <p:grpSp>
        <p:nvGrpSpPr>
          <p:cNvPr id="11" name="Group 10"/>
          <p:cNvGrpSpPr/>
          <p:nvPr userDrawn="1"/>
        </p:nvGrpSpPr>
        <p:grpSpPr>
          <a:xfrm>
            <a:off x="4731210" y="230955"/>
            <a:ext cx="2679680" cy="501637"/>
            <a:chOff x="4678956" y="326754"/>
            <a:chExt cx="2679680" cy="501637"/>
          </a:xfrm>
        </p:grpSpPr>
        <p:grpSp>
          <p:nvGrpSpPr>
            <p:cNvPr id="12" name="Group 11"/>
            <p:cNvGrpSpPr/>
            <p:nvPr userDrawn="1"/>
          </p:nvGrpSpPr>
          <p:grpSpPr>
            <a:xfrm>
              <a:off x="4678956" y="326754"/>
              <a:ext cx="2679680" cy="501637"/>
              <a:chOff x="4327405" y="283315"/>
              <a:chExt cx="2679680" cy="501637"/>
            </a:xfrm>
          </p:grpSpPr>
          <p:sp>
            <p:nvSpPr>
              <p:cNvPr id="14" name="TextBox 1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5" name="TextBox 14"/>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3" name="Straight Connector 12"/>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6"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Tree>
    <p:extLst>
      <p:ext uri="{BB962C8B-B14F-4D97-AF65-F5344CB8AC3E}">
        <p14:creationId xmlns:p14="http://schemas.microsoft.com/office/powerpoint/2010/main" val="161199419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dure Slide 11">
    <p:spTree>
      <p:nvGrpSpPr>
        <p:cNvPr id="1" name=""/>
        <p:cNvGrpSpPr/>
        <p:nvPr/>
      </p:nvGrpSpPr>
      <p:grpSpPr>
        <a:xfrm>
          <a:off x="0" y="0"/>
          <a:ext cx="0" cy="0"/>
          <a:chOff x="0" y="0"/>
          <a:chExt cx="0" cy="0"/>
        </a:xfrm>
      </p:grpSpPr>
      <p:sp>
        <p:nvSpPr>
          <p:cNvPr id="3" name="Table Placeholder 2"/>
          <p:cNvSpPr>
            <a:spLocks noGrp="1"/>
          </p:cNvSpPr>
          <p:nvPr>
            <p:ph type="tbl" idx="1"/>
          </p:nvPr>
        </p:nvSpPr>
        <p:spPr>
          <a:xfrm>
            <a:off x="250825" y="1149350"/>
            <a:ext cx="8699500" cy="5078413"/>
          </a:xfrm>
        </p:spPr>
        <p:txBody>
          <a:bodyPr/>
          <a:lstStyle/>
          <a:p>
            <a:pPr lvl="0"/>
            <a:r>
              <a:rPr lang="en-US" noProof="0" dirty="0"/>
              <a:t>Click icon to add table</a:t>
            </a:r>
          </a:p>
        </p:txBody>
      </p:sp>
      <p:sp>
        <p:nvSpPr>
          <p:cNvPr id="9" name="Text Placeholder 11"/>
          <p:cNvSpPr>
            <a:spLocks noGrp="1"/>
          </p:cNvSpPr>
          <p:nvPr>
            <p:ph type="body" sz="quarter" idx="10" hasCustomPrompt="1"/>
          </p:nvPr>
        </p:nvSpPr>
        <p:spPr>
          <a:xfrm>
            <a:off x="6619980" y="216295"/>
            <a:ext cx="759964" cy="368300"/>
          </a:xfrm>
        </p:spPr>
        <p:txBody>
          <a:bodyPr/>
          <a:lstStyle>
            <a:lvl1pPr marL="0" indent="0" algn="ctr">
              <a:buNone/>
              <a:defRPr sz="1800"/>
            </a:lvl1pPr>
          </a:lstStyle>
          <a:p>
            <a:pPr lvl="0"/>
            <a:r>
              <a:rPr lang="en-US" dirty="0"/>
              <a:t>Time</a:t>
            </a:r>
          </a:p>
        </p:txBody>
      </p:sp>
      <p:grpSp>
        <p:nvGrpSpPr>
          <p:cNvPr id="10" name="Group 9"/>
          <p:cNvGrpSpPr/>
          <p:nvPr userDrawn="1"/>
        </p:nvGrpSpPr>
        <p:grpSpPr>
          <a:xfrm>
            <a:off x="4809591" y="239664"/>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Tree>
    <p:extLst>
      <p:ext uri="{BB962C8B-B14F-4D97-AF65-F5344CB8AC3E}">
        <p14:creationId xmlns:p14="http://schemas.microsoft.com/office/powerpoint/2010/main" val="256094634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 Cover Sheet">
    <p:spTree>
      <p:nvGrpSpPr>
        <p:cNvPr id="1" name=""/>
        <p:cNvGrpSpPr/>
        <p:nvPr/>
      </p:nvGrpSpPr>
      <p:grpSpPr>
        <a:xfrm>
          <a:off x="0" y="0"/>
          <a:ext cx="0" cy="0"/>
          <a:chOff x="0" y="0"/>
          <a:chExt cx="0" cy="0"/>
        </a:xfrm>
      </p:grpSpPr>
      <p:sp>
        <p:nvSpPr>
          <p:cNvPr id="4" name="TextBox 3"/>
          <p:cNvSpPr txBox="1"/>
          <p:nvPr userDrawn="1"/>
        </p:nvSpPr>
        <p:spPr>
          <a:xfrm>
            <a:off x="0" y="2500008"/>
            <a:ext cx="9143999" cy="1015663"/>
          </a:xfrm>
          <a:prstGeom prst="rect">
            <a:avLst/>
          </a:prstGeom>
          <a:noFill/>
        </p:spPr>
        <p:txBody>
          <a:bodyPr wrap="square" rtlCol="0">
            <a:spAutoFit/>
          </a:bodyPr>
          <a:lstStyle/>
          <a:p>
            <a:pPr algn="ctr"/>
            <a:r>
              <a:rPr lang="en-US" sz="6000" dirty="0">
                <a:latin typeface="+mj-lt"/>
              </a:rPr>
              <a:t>Appendix</a:t>
            </a:r>
          </a:p>
        </p:txBody>
      </p:sp>
    </p:spTree>
    <p:extLst>
      <p:ext uri="{BB962C8B-B14F-4D97-AF65-F5344CB8AC3E}">
        <p14:creationId xmlns:p14="http://schemas.microsoft.com/office/powerpoint/2010/main" val="96109088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Appendix Shee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Appendix Info</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301444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pproval Sheet">
    <p:spTree>
      <p:nvGrpSpPr>
        <p:cNvPr id="1" name=""/>
        <p:cNvGrpSpPr/>
        <p:nvPr/>
      </p:nvGrpSpPr>
      <p:grpSpPr>
        <a:xfrm>
          <a:off x="0" y="0"/>
          <a:ext cx="0" cy="0"/>
          <a:chOff x="0" y="0"/>
          <a:chExt cx="0" cy="0"/>
        </a:xfrm>
      </p:grpSpPr>
      <p:sp>
        <p:nvSpPr>
          <p:cNvPr id="4" name="TextBox 3"/>
          <p:cNvSpPr txBox="1"/>
          <p:nvPr userDrawn="1"/>
        </p:nvSpPr>
        <p:spPr>
          <a:xfrm>
            <a:off x="176169" y="176169"/>
            <a:ext cx="4261607" cy="584775"/>
          </a:xfrm>
          <a:prstGeom prst="rect">
            <a:avLst/>
          </a:prstGeom>
          <a:noFill/>
        </p:spPr>
        <p:txBody>
          <a:bodyPr wrap="square" rtlCol="0">
            <a:spAutoFit/>
          </a:bodyPr>
          <a:lstStyle/>
          <a:p>
            <a:r>
              <a:rPr lang="en-US" sz="3200" dirty="0">
                <a:latin typeface="+mj-lt"/>
              </a:rPr>
              <a:t>Approval</a:t>
            </a:r>
          </a:p>
        </p:txBody>
      </p:sp>
    </p:spTree>
    <p:extLst>
      <p:ext uri="{BB962C8B-B14F-4D97-AF65-F5344CB8AC3E}">
        <p14:creationId xmlns:p14="http://schemas.microsoft.com/office/powerpoint/2010/main" val="232063082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lder Cover page">
    <p:spTree>
      <p:nvGrpSpPr>
        <p:cNvPr id="1" name=""/>
        <p:cNvGrpSpPr/>
        <p:nvPr/>
      </p:nvGrpSpPr>
      <p:grpSpPr>
        <a:xfrm>
          <a:off x="0" y="0"/>
          <a:ext cx="0" cy="0"/>
          <a:chOff x="0" y="0"/>
          <a:chExt cx="0" cy="0"/>
        </a:xfrm>
      </p:grpSpPr>
      <p:sp>
        <p:nvSpPr>
          <p:cNvPr id="4" name="Rectangle 3"/>
          <p:cNvSpPr/>
          <p:nvPr userDrawn="1"/>
        </p:nvSpPr>
        <p:spPr bwMode="auto">
          <a:xfrm>
            <a:off x="266007" y="6367549"/>
            <a:ext cx="423949" cy="31588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0" name="Rectangle 9"/>
          <p:cNvSpPr/>
          <p:nvPr userDrawn="1"/>
        </p:nvSpPr>
        <p:spPr bwMode="auto">
          <a:xfrm>
            <a:off x="7182198" y="66502"/>
            <a:ext cx="1878677" cy="121365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2" name="Rectangle 11"/>
          <p:cNvSpPr/>
          <p:nvPr userDrawn="1"/>
        </p:nvSpPr>
        <p:spPr bwMode="auto">
          <a:xfrm>
            <a:off x="6957753" y="6500551"/>
            <a:ext cx="1607130" cy="31588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3" name="Vertical Text Placeholder 2"/>
          <p:cNvSpPr>
            <a:spLocks noGrp="1"/>
          </p:cNvSpPr>
          <p:nvPr>
            <p:ph type="body" orient="vert" idx="1" hasCustomPrompt="1"/>
          </p:nvPr>
        </p:nvSpPr>
        <p:spPr>
          <a:xfrm>
            <a:off x="5818913" y="731520"/>
            <a:ext cx="1088968" cy="5453149"/>
          </a:xfrm>
        </p:spPr>
        <p:txBody>
          <a:bodyPr vert="vert" anchor="ctr"/>
          <a:lstStyle>
            <a:lvl1pPr marL="0" indent="0" algn="ctr">
              <a:buFontTx/>
              <a:buNone/>
              <a:defRPr sz="4800"/>
            </a:lvl1pPr>
          </a:lstStyle>
          <a:p>
            <a:pPr lvl="0"/>
            <a:r>
              <a:rPr lang="en-US" dirty="0"/>
              <a:t>Regulation #</a:t>
            </a:r>
          </a:p>
        </p:txBody>
      </p:sp>
      <p:sp>
        <p:nvSpPr>
          <p:cNvPr id="13" name="Vertical Text Placeholder 2"/>
          <p:cNvSpPr>
            <a:spLocks noGrp="1"/>
          </p:cNvSpPr>
          <p:nvPr>
            <p:ph type="body" orient="vert" idx="10" hasCustomPrompt="1"/>
          </p:nvPr>
        </p:nvSpPr>
        <p:spPr>
          <a:xfrm>
            <a:off x="3532913" y="739833"/>
            <a:ext cx="2030384" cy="5453149"/>
          </a:xfrm>
        </p:spPr>
        <p:txBody>
          <a:bodyPr vert="vert"/>
          <a:lstStyle>
            <a:lvl1pPr marL="0" indent="0" algn="ctr">
              <a:buFontTx/>
              <a:buNone/>
              <a:defRPr sz="3600"/>
            </a:lvl1pPr>
          </a:lstStyle>
          <a:p>
            <a:pPr lvl="0"/>
            <a:r>
              <a:rPr lang="en-US" dirty="0"/>
              <a:t>Regulation name</a:t>
            </a:r>
          </a:p>
        </p:txBody>
      </p:sp>
      <p:sp>
        <p:nvSpPr>
          <p:cNvPr id="14" name="Vertical Text Placeholder 2"/>
          <p:cNvSpPr>
            <a:spLocks noGrp="1"/>
          </p:cNvSpPr>
          <p:nvPr>
            <p:ph type="body" orient="vert" idx="11" hasCustomPrompt="1"/>
          </p:nvPr>
        </p:nvSpPr>
        <p:spPr>
          <a:xfrm>
            <a:off x="2314055" y="739833"/>
            <a:ext cx="896738" cy="5453149"/>
          </a:xfrm>
        </p:spPr>
        <p:txBody>
          <a:bodyPr vert="vert" anchor="ctr"/>
          <a:lstStyle>
            <a:lvl1pPr marL="0" indent="0" algn="ctr">
              <a:buFontTx/>
              <a:buNone/>
              <a:defRPr sz="3600"/>
            </a:lvl1pPr>
          </a:lstStyle>
          <a:p>
            <a:pPr lvl="0"/>
            <a:r>
              <a:rPr lang="en-US" dirty="0"/>
              <a:t>TSP #</a:t>
            </a:r>
          </a:p>
        </p:txBody>
      </p:sp>
      <p:sp>
        <p:nvSpPr>
          <p:cNvPr id="16" name="Content Placeholder 15"/>
          <p:cNvSpPr>
            <a:spLocks noGrp="1"/>
          </p:cNvSpPr>
          <p:nvPr>
            <p:ph sz="quarter" idx="12" hasCustomPrompt="1"/>
          </p:nvPr>
        </p:nvSpPr>
        <p:spPr>
          <a:xfrm>
            <a:off x="331788" y="157163"/>
            <a:ext cx="4006850" cy="582612"/>
          </a:xfrm>
        </p:spPr>
        <p:txBody>
          <a:bodyPr/>
          <a:lstStyle>
            <a:lvl1pPr>
              <a:defRPr/>
            </a:lvl1pPr>
          </a:lstStyle>
          <a:p>
            <a:pPr lvl="0"/>
            <a:r>
              <a:rPr lang="en-US" dirty="0"/>
              <a:t>Cover page only</a:t>
            </a:r>
          </a:p>
        </p:txBody>
      </p:sp>
      <p:pic>
        <p:nvPicPr>
          <p:cNvPr id="2" name="Picture 1"/>
          <p:cNvPicPr>
            <a:picLocks noChangeAspect="1"/>
          </p:cNvPicPr>
          <p:nvPr userDrawn="1"/>
        </p:nvPicPr>
        <p:blipFill>
          <a:blip r:embed="rId2"/>
          <a:stretch>
            <a:fillRect/>
          </a:stretch>
        </p:blipFill>
        <p:spPr>
          <a:xfrm rot="5400000">
            <a:off x="-388794" y="5816658"/>
            <a:ext cx="1390650" cy="342900"/>
          </a:xfrm>
          <a:prstGeom prst="rect">
            <a:avLst/>
          </a:prstGeom>
        </p:spPr>
      </p:pic>
      <p:pic>
        <p:nvPicPr>
          <p:cNvPr id="11" name="Picture 10"/>
          <p:cNvPicPr>
            <a:picLocks noChangeAspect="1"/>
          </p:cNvPicPr>
          <p:nvPr userDrawn="1"/>
        </p:nvPicPr>
        <p:blipFill rotWithShape="1">
          <a:blip r:embed="rId3"/>
          <a:srcRect r="8299"/>
          <a:stretch/>
        </p:blipFill>
        <p:spPr>
          <a:xfrm rot="5400000">
            <a:off x="6759356" y="4526094"/>
            <a:ext cx="2787820" cy="1773409"/>
          </a:xfrm>
          <a:prstGeom prst="rect">
            <a:avLst/>
          </a:prstGeom>
        </p:spPr>
      </p:pic>
    </p:spTree>
    <p:extLst>
      <p:ext uri="{BB962C8B-B14F-4D97-AF65-F5344CB8AC3E}">
        <p14:creationId xmlns:p14="http://schemas.microsoft.com/office/powerpoint/2010/main" val="363326762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otes and Comments">
    <p:spTree>
      <p:nvGrpSpPr>
        <p:cNvPr id="1" name=""/>
        <p:cNvGrpSpPr/>
        <p:nvPr/>
      </p:nvGrpSpPr>
      <p:grpSpPr>
        <a:xfrm>
          <a:off x="0" y="0"/>
          <a:ext cx="0" cy="0"/>
          <a:chOff x="0" y="0"/>
          <a:chExt cx="0" cy="0"/>
        </a:xfrm>
      </p:grpSpPr>
      <p:sp>
        <p:nvSpPr>
          <p:cNvPr id="7" name="Rectangle 6"/>
          <p:cNvSpPr/>
          <p:nvPr userDrawn="1"/>
        </p:nvSpPr>
        <p:spPr bwMode="auto">
          <a:xfrm>
            <a:off x="378941" y="6461163"/>
            <a:ext cx="205945" cy="16205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6" name="TextBox 5"/>
          <p:cNvSpPr txBox="1"/>
          <p:nvPr userDrawn="1"/>
        </p:nvSpPr>
        <p:spPr>
          <a:xfrm>
            <a:off x="250825" y="328534"/>
            <a:ext cx="6726624" cy="461665"/>
          </a:xfrm>
          <a:prstGeom prst="rect">
            <a:avLst/>
          </a:prstGeom>
          <a:noFill/>
        </p:spPr>
        <p:txBody>
          <a:bodyPr wrap="square" rtlCol="0">
            <a:spAutoFit/>
          </a:bodyPr>
          <a:lstStyle/>
          <a:p>
            <a:r>
              <a:rPr lang="en-US" sz="2400" u="sng" dirty="0"/>
              <a:t>Notes</a:t>
            </a:r>
            <a:r>
              <a:rPr lang="en-US" sz="2400" u="sng" baseline="0" dirty="0"/>
              <a:t> / Addendums / Comments Sheet</a:t>
            </a:r>
            <a:endParaRPr lang="en-US" sz="2400" u="sng" dirty="0"/>
          </a:p>
        </p:txBody>
      </p:sp>
      <p:graphicFrame>
        <p:nvGraphicFramePr>
          <p:cNvPr id="5" name="Table 4"/>
          <p:cNvGraphicFramePr>
            <a:graphicFrameLocks noGrp="1"/>
          </p:cNvGraphicFramePr>
          <p:nvPr userDrawn="1">
            <p:extLst>
              <p:ext uri="{D42A27DB-BD31-4B8C-83A1-F6EECF244321}">
                <p14:modId xmlns:p14="http://schemas.microsoft.com/office/powerpoint/2010/main" val="1370780728"/>
              </p:ext>
            </p:extLst>
          </p:nvPr>
        </p:nvGraphicFramePr>
        <p:xfrm>
          <a:off x="250825" y="1043048"/>
          <a:ext cx="8695467" cy="5418115"/>
        </p:xfrm>
        <a:graphic>
          <a:graphicData uri="http://schemas.openxmlformats.org/drawingml/2006/table">
            <a:tbl>
              <a:tblPr firstRow="1" bandRow="1">
                <a:tableStyleId>{5C22544A-7EE6-4342-B048-85BDC9FD1C3A}</a:tableStyleId>
              </a:tblPr>
              <a:tblGrid>
                <a:gridCol w="6355921">
                  <a:extLst>
                    <a:ext uri="{9D8B030D-6E8A-4147-A177-3AD203B41FA5}">
                      <a16:colId xmlns:a16="http://schemas.microsoft.com/office/drawing/2014/main" val="1591981960"/>
                    </a:ext>
                  </a:extLst>
                </a:gridCol>
                <a:gridCol w="1606378">
                  <a:extLst>
                    <a:ext uri="{9D8B030D-6E8A-4147-A177-3AD203B41FA5}">
                      <a16:colId xmlns:a16="http://schemas.microsoft.com/office/drawing/2014/main" val="56238419"/>
                    </a:ext>
                  </a:extLst>
                </a:gridCol>
                <a:gridCol w="733168">
                  <a:extLst>
                    <a:ext uri="{9D8B030D-6E8A-4147-A177-3AD203B41FA5}">
                      <a16:colId xmlns:a16="http://schemas.microsoft.com/office/drawing/2014/main" val="2554103565"/>
                    </a:ext>
                  </a:extLst>
                </a:gridCol>
              </a:tblGrid>
              <a:tr h="513903">
                <a:tc>
                  <a:txBody>
                    <a:bodyPr/>
                    <a:lstStyle/>
                    <a:p>
                      <a:pPr algn="ctr"/>
                      <a:r>
                        <a:rPr lang="en-US" sz="1600" dirty="0"/>
                        <a:t>Remarks / Comments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Entered By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Date</a:t>
                      </a:r>
                    </a:p>
                  </a:txBody>
                  <a:tcPr anchor="ctr"/>
                </a:tc>
                <a:extLst>
                  <a:ext uri="{0D108BD9-81ED-4DB2-BD59-A6C34878D82A}">
                    <a16:rowId xmlns:a16="http://schemas.microsoft.com/office/drawing/2014/main" val="3735289143"/>
                  </a:ext>
                </a:extLst>
              </a:tr>
              <a:tr h="273051">
                <a:tc>
                  <a:txBody>
                    <a:bodyPr/>
                    <a:lstStyle/>
                    <a:p>
                      <a:pPr algn="ct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extLst>
                  <a:ext uri="{0D108BD9-81ED-4DB2-BD59-A6C34878D82A}">
                    <a16:rowId xmlns:a16="http://schemas.microsoft.com/office/drawing/2014/main" val="351306040"/>
                  </a:ext>
                </a:extLst>
              </a:tr>
              <a:tr h="273051">
                <a:tc>
                  <a:txBody>
                    <a:bodyPr/>
                    <a:lstStyle/>
                    <a:p>
                      <a:pPr algn="ct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extLst>
                  <a:ext uri="{0D108BD9-81ED-4DB2-BD59-A6C34878D82A}">
                    <a16:rowId xmlns:a16="http://schemas.microsoft.com/office/drawing/2014/main" val="407663534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514782961"/>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37822661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2232918545"/>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66856342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741410668"/>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633659976"/>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573371517"/>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983500501"/>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939803408"/>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892410747"/>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296874697"/>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214542281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109545566"/>
                  </a:ext>
                </a:extLst>
              </a:tr>
              <a:tr h="332212">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064101360"/>
                  </a:ext>
                </a:extLst>
              </a:tr>
            </a:tbl>
          </a:graphicData>
        </a:graphic>
      </p:graphicFrame>
      <p:sp>
        <p:nvSpPr>
          <p:cNvPr id="28" name="TextBox 27"/>
          <p:cNvSpPr txBox="1"/>
          <p:nvPr userDrawn="1"/>
        </p:nvSpPr>
        <p:spPr>
          <a:xfrm>
            <a:off x="6618913" y="1607160"/>
            <a:ext cx="1578529" cy="184666"/>
          </a:xfrm>
          <a:prstGeom prst="rect">
            <a:avLst/>
          </a:prstGeom>
          <a:noFill/>
        </p:spPr>
        <p:txBody>
          <a:bodyPr wrap="square" lIns="0" tIns="0" rIns="0" bIns="0" rtlCol="0">
            <a:spAutoFit/>
          </a:bodyPr>
          <a:lstStyle/>
          <a:p>
            <a:endParaRPr lang="en-US" sz="1200" dirty="0">
              <a:latin typeface="+mn-lt"/>
            </a:endParaRPr>
          </a:p>
        </p:txBody>
      </p:sp>
      <p:sp>
        <p:nvSpPr>
          <p:cNvPr id="45" name="TextBox 44"/>
          <p:cNvSpPr txBox="1"/>
          <p:nvPr userDrawn="1"/>
        </p:nvSpPr>
        <p:spPr>
          <a:xfrm>
            <a:off x="8222608" y="1607160"/>
            <a:ext cx="695933" cy="184666"/>
          </a:xfrm>
          <a:prstGeom prst="rect">
            <a:avLst/>
          </a:prstGeom>
          <a:noFill/>
        </p:spPr>
        <p:txBody>
          <a:bodyPr wrap="square" lIns="0" tIns="0" rIns="0" bIns="0" rtlCol="0">
            <a:spAutoFit/>
          </a:bodyPr>
          <a:lstStyle/>
          <a:p>
            <a:endParaRPr lang="en-US" sz="1200" dirty="0">
              <a:latin typeface="+mn-lt"/>
            </a:endParaRPr>
          </a:p>
        </p:txBody>
      </p:sp>
      <p:sp>
        <p:nvSpPr>
          <p:cNvPr id="4" name="Text Placeholder 3"/>
          <p:cNvSpPr>
            <a:spLocks noGrp="1"/>
          </p:cNvSpPr>
          <p:nvPr>
            <p:ph type="body" sz="quarter" idx="10" hasCustomPrompt="1"/>
          </p:nvPr>
        </p:nvSpPr>
        <p:spPr>
          <a:xfrm>
            <a:off x="267385" y="1614939"/>
            <a:ext cx="6301458" cy="176887"/>
          </a:xfrm>
        </p:spPr>
        <p:txBody>
          <a:bodyPr lIns="0" tIns="0" rIns="0" bIns="0" anchor="ctr" anchorCtr="0"/>
          <a:lstStyle>
            <a:lvl1pPr marL="0" indent="0">
              <a:buNone/>
              <a:defRPr sz="1400"/>
            </a:lvl1pPr>
          </a:lstStyle>
          <a:p>
            <a:pPr lvl="0"/>
            <a:r>
              <a:rPr lang="en-US" dirty="0"/>
              <a:t>Click to Add Text</a:t>
            </a:r>
          </a:p>
        </p:txBody>
      </p:sp>
      <p:sp>
        <p:nvSpPr>
          <p:cNvPr id="58" name="Text Placeholder 3"/>
          <p:cNvSpPr>
            <a:spLocks noGrp="1"/>
          </p:cNvSpPr>
          <p:nvPr>
            <p:ph type="body" sz="quarter" idx="11" hasCustomPrompt="1"/>
          </p:nvPr>
        </p:nvSpPr>
        <p:spPr>
          <a:xfrm>
            <a:off x="8239341" y="1607159"/>
            <a:ext cx="679199" cy="193517"/>
          </a:xfrm>
        </p:spPr>
        <p:txBody>
          <a:bodyPr lIns="0" tIns="0" rIns="0" bIns="0" anchor="ctr" anchorCtr="0"/>
          <a:lstStyle>
            <a:lvl1pPr marL="0" indent="0" algn="ctr">
              <a:buNone/>
              <a:defRPr sz="1000"/>
            </a:lvl1pPr>
          </a:lstStyle>
          <a:p>
            <a:pPr lvl="0"/>
            <a:r>
              <a:rPr lang="en-US" dirty="0"/>
              <a:t>Click to Add Text</a:t>
            </a:r>
          </a:p>
        </p:txBody>
      </p:sp>
      <p:sp>
        <p:nvSpPr>
          <p:cNvPr id="59" name="Text Placeholder 3"/>
          <p:cNvSpPr>
            <a:spLocks noGrp="1"/>
          </p:cNvSpPr>
          <p:nvPr>
            <p:ph type="body" sz="quarter" idx="12" hasCustomPrompt="1"/>
          </p:nvPr>
        </p:nvSpPr>
        <p:spPr>
          <a:xfrm>
            <a:off x="6618914" y="1607160"/>
            <a:ext cx="1575941" cy="188084"/>
          </a:xfrm>
        </p:spPr>
        <p:txBody>
          <a:bodyPr lIns="0" tIns="0" rIns="0" bIns="0" anchor="ctr" anchorCtr="0"/>
          <a:lstStyle>
            <a:lvl1pPr marL="0" indent="0" algn="ctr">
              <a:buNone/>
              <a:defRPr sz="1200"/>
            </a:lvl1pPr>
          </a:lstStyle>
          <a:p>
            <a:pPr lvl="0"/>
            <a:r>
              <a:rPr lang="en-US" dirty="0"/>
              <a:t>Click to Add Text</a:t>
            </a:r>
          </a:p>
        </p:txBody>
      </p:sp>
      <p:sp>
        <p:nvSpPr>
          <p:cNvPr id="60" name="TextBox 59"/>
          <p:cNvSpPr txBox="1"/>
          <p:nvPr userDrawn="1"/>
        </p:nvSpPr>
        <p:spPr>
          <a:xfrm>
            <a:off x="6619131" y="1925891"/>
            <a:ext cx="1578529" cy="184666"/>
          </a:xfrm>
          <a:prstGeom prst="rect">
            <a:avLst/>
          </a:prstGeom>
          <a:noFill/>
        </p:spPr>
        <p:txBody>
          <a:bodyPr wrap="square" lIns="0" tIns="0" rIns="0" bIns="0" rtlCol="0">
            <a:spAutoFit/>
          </a:bodyPr>
          <a:lstStyle/>
          <a:p>
            <a:endParaRPr lang="en-US" sz="1200" dirty="0">
              <a:latin typeface="+mn-lt"/>
            </a:endParaRPr>
          </a:p>
        </p:txBody>
      </p:sp>
      <p:sp>
        <p:nvSpPr>
          <p:cNvPr id="61" name="TextBox 60"/>
          <p:cNvSpPr txBox="1"/>
          <p:nvPr userDrawn="1"/>
        </p:nvSpPr>
        <p:spPr>
          <a:xfrm>
            <a:off x="8222826" y="1925891"/>
            <a:ext cx="695933" cy="184666"/>
          </a:xfrm>
          <a:prstGeom prst="rect">
            <a:avLst/>
          </a:prstGeom>
          <a:noFill/>
        </p:spPr>
        <p:txBody>
          <a:bodyPr wrap="square" lIns="0" tIns="0" rIns="0" bIns="0" rtlCol="0">
            <a:spAutoFit/>
          </a:bodyPr>
          <a:lstStyle/>
          <a:p>
            <a:endParaRPr lang="en-US" sz="1200" dirty="0">
              <a:latin typeface="+mn-lt"/>
            </a:endParaRPr>
          </a:p>
        </p:txBody>
      </p:sp>
      <p:sp>
        <p:nvSpPr>
          <p:cNvPr id="62" name="Text Placeholder 3"/>
          <p:cNvSpPr>
            <a:spLocks noGrp="1"/>
          </p:cNvSpPr>
          <p:nvPr>
            <p:ph type="body" sz="quarter" idx="13" hasCustomPrompt="1"/>
          </p:nvPr>
        </p:nvSpPr>
        <p:spPr>
          <a:xfrm>
            <a:off x="275992" y="1933670"/>
            <a:ext cx="6292850" cy="185738"/>
          </a:xfrm>
        </p:spPr>
        <p:txBody>
          <a:bodyPr lIns="0" tIns="0" rIns="0" bIns="0" anchor="ctr" anchorCtr="0"/>
          <a:lstStyle>
            <a:lvl1pPr marL="0" indent="0">
              <a:buNone/>
              <a:defRPr sz="1400"/>
            </a:lvl1pPr>
          </a:lstStyle>
          <a:p>
            <a:pPr lvl="0"/>
            <a:r>
              <a:rPr lang="en-US" dirty="0"/>
              <a:t>Click to Add Text</a:t>
            </a:r>
          </a:p>
        </p:txBody>
      </p:sp>
      <p:sp>
        <p:nvSpPr>
          <p:cNvPr id="63" name="Text Placeholder 3"/>
          <p:cNvSpPr>
            <a:spLocks noGrp="1"/>
          </p:cNvSpPr>
          <p:nvPr>
            <p:ph type="body" sz="quarter" idx="14" hasCustomPrompt="1"/>
          </p:nvPr>
        </p:nvSpPr>
        <p:spPr>
          <a:xfrm>
            <a:off x="8239559" y="1925890"/>
            <a:ext cx="679199" cy="193517"/>
          </a:xfrm>
        </p:spPr>
        <p:txBody>
          <a:bodyPr lIns="0" tIns="0" rIns="0" bIns="0" anchor="ctr" anchorCtr="0"/>
          <a:lstStyle>
            <a:lvl1pPr marL="0" indent="0" algn="ctr">
              <a:buNone/>
              <a:defRPr sz="1000"/>
            </a:lvl1pPr>
          </a:lstStyle>
          <a:p>
            <a:pPr lvl="0"/>
            <a:r>
              <a:rPr lang="en-US" dirty="0"/>
              <a:t>Click to Add Text</a:t>
            </a:r>
          </a:p>
        </p:txBody>
      </p:sp>
      <p:sp>
        <p:nvSpPr>
          <p:cNvPr id="64" name="Text Placeholder 3"/>
          <p:cNvSpPr>
            <a:spLocks noGrp="1"/>
          </p:cNvSpPr>
          <p:nvPr>
            <p:ph type="body" sz="quarter" idx="15" hasCustomPrompt="1"/>
          </p:nvPr>
        </p:nvSpPr>
        <p:spPr>
          <a:xfrm>
            <a:off x="6619130" y="1925891"/>
            <a:ext cx="1575943" cy="184666"/>
          </a:xfrm>
        </p:spPr>
        <p:txBody>
          <a:bodyPr lIns="0" tIns="0" rIns="0" bIns="0" anchor="ctr" anchorCtr="0"/>
          <a:lstStyle>
            <a:lvl1pPr marL="0" indent="0" algn="ctr">
              <a:buNone/>
              <a:defRPr sz="1200"/>
            </a:lvl1pPr>
          </a:lstStyle>
          <a:p>
            <a:pPr lvl="0"/>
            <a:r>
              <a:rPr lang="en-US" dirty="0"/>
              <a:t>Click to Add Text</a:t>
            </a:r>
          </a:p>
        </p:txBody>
      </p:sp>
      <p:sp>
        <p:nvSpPr>
          <p:cNvPr id="65" name="TextBox 64"/>
          <p:cNvSpPr txBox="1"/>
          <p:nvPr userDrawn="1"/>
        </p:nvSpPr>
        <p:spPr>
          <a:xfrm>
            <a:off x="6618913" y="2234625"/>
            <a:ext cx="1578529" cy="184666"/>
          </a:xfrm>
          <a:prstGeom prst="rect">
            <a:avLst/>
          </a:prstGeom>
          <a:noFill/>
        </p:spPr>
        <p:txBody>
          <a:bodyPr wrap="square" lIns="0" tIns="0" rIns="0" bIns="0" rtlCol="0">
            <a:spAutoFit/>
          </a:bodyPr>
          <a:lstStyle/>
          <a:p>
            <a:endParaRPr lang="en-US" sz="1200" dirty="0">
              <a:latin typeface="+mn-lt"/>
            </a:endParaRPr>
          </a:p>
        </p:txBody>
      </p:sp>
      <p:sp>
        <p:nvSpPr>
          <p:cNvPr id="66" name="TextBox 65"/>
          <p:cNvSpPr txBox="1"/>
          <p:nvPr userDrawn="1"/>
        </p:nvSpPr>
        <p:spPr>
          <a:xfrm>
            <a:off x="8222608" y="2234625"/>
            <a:ext cx="695933" cy="184666"/>
          </a:xfrm>
          <a:prstGeom prst="rect">
            <a:avLst/>
          </a:prstGeom>
          <a:noFill/>
        </p:spPr>
        <p:txBody>
          <a:bodyPr wrap="square" lIns="0" tIns="0" rIns="0" bIns="0" rtlCol="0">
            <a:spAutoFit/>
          </a:bodyPr>
          <a:lstStyle/>
          <a:p>
            <a:endParaRPr lang="en-US" sz="1200" dirty="0">
              <a:latin typeface="+mn-lt"/>
            </a:endParaRPr>
          </a:p>
        </p:txBody>
      </p:sp>
      <p:sp>
        <p:nvSpPr>
          <p:cNvPr id="67" name="Text Placeholder 3"/>
          <p:cNvSpPr>
            <a:spLocks noGrp="1"/>
          </p:cNvSpPr>
          <p:nvPr>
            <p:ph type="body" sz="quarter" idx="16" hasCustomPrompt="1"/>
          </p:nvPr>
        </p:nvSpPr>
        <p:spPr>
          <a:xfrm>
            <a:off x="267385" y="2242404"/>
            <a:ext cx="6301458" cy="185737"/>
          </a:xfrm>
        </p:spPr>
        <p:txBody>
          <a:bodyPr lIns="0" tIns="0" rIns="0" bIns="0" anchor="ctr" anchorCtr="0"/>
          <a:lstStyle>
            <a:lvl1pPr marL="0" indent="0">
              <a:buNone/>
              <a:defRPr sz="1400"/>
            </a:lvl1pPr>
          </a:lstStyle>
          <a:p>
            <a:pPr lvl="0"/>
            <a:r>
              <a:rPr lang="en-US" dirty="0"/>
              <a:t>Click to Add Text</a:t>
            </a:r>
          </a:p>
        </p:txBody>
      </p:sp>
      <p:sp>
        <p:nvSpPr>
          <p:cNvPr id="68" name="Text Placeholder 3"/>
          <p:cNvSpPr>
            <a:spLocks noGrp="1"/>
          </p:cNvSpPr>
          <p:nvPr>
            <p:ph type="body" sz="quarter" idx="17" hasCustomPrompt="1"/>
          </p:nvPr>
        </p:nvSpPr>
        <p:spPr>
          <a:xfrm>
            <a:off x="8239341" y="2234624"/>
            <a:ext cx="679199" cy="193517"/>
          </a:xfrm>
        </p:spPr>
        <p:txBody>
          <a:bodyPr lIns="0" tIns="0" rIns="0" bIns="0" anchor="ctr" anchorCtr="0"/>
          <a:lstStyle>
            <a:lvl1pPr marL="0" indent="0" algn="ctr">
              <a:buNone/>
              <a:defRPr sz="1000"/>
            </a:lvl1pPr>
          </a:lstStyle>
          <a:p>
            <a:pPr lvl="0"/>
            <a:r>
              <a:rPr lang="en-US" dirty="0"/>
              <a:t>Click to Add Text</a:t>
            </a:r>
          </a:p>
        </p:txBody>
      </p:sp>
      <p:sp>
        <p:nvSpPr>
          <p:cNvPr id="69" name="Text Placeholder 3"/>
          <p:cNvSpPr>
            <a:spLocks noGrp="1"/>
          </p:cNvSpPr>
          <p:nvPr>
            <p:ph type="body" sz="quarter" idx="18" hasCustomPrompt="1"/>
          </p:nvPr>
        </p:nvSpPr>
        <p:spPr>
          <a:xfrm>
            <a:off x="6618912" y="2234625"/>
            <a:ext cx="1575943" cy="184666"/>
          </a:xfrm>
        </p:spPr>
        <p:txBody>
          <a:bodyPr lIns="0" tIns="0" rIns="0" bIns="0" anchor="ctr" anchorCtr="0"/>
          <a:lstStyle>
            <a:lvl1pPr marL="0" indent="0" algn="ctr">
              <a:buNone/>
              <a:defRPr sz="1200"/>
            </a:lvl1pPr>
          </a:lstStyle>
          <a:p>
            <a:pPr lvl="0"/>
            <a:r>
              <a:rPr lang="en-US" dirty="0"/>
              <a:t>Click to Add Text</a:t>
            </a:r>
          </a:p>
        </p:txBody>
      </p:sp>
      <p:sp>
        <p:nvSpPr>
          <p:cNvPr id="70" name="TextBox 69"/>
          <p:cNvSpPr txBox="1"/>
          <p:nvPr userDrawn="1"/>
        </p:nvSpPr>
        <p:spPr>
          <a:xfrm>
            <a:off x="6619131" y="2553356"/>
            <a:ext cx="1578529" cy="184666"/>
          </a:xfrm>
          <a:prstGeom prst="rect">
            <a:avLst/>
          </a:prstGeom>
          <a:noFill/>
        </p:spPr>
        <p:txBody>
          <a:bodyPr wrap="square" lIns="0" tIns="0" rIns="0" bIns="0" rtlCol="0">
            <a:spAutoFit/>
          </a:bodyPr>
          <a:lstStyle/>
          <a:p>
            <a:endParaRPr lang="en-US" sz="1200" dirty="0">
              <a:latin typeface="+mn-lt"/>
            </a:endParaRPr>
          </a:p>
        </p:txBody>
      </p:sp>
      <p:sp>
        <p:nvSpPr>
          <p:cNvPr id="71" name="TextBox 70"/>
          <p:cNvSpPr txBox="1"/>
          <p:nvPr userDrawn="1"/>
        </p:nvSpPr>
        <p:spPr>
          <a:xfrm>
            <a:off x="8222826" y="2553356"/>
            <a:ext cx="695933" cy="184666"/>
          </a:xfrm>
          <a:prstGeom prst="rect">
            <a:avLst/>
          </a:prstGeom>
          <a:noFill/>
        </p:spPr>
        <p:txBody>
          <a:bodyPr wrap="square" lIns="0" tIns="0" rIns="0" bIns="0" rtlCol="0">
            <a:spAutoFit/>
          </a:bodyPr>
          <a:lstStyle/>
          <a:p>
            <a:endParaRPr lang="en-US" sz="1200" dirty="0">
              <a:latin typeface="+mn-lt"/>
            </a:endParaRPr>
          </a:p>
        </p:txBody>
      </p:sp>
      <p:sp>
        <p:nvSpPr>
          <p:cNvPr id="72" name="Text Placeholder 3"/>
          <p:cNvSpPr>
            <a:spLocks noGrp="1"/>
          </p:cNvSpPr>
          <p:nvPr>
            <p:ph type="body" sz="quarter" idx="19" hasCustomPrompt="1"/>
          </p:nvPr>
        </p:nvSpPr>
        <p:spPr>
          <a:xfrm>
            <a:off x="275992" y="2561135"/>
            <a:ext cx="6292850" cy="185738"/>
          </a:xfrm>
        </p:spPr>
        <p:txBody>
          <a:bodyPr lIns="0" tIns="0" rIns="0" bIns="0" anchor="ctr" anchorCtr="0"/>
          <a:lstStyle>
            <a:lvl1pPr marL="0" indent="0">
              <a:buNone/>
              <a:defRPr sz="1400"/>
            </a:lvl1pPr>
          </a:lstStyle>
          <a:p>
            <a:pPr lvl="0"/>
            <a:r>
              <a:rPr lang="en-US" dirty="0"/>
              <a:t>Click to Add Text</a:t>
            </a:r>
          </a:p>
        </p:txBody>
      </p:sp>
      <p:sp>
        <p:nvSpPr>
          <p:cNvPr id="73" name="Text Placeholder 3"/>
          <p:cNvSpPr>
            <a:spLocks noGrp="1"/>
          </p:cNvSpPr>
          <p:nvPr>
            <p:ph type="body" sz="quarter" idx="20" hasCustomPrompt="1"/>
          </p:nvPr>
        </p:nvSpPr>
        <p:spPr>
          <a:xfrm>
            <a:off x="8239559" y="2553355"/>
            <a:ext cx="679199" cy="193517"/>
          </a:xfrm>
        </p:spPr>
        <p:txBody>
          <a:bodyPr lIns="0" tIns="0" rIns="0" bIns="0" anchor="ctr" anchorCtr="0"/>
          <a:lstStyle>
            <a:lvl1pPr marL="0" indent="0" algn="ctr">
              <a:buNone/>
              <a:defRPr sz="1000"/>
            </a:lvl1pPr>
          </a:lstStyle>
          <a:p>
            <a:pPr lvl="0"/>
            <a:r>
              <a:rPr lang="en-US" dirty="0"/>
              <a:t>Click to Add Text</a:t>
            </a:r>
          </a:p>
        </p:txBody>
      </p:sp>
      <p:sp>
        <p:nvSpPr>
          <p:cNvPr id="74" name="Text Placeholder 3"/>
          <p:cNvSpPr>
            <a:spLocks noGrp="1"/>
          </p:cNvSpPr>
          <p:nvPr>
            <p:ph type="body" sz="quarter" idx="21" hasCustomPrompt="1"/>
          </p:nvPr>
        </p:nvSpPr>
        <p:spPr>
          <a:xfrm>
            <a:off x="6619130" y="2553356"/>
            <a:ext cx="1575943" cy="184666"/>
          </a:xfrm>
        </p:spPr>
        <p:txBody>
          <a:bodyPr lIns="0" tIns="0" rIns="0" bIns="0" anchor="ctr" anchorCtr="0"/>
          <a:lstStyle>
            <a:lvl1pPr marL="0" indent="0" algn="ctr">
              <a:buNone/>
              <a:defRPr sz="1200"/>
            </a:lvl1pPr>
          </a:lstStyle>
          <a:p>
            <a:pPr lvl="0"/>
            <a:r>
              <a:rPr lang="en-US" dirty="0"/>
              <a:t>Click to Add Text</a:t>
            </a:r>
          </a:p>
        </p:txBody>
      </p:sp>
      <p:sp>
        <p:nvSpPr>
          <p:cNvPr id="75" name="TextBox 74"/>
          <p:cNvSpPr txBox="1"/>
          <p:nvPr userDrawn="1"/>
        </p:nvSpPr>
        <p:spPr>
          <a:xfrm>
            <a:off x="6627520" y="2833457"/>
            <a:ext cx="1578529" cy="184666"/>
          </a:xfrm>
          <a:prstGeom prst="rect">
            <a:avLst/>
          </a:prstGeom>
          <a:noFill/>
        </p:spPr>
        <p:txBody>
          <a:bodyPr wrap="square" lIns="0" tIns="0" rIns="0" bIns="0" rtlCol="0">
            <a:spAutoFit/>
          </a:bodyPr>
          <a:lstStyle/>
          <a:p>
            <a:endParaRPr lang="en-US" sz="1200" dirty="0">
              <a:latin typeface="+mn-lt"/>
            </a:endParaRPr>
          </a:p>
        </p:txBody>
      </p:sp>
      <p:sp>
        <p:nvSpPr>
          <p:cNvPr id="76" name="TextBox 75"/>
          <p:cNvSpPr txBox="1"/>
          <p:nvPr userDrawn="1"/>
        </p:nvSpPr>
        <p:spPr>
          <a:xfrm>
            <a:off x="8231215" y="2833457"/>
            <a:ext cx="695933" cy="184666"/>
          </a:xfrm>
          <a:prstGeom prst="rect">
            <a:avLst/>
          </a:prstGeom>
          <a:noFill/>
        </p:spPr>
        <p:txBody>
          <a:bodyPr wrap="square" lIns="0" tIns="0" rIns="0" bIns="0" rtlCol="0">
            <a:spAutoFit/>
          </a:bodyPr>
          <a:lstStyle/>
          <a:p>
            <a:endParaRPr lang="en-US" sz="1200" dirty="0">
              <a:latin typeface="+mn-lt"/>
            </a:endParaRPr>
          </a:p>
        </p:txBody>
      </p:sp>
      <p:sp>
        <p:nvSpPr>
          <p:cNvPr id="77" name="Text Placeholder 3"/>
          <p:cNvSpPr>
            <a:spLocks noGrp="1"/>
          </p:cNvSpPr>
          <p:nvPr>
            <p:ph type="body" sz="quarter" idx="22" hasCustomPrompt="1"/>
          </p:nvPr>
        </p:nvSpPr>
        <p:spPr>
          <a:xfrm>
            <a:off x="275992" y="2841236"/>
            <a:ext cx="6301458" cy="176887"/>
          </a:xfrm>
        </p:spPr>
        <p:txBody>
          <a:bodyPr lIns="0" tIns="0" rIns="0" bIns="0" anchor="ctr" anchorCtr="0"/>
          <a:lstStyle>
            <a:lvl1pPr marL="0" indent="0">
              <a:buNone/>
              <a:defRPr sz="1400"/>
            </a:lvl1pPr>
          </a:lstStyle>
          <a:p>
            <a:pPr lvl="0"/>
            <a:r>
              <a:rPr lang="en-US" dirty="0"/>
              <a:t>Click to Add Text</a:t>
            </a:r>
          </a:p>
        </p:txBody>
      </p:sp>
      <p:sp>
        <p:nvSpPr>
          <p:cNvPr id="78" name="Text Placeholder 3"/>
          <p:cNvSpPr>
            <a:spLocks noGrp="1"/>
          </p:cNvSpPr>
          <p:nvPr>
            <p:ph type="body" sz="quarter" idx="23" hasCustomPrompt="1"/>
          </p:nvPr>
        </p:nvSpPr>
        <p:spPr>
          <a:xfrm>
            <a:off x="8247948" y="2833456"/>
            <a:ext cx="679199" cy="193517"/>
          </a:xfrm>
        </p:spPr>
        <p:txBody>
          <a:bodyPr lIns="0" tIns="0" rIns="0" bIns="0" anchor="ctr" anchorCtr="0"/>
          <a:lstStyle>
            <a:lvl1pPr marL="0" indent="0" algn="ctr">
              <a:buNone/>
              <a:defRPr sz="1000"/>
            </a:lvl1pPr>
          </a:lstStyle>
          <a:p>
            <a:pPr lvl="0"/>
            <a:r>
              <a:rPr lang="en-US" dirty="0"/>
              <a:t>Click to Add Text</a:t>
            </a:r>
          </a:p>
        </p:txBody>
      </p:sp>
      <p:sp>
        <p:nvSpPr>
          <p:cNvPr id="79" name="Text Placeholder 3"/>
          <p:cNvSpPr>
            <a:spLocks noGrp="1"/>
          </p:cNvSpPr>
          <p:nvPr>
            <p:ph type="body" sz="quarter" idx="24" hasCustomPrompt="1"/>
          </p:nvPr>
        </p:nvSpPr>
        <p:spPr>
          <a:xfrm>
            <a:off x="6627521" y="2833457"/>
            <a:ext cx="1575941" cy="188084"/>
          </a:xfrm>
        </p:spPr>
        <p:txBody>
          <a:bodyPr lIns="0" tIns="0" rIns="0" bIns="0" anchor="ctr" anchorCtr="0"/>
          <a:lstStyle>
            <a:lvl1pPr marL="0" indent="0" algn="ctr">
              <a:buNone/>
              <a:defRPr sz="1200"/>
            </a:lvl1pPr>
          </a:lstStyle>
          <a:p>
            <a:pPr lvl="0"/>
            <a:r>
              <a:rPr lang="en-US" dirty="0"/>
              <a:t>Click to Add Text</a:t>
            </a:r>
          </a:p>
        </p:txBody>
      </p:sp>
      <p:sp>
        <p:nvSpPr>
          <p:cNvPr id="80" name="TextBox 79"/>
          <p:cNvSpPr txBox="1"/>
          <p:nvPr userDrawn="1"/>
        </p:nvSpPr>
        <p:spPr>
          <a:xfrm>
            <a:off x="6627738" y="3152188"/>
            <a:ext cx="1578529" cy="184666"/>
          </a:xfrm>
          <a:prstGeom prst="rect">
            <a:avLst/>
          </a:prstGeom>
          <a:noFill/>
        </p:spPr>
        <p:txBody>
          <a:bodyPr wrap="square" lIns="0" tIns="0" rIns="0" bIns="0" rtlCol="0">
            <a:spAutoFit/>
          </a:bodyPr>
          <a:lstStyle/>
          <a:p>
            <a:endParaRPr lang="en-US" sz="1200" dirty="0">
              <a:latin typeface="+mn-lt"/>
            </a:endParaRPr>
          </a:p>
        </p:txBody>
      </p:sp>
      <p:sp>
        <p:nvSpPr>
          <p:cNvPr id="81" name="TextBox 80"/>
          <p:cNvSpPr txBox="1"/>
          <p:nvPr userDrawn="1"/>
        </p:nvSpPr>
        <p:spPr>
          <a:xfrm>
            <a:off x="8231433" y="3152188"/>
            <a:ext cx="695933" cy="184666"/>
          </a:xfrm>
          <a:prstGeom prst="rect">
            <a:avLst/>
          </a:prstGeom>
          <a:noFill/>
        </p:spPr>
        <p:txBody>
          <a:bodyPr wrap="square" lIns="0" tIns="0" rIns="0" bIns="0" rtlCol="0">
            <a:spAutoFit/>
          </a:bodyPr>
          <a:lstStyle/>
          <a:p>
            <a:endParaRPr lang="en-US" sz="1200" dirty="0">
              <a:latin typeface="+mn-lt"/>
            </a:endParaRPr>
          </a:p>
        </p:txBody>
      </p:sp>
      <p:sp>
        <p:nvSpPr>
          <p:cNvPr id="82" name="Text Placeholder 3"/>
          <p:cNvSpPr>
            <a:spLocks noGrp="1"/>
          </p:cNvSpPr>
          <p:nvPr>
            <p:ph type="body" sz="quarter" idx="25" hasCustomPrompt="1"/>
          </p:nvPr>
        </p:nvSpPr>
        <p:spPr>
          <a:xfrm>
            <a:off x="284599" y="3159967"/>
            <a:ext cx="6292850" cy="185738"/>
          </a:xfrm>
        </p:spPr>
        <p:txBody>
          <a:bodyPr lIns="0" tIns="0" rIns="0" bIns="0" anchor="ctr" anchorCtr="0"/>
          <a:lstStyle>
            <a:lvl1pPr marL="0" indent="0">
              <a:buNone/>
              <a:defRPr sz="1400"/>
            </a:lvl1pPr>
          </a:lstStyle>
          <a:p>
            <a:pPr lvl="0"/>
            <a:r>
              <a:rPr lang="en-US" dirty="0"/>
              <a:t>Click to Add Text</a:t>
            </a:r>
          </a:p>
        </p:txBody>
      </p:sp>
      <p:sp>
        <p:nvSpPr>
          <p:cNvPr id="83" name="Text Placeholder 3"/>
          <p:cNvSpPr>
            <a:spLocks noGrp="1"/>
          </p:cNvSpPr>
          <p:nvPr>
            <p:ph type="body" sz="quarter" idx="26" hasCustomPrompt="1"/>
          </p:nvPr>
        </p:nvSpPr>
        <p:spPr>
          <a:xfrm>
            <a:off x="8248166" y="3152187"/>
            <a:ext cx="679199" cy="193517"/>
          </a:xfrm>
        </p:spPr>
        <p:txBody>
          <a:bodyPr lIns="0" tIns="0" rIns="0" bIns="0" anchor="ctr" anchorCtr="0"/>
          <a:lstStyle>
            <a:lvl1pPr marL="0" indent="0" algn="ctr">
              <a:buNone/>
              <a:defRPr sz="1000"/>
            </a:lvl1pPr>
          </a:lstStyle>
          <a:p>
            <a:pPr lvl="0"/>
            <a:r>
              <a:rPr lang="en-US" dirty="0"/>
              <a:t>Click to Add Text</a:t>
            </a:r>
          </a:p>
        </p:txBody>
      </p:sp>
      <p:sp>
        <p:nvSpPr>
          <p:cNvPr id="84" name="Text Placeholder 3"/>
          <p:cNvSpPr>
            <a:spLocks noGrp="1"/>
          </p:cNvSpPr>
          <p:nvPr>
            <p:ph type="body" sz="quarter" idx="27" hasCustomPrompt="1"/>
          </p:nvPr>
        </p:nvSpPr>
        <p:spPr>
          <a:xfrm>
            <a:off x="6627737" y="3152188"/>
            <a:ext cx="1575943" cy="184666"/>
          </a:xfrm>
        </p:spPr>
        <p:txBody>
          <a:bodyPr lIns="0" tIns="0" rIns="0" bIns="0" anchor="ctr" anchorCtr="0"/>
          <a:lstStyle>
            <a:lvl1pPr marL="0" indent="0" algn="ctr">
              <a:buNone/>
              <a:defRPr sz="1200"/>
            </a:lvl1pPr>
          </a:lstStyle>
          <a:p>
            <a:pPr lvl="0"/>
            <a:r>
              <a:rPr lang="en-US" dirty="0"/>
              <a:t>Click to Add Text</a:t>
            </a:r>
          </a:p>
        </p:txBody>
      </p:sp>
      <p:sp>
        <p:nvSpPr>
          <p:cNvPr id="85" name="TextBox 84"/>
          <p:cNvSpPr txBox="1"/>
          <p:nvPr userDrawn="1"/>
        </p:nvSpPr>
        <p:spPr>
          <a:xfrm>
            <a:off x="6627520" y="3460922"/>
            <a:ext cx="1578529" cy="184666"/>
          </a:xfrm>
          <a:prstGeom prst="rect">
            <a:avLst/>
          </a:prstGeom>
          <a:noFill/>
        </p:spPr>
        <p:txBody>
          <a:bodyPr wrap="square" lIns="0" tIns="0" rIns="0" bIns="0" rtlCol="0">
            <a:spAutoFit/>
          </a:bodyPr>
          <a:lstStyle/>
          <a:p>
            <a:endParaRPr lang="en-US" sz="1200" dirty="0">
              <a:latin typeface="+mn-lt"/>
            </a:endParaRPr>
          </a:p>
        </p:txBody>
      </p:sp>
      <p:sp>
        <p:nvSpPr>
          <p:cNvPr id="86" name="TextBox 85"/>
          <p:cNvSpPr txBox="1"/>
          <p:nvPr userDrawn="1"/>
        </p:nvSpPr>
        <p:spPr>
          <a:xfrm>
            <a:off x="8231215" y="3460922"/>
            <a:ext cx="695933" cy="184666"/>
          </a:xfrm>
          <a:prstGeom prst="rect">
            <a:avLst/>
          </a:prstGeom>
          <a:noFill/>
        </p:spPr>
        <p:txBody>
          <a:bodyPr wrap="square" lIns="0" tIns="0" rIns="0" bIns="0" rtlCol="0">
            <a:spAutoFit/>
          </a:bodyPr>
          <a:lstStyle/>
          <a:p>
            <a:endParaRPr lang="en-US" sz="1200" dirty="0">
              <a:latin typeface="+mn-lt"/>
            </a:endParaRPr>
          </a:p>
        </p:txBody>
      </p:sp>
      <p:sp>
        <p:nvSpPr>
          <p:cNvPr id="87" name="Text Placeholder 3"/>
          <p:cNvSpPr>
            <a:spLocks noGrp="1"/>
          </p:cNvSpPr>
          <p:nvPr>
            <p:ph type="body" sz="quarter" idx="28" hasCustomPrompt="1"/>
          </p:nvPr>
        </p:nvSpPr>
        <p:spPr>
          <a:xfrm>
            <a:off x="275992" y="3468701"/>
            <a:ext cx="6301458" cy="185737"/>
          </a:xfrm>
        </p:spPr>
        <p:txBody>
          <a:bodyPr lIns="0" tIns="0" rIns="0" bIns="0" anchor="ctr" anchorCtr="0"/>
          <a:lstStyle>
            <a:lvl1pPr marL="0" indent="0">
              <a:buNone/>
              <a:defRPr sz="1400"/>
            </a:lvl1pPr>
          </a:lstStyle>
          <a:p>
            <a:pPr lvl="0"/>
            <a:r>
              <a:rPr lang="en-US" dirty="0"/>
              <a:t>Click to Add Text</a:t>
            </a:r>
          </a:p>
        </p:txBody>
      </p:sp>
      <p:sp>
        <p:nvSpPr>
          <p:cNvPr id="88" name="Text Placeholder 3"/>
          <p:cNvSpPr>
            <a:spLocks noGrp="1"/>
          </p:cNvSpPr>
          <p:nvPr>
            <p:ph type="body" sz="quarter" idx="29" hasCustomPrompt="1"/>
          </p:nvPr>
        </p:nvSpPr>
        <p:spPr>
          <a:xfrm>
            <a:off x="8247948" y="3460921"/>
            <a:ext cx="679199" cy="193517"/>
          </a:xfrm>
        </p:spPr>
        <p:txBody>
          <a:bodyPr lIns="0" tIns="0" rIns="0" bIns="0" anchor="ctr" anchorCtr="0"/>
          <a:lstStyle>
            <a:lvl1pPr marL="0" indent="0" algn="ctr">
              <a:buNone/>
              <a:defRPr sz="1000"/>
            </a:lvl1pPr>
          </a:lstStyle>
          <a:p>
            <a:pPr lvl="0"/>
            <a:r>
              <a:rPr lang="en-US" dirty="0"/>
              <a:t>Click to Add Text</a:t>
            </a:r>
          </a:p>
        </p:txBody>
      </p:sp>
      <p:sp>
        <p:nvSpPr>
          <p:cNvPr id="89" name="Text Placeholder 3"/>
          <p:cNvSpPr>
            <a:spLocks noGrp="1"/>
          </p:cNvSpPr>
          <p:nvPr>
            <p:ph type="body" sz="quarter" idx="30" hasCustomPrompt="1"/>
          </p:nvPr>
        </p:nvSpPr>
        <p:spPr>
          <a:xfrm>
            <a:off x="6627519" y="3460922"/>
            <a:ext cx="1575943" cy="184666"/>
          </a:xfrm>
        </p:spPr>
        <p:txBody>
          <a:bodyPr lIns="0" tIns="0" rIns="0" bIns="0" anchor="ctr" anchorCtr="0"/>
          <a:lstStyle>
            <a:lvl1pPr marL="0" indent="0" algn="ctr">
              <a:buNone/>
              <a:defRPr sz="1200"/>
            </a:lvl1pPr>
          </a:lstStyle>
          <a:p>
            <a:pPr lvl="0"/>
            <a:r>
              <a:rPr lang="en-US" dirty="0"/>
              <a:t>Click to Add Text</a:t>
            </a:r>
          </a:p>
        </p:txBody>
      </p:sp>
      <p:sp>
        <p:nvSpPr>
          <p:cNvPr id="90" name="TextBox 89"/>
          <p:cNvSpPr txBox="1"/>
          <p:nvPr userDrawn="1"/>
        </p:nvSpPr>
        <p:spPr>
          <a:xfrm>
            <a:off x="6627738" y="3779653"/>
            <a:ext cx="1578529" cy="184666"/>
          </a:xfrm>
          <a:prstGeom prst="rect">
            <a:avLst/>
          </a:prstGeom>
          <a:noFill/>
        </p:spPr>
        <p:txBody>
          <a:bodyPr wrap="square" lIns="0" tIns="0" rIns="0" bIns="0" rtlCol="0">
            <a:spAutoFit/>
          </a:bodyPr>
          <a:lstStyle/>
          <a:p>
            <a:endParaRPr lang="en-US" sz="1200" dirty="0">
              <a:latin typeface="+mn-lt"/>
            </a:endParaRPr>
          </a:p>
        </p:txBody>
      </p:sp>
      <p:sp>
        <p:nvSpPr>
          <p:cNvPr id="91" name="TextBox 90"/>
          <p:cNvSpPr txBox="1"/>
          <p:nvPr userDrawn="1"/>
        </p:nvSpPr>
        <p:spPr>
          <a:xfrm>
            <a:off x="8231433" y="3779653"/>
            <a:ext cx="695933" cy="184666"/>
          </a:xfrm>
          <a:prstGeom prst="rect">
            <a:avLst/>
          </a:prstGeom>
          <a:noFill/>
        </p:spPr>
        <p:txBody>
          <a:bodyPr wrap="square" lIns="0" tIns="0" rIns="0" bIns="0" rtlCol="0">
            <a:spAutoFit/>
          </a:bodyPr>
          <a:lstStyle/>
          <a:p>
            <a:endParaRPr lang="en-US" sz="1200" dirty="0">
              <a:latin typeface="+mn-lt"/>
            </a:endParaRPr>
          </a:p>
        </p:txBody>
      </p:sp>
      <p:sp>
        <p:nvSpPr>
          <p:cNvPr id="92" name="Text Placeholder 3"/>
          <p:cNvSpPr>
            <a:spLocks noGrp="1"/>
          </p:cNvSpPr>
          <p:nvPr>
            <p:ph type="body" sz="quarter" idx="31" hasCustomPrompt="1"/>
          </p:nvPr>
        </p:nvSpPr>
        <p:spPr>
          <a:xfrm>
            <a:off x="284599" y="3787432"/>
            <a:ext cx="6292850" cy="185738"/>
          </a:xfrm>
        </p:spPr>
        <p:txBody>
          <a:bodyPr lIns="0" tIns="0" rIns="0" bIns="0" anchor="ctr" anchorCtr="0"/>
          <a:lstStyle>
            <a:lvl1pPr marL="0" indent="0">
              <a:buNone/>
              <a:defRPr sz="1400"/>
            </a:lvl1pPr>
          </a:lstStyle>
          <a:p>
            <a:pPr lvl="0"/>
            <a:r>
              <a:rPr lang="en-US" dirty="0"/>
              <a:t>Click to Add Text</a:t>
            </a:r>
          </a:p>
        </p:txBody>
      </p:sp>
      <p:sp>
        <p:nvSpPr>
          <p:cNvPr id="93" name="Text Placeholder 3"/>
          <p:cNvSpPr>
            <a:spLocks noGrp="1"/>
          </p:cNvSpPr>
          <p:nvPr>
            <p:ph type="body" sz="quarter" idx="32" hasCustomPrompt="1"/>
          </p:nvPr>
        </p:nvSpPr>
        <p:spPr>
          <a:xfrm>
            <a:off x="8248166" y="3779652"/>
            <a:ext cx="679199" cy="193517"/>
          </a:xfrm>
        </p:spPr>
        <p:txBody>
          <a:bodyPr lIns="0" tIns="0" rIns="0" bIns="0" anchor="ctr" anchorCtr="0"/>
          <a:lstStyle>
            <a:lvl1pPr marL="0" indent="0" algn="ctr">
              <a:buNone/>
              <a:defRPr sz="1000"/>
            </a:lvl1pPr>
          </a:lstStyle>
          <a:p>
            <a:pPr lvl="0"/>
            <a:r>
              <a:rPr lang="en-US" dirty="0"/>
              <a:t>Click to Add Text</a:t>
            </a:r>
          </a:p>
        </p:txBody>
      </p:sp>
      <p:sp>
        <p:nvSpPr>
          <p:cNvPr id="94" name="Text Placeholder 3"/>
          <p:cNvSpPr>
            <a:spLocks noGrp="1"/>
          </p:cNvSpPr>
          <p:nvPr>
            <p:ph type="body" sz="quarter" idx="33" hasCustomPrompt="1"/>
          </p:nvPr>
        </p:nvSpPr>
        <p:spPr>
          <a:xfrm>
            <a:off x="6627737" y="3779653"/>
            <a:ext cx="1575943" cy="184666"/>
          </a:xfrm>
        </p:spPr>
        <p:txBody>
          <a:bodyPr lIns="0" tIns="0" rIns="0" bIns="0" anchor="ctr" anchorCtr="0"/>
          <a:lstStyle>
            <a:lvl1pPr marL="0" indent="0" algn="ctr">
              <a:buNone/>
              <a:defRPr sz="1200"/>
            </a:lvl1pPr>
          </a:lstStyle>
          <a:p>
            <a:pPr lvl="0"/>
            <a:r>
              <a:rPr lang="en-US" dirty="0"/>
              <a:t>Click to Add Text</a:t>
            </a:r>
          </a:p>
        </p:txBody>
      </p:sp>
      <p:sp>
        <p:nvSpPr>
          <p:cNvPr id="95" name="TextBox 94"/>
          <p:cNvSpPr txBox="1"/>
          <p:nvPr userDrawn="1"/>
        </p:nvSpPr>
        <p:spPr>
          <a:xfrm>
            <a:off x="6638840" y="4074595"/>
            <a:ext cx="1578529" cy="184666"/>
          </a:xfrm>
          <a:prstGeom prst="rect">
            <a:avLst/>
          </a:prstGeom>
          <a:noFill/>
        </p:spPr>
        <p:txBody>
          <a:bodyPr wrap="square" lIns="0" tIns="0" rIns="0" bIns="0" rtlCol="0">
            <a:spAutoFit/>
          </a:bodyPr>
          <a:lstStyle/>
          <a:p>
            <a:endParaRPr lang="en-US" sz="1200" dirty="0">
              <a:latin typeface="+mn-lt"/>
            </a:endParaRPr>
          </a:p>
        </p:txBody>
      </p:sp>
      <p:sp>
        <p:nvSpPr>
          <p:cNvPr id="96" name="TextBox 95"/>
          <p:cNvSpPr txBox="1"/>
          <p:nvPr userDrawn="1"/>
        </p:nvSpPr>
        <p:spPr>
          <a:xfrm>
            <a:off x="8242535" y="4074595"/>
            <a:ext cx="695933" cy="184666"/>
          </a:xfrm>
          <a:prstGeom prst="rect">
            <a:avLst/>
          </a:prstGeom>
          <a:noFill/>
        </p:spPr>
        <p:txBody>
          <a:bodyPr wrap="square" lIns="0" tIns="0" rIns="0" bIns="0" rtlCol="0">
            <a:spAutoFit/>
          </a:bodyPr>
          <a:lstStyle/>
          <a:p>
            <a:endParaRPr lang="en-US" sz="1200" dirty="0">
              <a:latin typeface="+mn-lt"/>
            </a:endParaRPr>
          </a:p>
        </p:txBody>
      </p:sp>
      <p:sp>
        <p:nvSpPr>
          <p:cNvPr id="97" name="Text Placeholder 3"/>
          <p:cNvSpPr>
            <a:spLocks noGrp="1"/>
          </p:cNvSpPr>
          <p:nvPr>
            <p:ph type="body" sz="quarter" idx="34" hasCustomPrompt="1"/>
          </p:nvPr>
        </p:nvSpPr>
        <p:spPr>
          <a:xfrm>
            <a:off x="287312" y="4082374"/>
            <a:ext cx="6301458" cy="176887"/>
          </a:xfrm>
        </p:spPr>
        <p:txBody>
          <a:bodyPr lIns="0" tIns="0" rIns="0" bIns="0" anchor="ctr" anchorCtr="0"/>
          <a:lstStyle>
            <a:lvl1pPr marL="0" indent="0">
              <a:buNone/>
              <a:defRPr sz="1400"/>
            </a:lvl1pPr>
          </a:lstStyle>
          <a:p>
            <a:pPr lvl="0"/>
            <a:r>
              <a:rPr lang="en-US" dirty="0"/>
              <a:t>Click to Add Text</a:t>
            </a:r>
          </a:p>
        </p:txBody>
      </p:sp>
      <p:sp>
        <p:nvSpPr>
          <p:cNvPr id="98" name="Text Placeholder 3"/>
          <p:cNvSpPr>
            <a:spLocks noGrp="1"/>
          </p:cNvSpPr>
          <p:nvPr>
            <p:ph type="body" sz="quarter" idx="35" hasCustomPrompt="1"/>
          </p:nvPr>
        </p:nvSpPr>
        <p:spPr>
          <a:xfrm>
            <a:off x="8259268" y="4074594"/>
            <a:ext cx="679199" cy="193517"/>
          </a:xfrm>
        </p:spPr>
        <p:txBody>
          <a:bodyPr lIns="0" tIns="0" rIns="0" bIns="0" anchor="ctr" anchorCtr="0"/>
          <a:lstStyle>
            <a:lvl1pPr marL="0" indent="0" algn="ctr">
              <a:buNone/>
              <a:defRPr sz="1000"/>
            </a:lvl1pPr>
          </a:lstStyle>
          <a:p>
            <a:pPr lvl="0"/>
            <a:r>
              <a:rPr lang="en-US" dirty="0"/>
              <a:t>Click to Add Text</a:t>
            </a:r>
          </a:p>
        </p:txBody>
      </p:sp>
      <p:sp>
        <p:nvSpPr>
          <p:cNvPr id="99" name="Text Placeholder 3"/>
          <p:cNvSpPr>
            <a:spLocks noGrp="1"/>
          </p:cNvSpPr>
          <p:nvPr>
            <p:ph type="body" sz="quarter" idx="36" hasCustomPrompt="1"/>
          </p:nvPr>
        </p:nvSpPr>
        <p:spPr>
          <a:xfrm>
            <a:off x="6638841" y="4074595"/>
            <a:ext cx="1575941" cy="188084"/>
          </a:xfrm>
        </p:spPr>
        <p:txBody>
          <a:bodyPr lIns="0" tIns="0" rIns="0" bIns="0" anchor="ctr" anchorCtr="0"/>
          <a:lstStyle>
            <a:lvl1pPr marL="0" indent="0" algn="ctr">
              <a:buNone/>
              <a:defRPr sz="1200"/>
            </a:lvl1pPr>
          </a:lstStyle>
          <a:p>
            <a:pPr lvl="0"/>
            <a:r>
              <a:rPr lang="en-US" dirty="0"/>
              <a:t>Click to Add Text</a:t>
            </a:r>
          </a:p>
        </p:txBody>
      </p:sp>
      <p:sp>
        <p:nvSpPr>
          <p:cNvPr id="100" name="TextBox 99"/>
          <p:cNvSpPr txBox="1"/>
          <p:nvPr userDrawn="1"/>
        </p:nvSpPr>
        <p:spPr>
          <a:xfrm>
            <a:off x="6639058" y="4393326"/>
            <a:ext cx="1578529" cy="184666"/>
          </a:xfrm>
          <a:prstGeom prst="rect">
            <a:avLst/>
          </a:prstGeom>
          <a:noFill/>
        </p:spPr>
        <p:txBody>
          <a:bodyPr wrap="square" lIns="0" tIns="0" rIns="0" bIns="0" rtlCol="0">
            <a:spAutoFit/>
          </a:bodyPr>
          <a:lstStyle/>
          <a:p>
            <a:endParaRPr lang="en-US" sz="1200" dirty="0">
              <a:latin typeface="+mn-lt"/>
            </a:endParaRPr>
          </a:p>
        </p:txBody>
      </p:sp>
      <p:sp>
        <p:nvSpPr>
          <p:cNvPr id="101" name="TextBox 100"/>
          <p:cNvSpPr txBox="1"/>
          <p:nvPr userDrawn="1"/>
        </p:nvSpPr>
        <p:spPr>
          <a:xfrm>
            <a:off x="8242753" y="4393326"/>
            <a:ext cx="695933" cy="184666"/>
          </a:xfrm>
          <a:prstGeom prst="rect">
            <a:avLst/>
          </a:prstGeom>
          <a:noFill/>
        </p:spPr>
        <p:txBody>
          <a:bodyPr wrap="square" lIns="0" tIns="0" rIns="0" bIns="0" rtlCol="0">
            <a:spAutoFit/>
          </a:bodyPr>
          <a:lstStyle/>
          <a:p>
            <a:endParaRPr lang="en-US" sz="1200" dirty="0">
              <a:latin typeface="+mn-lt"/>
            </a:endParaRPr>
          </a:p>
        </p:txBody>
      </p:sp>
      <p:sp>
        <p:nvSpPr>
          <p:cNvPr id="102" name="Text Placeholder 3"/>
          <p:cNvSpPr>
            <a:spLocks noGrp="1"/>
          </p:cNvSpPr>
          <p:nvPr>
            <p:ph type="body" sz="quarter" idx="37" hasCustomPrompt="1"/>
          </p:nvPr>
        </p:nvSpPr>
        <p:spPr>
          <a:xfrm>
            <a:off x="295919" y="4401105"/>
            <a:ext cx="6292850" cy="185738"/>
          </a:xfrm>
        </p:spPr>
        <p:txBody>
          <a:bodyPr lIns="0" tIns="0" rIns="0" bIns="0" anchor="ctr" anchorCtr="0"/>
          <a:lstStyle>
            <a:lvl1pPr marL="0" indent="0">
              <a:buNone/>
              <a:defRPr sz="1400"/>
            </a:lvl1pPr>
          </a:lstStyle>
          <a:p>
            <a:pPr lvl="0"/>
            <a:r>
              <a:rPr lang="en-US" dirty="0"/>
              <a:t>Click to Add Text</a:t>
            </a:r>
          </a:p>
        </p:txBody>
      </p:sp>
      <p:sp>
        <p:nvSpPr>
          <p:cNvPr id="103" name="Text Placeholder 3"/>
          <p:cNvSpPr>
            <a:spLocks noGrp="1"/>
          </p:cNvSpPr>
          <p:nvPr>
            <p:ph type="body" sz="quarter" idx="38" hasCustomPrompt="1"/>
          </p:nvPr>
        </p:nvSpPr>
        <p:spPr>
          <a:xfrm>
            <a:off x="8259486" y="4393325"/>
            <a:ext cx="679199" cy="193517"/>
          </a:xfrm>
        </p:spPr>
        <p:txBody>
          <a:bodyPr lIns="0" tIns="0" rIns="0" bIns="0" anchor="ctr" anchorCtr="0"/>
          <a:lstStyle>
            <a:lvl1pPr marL="0" indent="0" algn="ctr">
              <a:buNone/>
              <a:defRPr sz="1000"/>
            </a:lvl1pPr>
          </a:lstStyle>
          <a:p>
            <a:pPr lvl="0"/>
            <a:r>
              <a:rPr lang="en-US" dirty="0"/>
              <a:t>Click to Add Text</a:t>
            </a:r>
          </a:p>
        </p:txBody>
      </p:sp>
      <p:sp>
        <p:nvSpPr>
          <p:cNvPr id="104" name="Text Placeholder 3"/>
          <p:cNvSpPr>
            <a:spLocks noGrp="1"/>
          </p:cNvSpPr>
          <p:nvPr>
            <p:ph type="body" sz="quarter" idx="39" hasCustomPrompt="1"/>
          </p:nvPr>
        </p:nvSpPr>
        <p:spPr>
          <a:xfrm>
            <a:off x="6639057" y="4393326"/>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05" name="TextBox 104"/>
          <p:cNvSpPr txBox="1"/>
          <p:nvPr userDrawn="1"/>
        </p:nvSpPr>
        <p:spPr>
          <a:xfrm>
            <a:off x="6638840" y="4702060"/>
            <a:ext cx="1578529" cy="184666"/>
          </a:xfrm>
          <a:prstGeom prst="rect">
            <a:avLst/>
          </a:prstGeom>
          <a:noFill/>
        </p:spPr>
        <p:txBody>
          <a:bodyPr wrap="square" lIns="0" tIns="0" rIns="0" bIns="0" rtlCol="0">
            <a:spAutoFit/>
          </a:bodyPr>
          <a:lstStyle/>
          <a:p>
            <a:endParaRPr lang="en-US" sz="1200" dirty="0">
              <a:latin typeface="+mn-lt"/>
            </a:endParaRPr>
          </a:p>
        </p:txBody>
      </p:sp>
      <p:sp>
        <p:nvSpPr>
          <p:cNvPr id="106" name="TextBox 105"/>
          <p:cNvSpPr txBox="1"/>
          <p:nvPr userDrawn="1"/>
        </p:nvSpPr>
        <p:spPr>
          <a:xfrm>
            <a:off x="8242535" y="4702060"/>
            <a:ext cx="695933" cy="184666"/>
          </a:xfrm>
          <a:prstGeom prst="rect">
            <a:avLst/>
          </a:prstGeom>
          <a:noFill/>
        </p:spPr>
        <p:txBody>
          <a:bodyPr wrap="square" lIns="0" tIns="0" rIns="0" bIns="0" rtlCol="0">
            <a:spAutoFit/>
          </a:bodyPr>
          <a:lstStyle/>
          <a:p>
            <a:endParaRPr lang="en-US" sz="1200" dirty="0">
              <a:latin typeface="+mn-lt"/>
            </a:endParaRPr>
          </a:p>
        </p:txBody>
      </p:sp>
      <p:sp>
        <p:nvSpPr>
          <p:cNvPr id="107" name="Text Placeholder 3"/>
          <p:cNvSpPr>
            <a:spLocks noGrp="1"/>
          </p:cNvSpPr>
          <p:nvPr>
            <p:ph type="body" sz="quarter" idx="40" hasCustomPrompt="1"/>
          </p:nvPr>
        </p:nvSpPr>
        <p:spPr>
          <a:xfrm>
            <a:off x="287312" y="4709839"/>
            <a:ext cx="6301458" cy="185737"/>
          </a:xfrm>
        </p:spPr>
        <p:txBody>
          <a:bodyPr lIns="0" tIns="0" rIns="0" bIns="0" anchor="ctr" anchorCtr="0"/>
          <a:lstStyle>
            <a:lvl1pPr marL="0" indent="0">
              <a:buNone/>
              <a:defRPr sz="1400"/>
            </a:lvl1pPr>
          </a:lstStyle>
          <a:p>
            <a:pPr lvl="0"/>
            <a:r>
              <a:rPr lang="en-US" dirty="0"/>
              <a:t>Click to Add Text</a:t>
            </a:r>
          </a:p>
        </p:txBody>
      </p:sp>
      <p:sp>
        <p:nvSpPr>
          <p:cNvPr id="108" name="Text Placeholder 3"/>
          <p:cNvSpPr>
            <a:spLocks noGrp="1"/>
          </p:cNvSpPr>
          <p:nvPr>
            <p:ph type="body" sz="quarter" idx="41" hasCustomPrompt="1"/>
          </p:nvPr>
        </p:nvSpPr>
        <p:spPr>
          <a:xfrm>
            <a:off x="8259268" y="4702059"/>
            <a:ext cx="679199" cy="193517"/>
          </a:xfrm>
        </p:spPr>
        <p:txBody>
          <a:bodyPr lIns="0" tIns="0" rIns="0" bIns="0" anchor="ctr" anchorCtr="0"/>
          <a:lstStyle>
            <a:lvl1pPr marL="0" indent="0" algn="ctr">
              <a:buNone/>
              <a:defRPr sz="1000"/>
            </a:lvl1pPr>
          </a:lstStyle>
          <a:p>
            <a:pPr lvl="0"/>
            <a:r>
              <a:rPr lang="en-US" dirty="0"/>
              <a:t>Click to Add Text</a:t>
            </a:r>
          </a:p>
        </p:txBody>
      </p:sp>
      <p:sp>
        <p:nvSpPr>
          <p:cNvPr id="109" name="Text Placeholder 3"/>
          <p:cNvSpPr>
            <a:spLocks noGrp="1"/>
          </p:cNvSpPr>
          <p:nvPr>
            <p:ph type="body" sz="quarter" idx="42" hasCustomPrompt="1"/>
          </p:nvPr>
        </p:nvSpPr>
        <p:spPr>
          <a:xfrm>
            <a:off x="6638839" y="4702060"/>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10" name="TextBox 109"/>
          <p:cNvSpPr txBox="1"/>
          <p:nvPr userDrawn="1"/>
        </p:nvSpPr>
        <p:spPr>
          <a:xfrm>
            <a:off x="6639058" y="5020791"/>
            <a:ext cx="1578529" cy="184666"/>
          </a:xfrm>
          <a:prstGeom prst="rect">
            <a:avLst/>
          </a:prstGeom>
          <a:noFill/>
        </p:spPr>
        <p:txBody>
          <a:bodyPr wrap="square" lIns="0" tIns="0" rIns="0" bIns="0" rtlCol="0">
            <a:spAutoFit/>
          </a:bodyPr>
          <a:lstStyle/>
          <a:p>
            <a:endParaRPr lang="en-US" sz="1200" dirty="0">
              <a:latin typeface="+mn-lt"/>
            </a:endParaRPr>
          </a:p>
        </p:txBody>
      </p:sp>
      <p:sp>
        <p:nvSpPr>
          <p:cNvPr id="111" name="TextBox 110"/>
          <p:cNvSpPr txBox="1"/>
          <p:nvPr userDrawn="1"/>
        </p:nvSpPr>
        <p:spPr>
          <a:xfrm>
            <a:off x="8242753" y="5020791"/>
            <a:ext cx="695933" cy="184666"/>
          </a:xfrm>
          <a:prstGeom prst="rect">
            <a:avLst/>
          </a:prstGeom>
          <a:noFill/>
        </p:spPr>
        <p:txBody>
          <a:bodyPr wrap="square" lIns="0" tIns="0" rIns="0" bIns="0" rtlCol="0">
            <a:spAutoFit/>
          </a:bodyPr>
          <a:lstStyle/>
          <a:p>
            <a:endParaRPr lang="en-US" sz="1200" dirty="0">
              <a:latin typeface="+mn-lt"/>
            </a:endParaRPr>
          </a:p>
        </p:txBody>
      </p:sp>
      <p:sp>
        <p:nvSpPr>
          <p:cNvPr id="112" name="Text Placeholder 3"/>
          <p:cNvSpPr>
            <a:spLocks noGrp="1"/>
          </p:cNvSpPr>
          <p:nvPr>
            <p:ph type="body" sz="quarter" idx="43" hasCustomPrompt="1"/>
          </p:nvPr>
        </p:nvSpPr>
        <p:spPr>
          <a:xfrm>
            <a:off x="295919" y="5028570"/>
            <a:ext cx="6292850" cy="185738"/>
          </a:xfrm>
        </p:spPr>
        <p:txBody>
          <a:bodyPr lIns="0" tIns="0" rIns="0" bIns="0" anchor="ctr" anchorCtr="0"/>
          <a:lstStyle>
            <a:lvl1pPr marL="0" indent="0">
              <a:buNone/>
              <a:defRPr sz="1400"/>
            </a:lvl1pPr>
          </a:lstStyle>
          <a:p>
            <a:pPr lvl="0"/>
            <a:r>
              <a:rPr lang="en-US" dirty="0"/>
              <a:t>Click to Add Text</a:t>
            </a:r>
          </a:p>
        </p:txBody>
      </p:sp>
      <p:sp>
        <p:nvSpPr>
          <p:cNvPr id="113" name="Text Placeholder 3"/>
          <p:cNvSpPr>
            <a:spLocks noGrp="1"/>
          </p:cNvSpPr>
          <p:nvPr>
            <p:ph type="body" sz="quarter" idx="44" hasCustomPrompt="1"/>
          </p:nvPr>
        </p:nvSpPr>
        <p:spPr>
          <a:xfrm>
            <a:off x="8259486" y="5020790"/>
            <a:ext cx="679199" cy="193517"/>
          </a:xfrm>
        </p:spPr>
        <p:txBody>
          <a:bodyPr lIns="0" tIns="0" rIns="0" bIns="0" anchor="ctr" anchorCtr="0"/>
          <a:lstStyle>
            <a:lvl1pPr marL="0" indent="0" algn="ctr">
              <a:buNone/>
              <a:defRPr sz="1000"/>
            </a:lvl1pPr>
          </a:lstStyle>
          <a:p>
            <a:pPr lvl="0"/>
            <a:r>
              <a:rPr lang="en-US" dirty="0"/>
              <a:t>Click to Add Text</a:t>
            </a:r>
          </a:p>
        </p:txBody>
      </p:sp>
      <p:sp>
        <p:nvSpPr>
          <p:cNvPr id="114" name="Text Placeholder 3"/>
          <p:cNvSpPr>
            <a:spLocks noGrp="1"/>
          </p:cNvSpPr>
          <p:nvPr>
            <p:ph type="body" sz="quarter" idx="45" hasCustomPrompt="1"/>
          </p:nvPr>
        </p:nvSpPr>
        <p:spPr>
          <a:xfrm>
            <a:off x="6639057" y="5020791"/>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35" name="TextBox 134"/>
          <p:cNvSpPr txBox="1"/>
          <p:nvPr userDrawn="1"/>
        </p:nvSpPr>
        <p:spPr>
          <a:xfrm>
            <a:off x="6627521" y="5275976"/>
            <a:ext cx="1578529" cy="184666"/>
          </a:xfrm>
          <a:prstGeom prst="rect">
            <a:avLst/>
          </a:prstGeom>
          <a:noFill/>
        </p:spPr>
        <p:txBody>
          <a:bodyPr wrap="square" lIns="0" tIns="0" rIns="0" bIns="0" rtlCol="0">
            <a:spAutoFit/>
          </a:bodyPr>
          <a:lstStyle/>
          <a:p>
            <a:endParaRPr lang="en-US" sz="1200" dirty="0">
              <a:latin typeface="+mn-lt"/>
            </a:endParaRPr>
          </a:p>
        </p:txBody>
      </p:sp>
      <p:sp>
        <p:nvSpPr>
          <p:cNvPr id="136" name="TextBox 135"/>
          <p:cNvSpPr txBox="1"/>
          <p:nvPr userDrawn="1"/>
        </p:nvSpPr>
        <p:spPr>
          <a:xfrm>
            <a:off x="8231216" y="5275976"/>
            <a:ext cx="695933" cy="184666"/>
          </a:xfrm>
          <a:prstGeom prst="rect">
            <a:avLst/>
          </a:prstGeom>
          <a:noFill/>
        </p:spPr>
        <p:txBody>
          <a:bodyPr wrap="square" lIns="0" tIns="0" rIns="0" bIns="0" rtlCol="0">
            <a:spAutoFit/>
          </a:bodyPr>
          <a:lstStyle/>
          <a:p>
            <a:endParaRPr lang="en-US" sz="1200" dirty="0">
              <a:latin typeface="+mn-lt"/>
            </a:endParaRPr>
          </a:p>
        </p:txBody>
      </p:sp>
      <p:sp>
        <p:nvSpPr>
          <p:cNvPr id="137" name="Text Placeholder 3"/>
          <p:cNvSpPr>
            <a:spLocks noGrp="1"/>
          </p:cNvSpPr>
          <p:nvPr>
            <p:ph type="body" sz="quarter" idx="46" hasCustomPrompt="1"/>
          </p:nvPr>
        </p:nvSpPr>
        <p:spPr>
          <a:xfrm>
            <a:off x="275993" y="5283755"/>
            <a:ext cx="6301458" cy="176887"/>
          </a:xfrm>
        </p:spPr>
        <p:txBody>
          <a:bodyPr lIns="0" tIns="0" rIns="0" bIns="0" anchor="ctr" anchorCtr="0"/>
          <a:lstStyle>
            <a:lvl1pPr marL="0" indent="0">
              <a:buNone/>
              <a:defRPr sz="1400"/>
            </a:lvl1pPr>
          </a:lstStyle>
          <a:p>
            <a:pPr lvl="0"/>
            <a:r>
              <a:rPr lang="en-US" dirty="0"/>
              <a:t>Click to Add Text</a:t>
            </a:r>
          </a:p>
        </p:txBody>
      </p:sp>
      <p:sp>
        <p:nvSpPr>
          <p:cNvPr id="138" name="Text Placeholder 3"/>
          <p:cNvSpPr>
            <a:spLocks noGrp="1"/>
          </p:cNvSpPr>
          <p:nvPr>
            <p:ph type="body" sz="quarter" idx="47" hasCustomPrompt="1"/>
          </p:nvPr>
        </p:nvSpPr>
        <p:spPr>
          <a:xfrm>
            <a:off x="8247949" y="5275975"/>
            <a:ext cx="679199" cy="193517"/>
          </a:xfrm>
        </p:spPr>
        <p:txBody>
          <a:bodyPr lIns="0" tIns="0" rIns="0" bIns="0" anchor="ctr" anchorCtr="0"/>
          <a:lstStyle>
            <a:lvl1pPr marL="0" indent="0" algn="ctr">
              <a:buNone/>
              <a:defRPr sz="1000"/>
            </a:lvl1pPr>
          </a:lstStyle>
          <a:p>
            <a:pPr lvl="0"/>
            <a:r>
              <a:rPr lang="en-US" dirty="0"/>
              <a:t>Click to Add Text</a:t>
            </a:r>
          </a:p>
        </p:txBody>
      </p:sp>
      <p:sp>
        <p:nvSpPr>
          <p:cNvPr id="139" name="Text Placeholder 3"/>
          <p:cNvSpPr>
            <a:spLocks noGrp="1"/>
          </p:cNvSpPr>
          <p:nvPr>
            <p:ph type="body" sz="quarter" idx="48" hasCustomPrompt="1"/>
          </p:nvPr>
        </p:nvSpPr>
        <p:spPr>
          <a:xfrm>
            <a:off x="6627522" y="5275976"/>
            <a:ext cx="1575941" cy="188084"/>
          </a:xfrm>
        </p:spPr>
        <p:txBody>
          <a:bodyPr lIns="0" tIns="0" rIns="0" bIns="0" anchor="ctr" anchorCtr="0"/>
          <a:lstStyle>
            <a:lvl1pPr marL="0" indent="0" algn="ctr">
              <a:buNone/>
              <a:defRPr sz="1200"/>
            </a:lvl1pPr>
          </a:lstStyle>
          <a:p>
            <a:pPr lvl="0"/>
            <a:r>
              <a:rPr lang="en-US" dirty="0"/>
              <a:t>Click to Add Text</a:t>
            </a:r>
          </a:p>
        </p:txBody>
      </p:sp>
      <p:sp>
        <p:nvSpPr>
          <p:cNvPr id="140" name="TextBox 139"/>
          <p:cNvSpPr txBox="1"/>
          <p:nvPr userDrawn="1"/>
        </p:nvSpPr>
        <p:spPr>
          <a:xfrm>
            <a:off x="6627739" y="5594707"/>
            <a:ext cx="1578529" cy="184666"/>
          </a:xfrm>
          <a:prstGeom prst="rect">
            <a:avLst/>
          </a:prstGeom>
          <a:noFill/>
        </p:spPr>
        <p:txBody>
          <a:bodyPr wrap="square" lIns="0" tIns="0" rIns="0" bIns="0" rtlCol="0">
            <a:spAutoFit/>
          </a:bodyPr>
          <a:lstStyle/>
          <a:p>
            <a:endParaRPr lang="en-US" sz="1200" dirty="0">
              <a:latin typeface="+mn-lt"/>
            </a:endParaRPr>
          </a:p>
        </p:txBody>
      </p:sp>
      <p:sp>
        <p:nvSpPr>
          <p:cNvPr id="141" name="TextBox 140"/>
          <p:cNvSpPr txBox="1"/>
          <p:nvPr userDrawn="1"/>
        </p:nvSpPr>
        <p:spPr>
          <a:xfrm>
            <a:off x="8231434" y="5594707"/>
            <a:ext cx="695933" cy="184666"/>
          </a:xfrm>
          <a:prstGeom prst="rect">
            <a:avLst/>
          </a:prstGeom>
          <a:noFill/>
        </p:spPr>
        <p:txBody>
          <a:bodyPr wrap="square" lIns="0" tIns="0" rIns="0" bIns="0" rtlCol="0">
            <a:spAutoFit/>
          </a:bodyPr>
          <a:lstStyle/>
          <a:p>
            <a:endParaRPr lang="en-US" sz="1200" dirty="0">
              <a:latin typeface="+mn-lt"/>
            </a:endParaRPr>
          </a:p>
        </p:txBody>
      </p:sp>
      <p:sp>
        <p:nvSpPr>
          <p:cNvPr id="142" name="Text Placeholder 3"/>
          <p:cNvSpPr>
            <a:spLocks noGrp="1"/>
          </p:cNvSpPr>
          <p:nvPr>
            <p:ph type="body" sz="quarter" idx="49" hasCustomPrompt="1"/>
          </p:nvPr>
        </p:nvSpPr>
        <p:spPr>
          <a:xfrm>
            <a:off x="284600" y="5602486"/>
            <a:ext cx="6292850" cy="185738"/>
          </a:xfrm>
        </p:spPr>
        <p:txBody>
          <a:bodyPr lIns="0" tIns="0" rIns="0" bIns="0" anchor="ctr" anchorCtr="0"/>
          <a:lstStyle>
            <a:lvl1pPr marL="0" indent="0">
              <a:buNone/>
              <a:defRPr sz="1400"/>
            </a:lvl1pPr>
          </a:lstStyle>
          <a:p>
            <a:pPr lvl="0"/>
            <a:r>
              <a:rPr lang="en-US" dirty="0"/>
              <a:t>Click to Add Text</a:t>
            </a:r>
          </a:p>
        </p:txBody>
      </p:sp>
      <p:sp>
        <p:nvSpPr>
          <p:cNvPr id="143" name="Text Placeholder 3"/>
          <p:cNvSpPr>
            <a:spLocks noGrp="1"/>
          </p:cNvSpPr>
          <p:nvPr>
            <p:ph type="body" sz="quarter" idx="50" hasCustomPrompt="1"/>
          </p:nvPr>
        </p:nvSpPr>
        <p:spPr>
          <a:xfrm>
            <a:off x="8248167" y="5594706"/>
            <a:ext cx="679199" cy="193517"/>
          </a:xfrm>
        </p:spPr>
        <p:txBody>
          <a:bodyPr lIns="0" tIns="0" rIns="0" bIns="0" anchor="ctr" anchorCtr="0"/>
          <a:lstStyle>
            <a:lvl1pPr marL="0" indent="0" algn="ctr">
              <a:buNone/>
              <a:defRPr sz="1000"/>
            </a:lvl1pPr>
          </a:lstStyle>
          <a:p>
            <a:pPr lvl="0"/>
            <a:r>
              <a:rPr lang="en-US" dirty="0"/>
              <a:t>Click to Add Text</a:t>
            </a:r>
          </a:p>
        </p:txBody>
      </p:sp>
      <p:sp>
        <p:nvSpPr>
          <p:cNvPr id="144" name="Text Placeholder 3"/>
          <p:cNvSpPr>
            <a:spLocks noGrp="1"/>
          </p:cNvSpPr>
          <p:nvPr>
            <p:ph type="body" sz="quarter" idx="51" hasCustomPrompt="1"/>
          </p:nvPr>
        </p:nvSpPr>
        <p:spPr>
          <a:xfrm>
            <a:off x="6627738" y="5594707"/>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45" name="TextBox 144"/>
          <p:cNvSpPr txBox="1"/>
          <p:nvPr userDrawn="1"/>
        </p:nvSpPr>
        <p:spPr>
          <a:xfrm>
            <a:off x="6627521" y="5903441"/>
            <a:ext cx="1578529" cy="184666"/>
          </a:xfrm>
          <a:prstGeom prst="rect">
            <a:avLst/>
          </a:prstGeom>
          <a:noFill/>
        </p:spPr>
        <p:txBody>
          <a:bodyPr wrap="square" lIns="0" tIns="0" rIns="0" bIns="0" rtlCol="0">
            <a:spAutoFit/>
          </a:bodyPr>
          <a:lstStyle/>
          <a:p>
            <a:endParaRPr lang="en-US" sz="1200" dirty="0">
              <a:latin typeface="+mn-lt"/>
            </a:endParaRPr>
          </a:p>
        </p:txBody>
      </p:sp>
      <p:sp>
        <p:nvSpPr>
          <p:cNvPr id="146" name="TextBox 145"/>
          <p:cNvSpPr txBox="1"/>
          <p:nvPr userDrawn="1"/>
        </p:nvSpPr>
        <p:spPr>
          <a:xfrm>
            <a:off x="8231216" y="5903441"/>
            <a:ext cx="695933" cy="184666"/>
          </a:xfrm>
          <a:prstGeom prst="rect">
            <a:avLst/>
          </a:prstGeom>
          <a:noFill/>
        </p:spPr>
        <p:txBody>
          <a:bodyPr wrap="square" lIns="0" tIns="0" rIns="0" bIns="0" rtlCol="0">
            <a:spAutoFit/>
          </a:bodyPr>
          <a:lstStyle/>
          <a:p>
            <a:endParaRPr lang="en-US" sz="1200" dirty="0">
              <a:latin typeface="+mn-lt"/>
            </a:endParaRPr>
          </a:p>
        </p:txBody>
      </p:sp>
      <p:sp>
        <p:nvSpPr>
          <p:cNvPr id="147" name="Text Placeholder 3"/>
          <p:cNvSpPr>
            <a:spLocks noGrp="1"/>
          </p:cNvSpPr>
          <p:nvPr>
            <p:ph type="body" sz="quarter" idx="52" hasCustomPrompt="1"/>
          </p:nvPr>
        </p:nvSpPr>
        <p:spPr>
          <a:xfrm>
            <a:off x="275993" y="5911220"/>
            <a:ext cx="6301458" cy="185737"/>
          </a:xfrm>
        </p:spPr>
        <p:txBody>
          <a:bodyPr lIns="0" tIns="0" rIns="0" bIns="0" anchor="ctr" anchorCtr="0"/>
          <a:lstStyle>
            <a:lvl1pPr marL="0" indent="0">
              <a:buNone/>
              <a:defRPr sz="1400"/>
            </a:lvl1pPr>
          </a:lstStyle>
          <a:p>
            <a:pPr lvl="0"/>
            <a:r>
              <a:rPr lang="en-US" dirty="0"/>
              <a:t>Click to Add Text</a:t>
            </a:r>
          </a:p>
        </p:txBody>
      </p:sp>
      <p:sp>
        <p:nvSpPr>
          <p:cNvPr id="148" name="Text Placeholder 3"/>
          <p:cNvSpPr>
            <a:spLocks noGrp="1"/>
          </p:cNvSpPr>
          <p:nvPr>
            <p:ph type="body" sz="quarter" idx="53" hasCustomPrompt="1"/>
          </p:nvPr>
        </p:nvSpPr>
        <p:spPr>
          <a:xfrm>
            <a:off x="8247949" y="5903440"/>
            <a:ext cx="679199" cy="193517"/>
          </a:xfrm>
        </p:spPr>
        <p:txBody>
          <a:bodyPr lIns="0" tIns="0" rIns="0" bIns="0" anchor="ctr" anchorCtr="0"/>
          <a:lstStyle>
            <a:lvl1pPr marL="0" indent="0" algn="ctr">
              <a:buNone/>
              <a:defRPr sz="1000"/>
            </a:lvl1pPr>
          </a:lstStyle>
          <a:p>
            <a:pPr lvl="0"/>
            <a:r>
              <a:rPr lang="en-US" dirty="0"/>
              <a:t>Click to Add Text</a:t>
            </a:r>
          </a:p>
        </p:txBody>
      </p:sp>
      <p:sp>
        <p:nvSpPr>
          <p:cNvPr id="149" name="Text Placeholder 3"/>
          <p:cNvSpPr>
            <a:spLocks noGrp="1"/>
          </p:cNvSpPr>
          <p:nvPr>
            <p:ph type="body" sz="quarter" idx="54" hasCustomPrompt="1"/>
          </p:nvPr>
        </p:nvSpPr>
        <p:spPr>
          <a:xfrm>
            <a:off x="6627520" y="5903441"/>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50" name="TextBox 149"/>
          <p:cNvSpPr txBox="1"/>
          <p:nvPr userDrawn="1"/>
        </p:nvSpPr>
        <p:spPr>
          <a:xfrm>
            <a:off x="6627739" y="6222172"/>
            <a:ext cx="1578529" cy="184666"/>
          </a:xfrm>
          <a:prstGeom prst="rect">
            <a:avLst/>
          </a:prstGeom>
          <a:noFill/>
        </p:spPr>
        <p:txBody>
          <a:bodyPr wrap="square" lIns="0" tIns="0" rIns="0" bIns="0" rtlCol="0">
            <a:spAutoFit/>
          </a:bodyPr>
          <a:lstStyle/>
          <a:p>
            <a:endParaRPr lang="en-US" sz="1200" dirty="0">
              <a:latin typeface="+mn-lt"/>
            </a:endParaRPr>
          </a:p>
        </p:txBody>
      </p:sp>
      <p:sp>
        <p:nvSpPr>
          <p:cNvPr id="151" name="TextBox 150"/>
          <p:cNvSpPr txBox="1"/>
          <p:nvPr userDrawn="1"/>
        </p:nvSpPr>
        <p:spPr>
          <a:xfrm>
            <a:off x="8231434" y="6222172"/>
            <a:ext cx="695933" cy="184666"/>
          </a:xfrm>
          <a:prstGeom prst="rect">
            <a:avLst/>
          </a:prstGeom>
          <a:noFill/>
        </p:spPr>
        <p:txBody>
          <a:bodyPr wrap="square" lIns="0" tIns="0" rIns="0" bIns="0" rtlCol="0">
            <a:spAutoFit/>
          </a:bodyPr>
          <a:lstStyle/>
          <a:p>
            <a:endParaRPr lang="en-US" sz="1200" dirty="0">
              <a:latin typeface="+mn-lt"/>
            </a:endParaRPr>
          </a:p>
        </p:txBody>
      </p:sp>
      <p:sp>
        <p:nvSpPr>
          <p:cNvPr id="152" name="Text Placeholder 3"/>
          <p:cNvSpPr>
            <a:spLocks noGrp="1"/>
          </p:cNvSpPr>
          <p:nvPr>
            <p:ph type="body" sz="quarter" idx="55" hasCustomPrompt="1"/>
          </p:nvPr>
        </p:nvSpPr>
        <p:spPr>
          <a:xfrm>
            <a:off x="284600" y="6229951"/>
            <a:ext cx="6292850" cy="185738"/>
          </a:xfrm>
        </p:spPr>
        <p:txBody>
          <a:bodyPr lIns="0" tIns="0" rIns="0" bIns="0" anchor="ctr" anchorCtr="0"/>
          <a:lstStyle>
            <a:lvl1pPr marL="0" indent="0">
              <a:buNone/>
              <a:defRPr sz="1400"/>
            </a:lvl1pPr>
          </a:lstStyle>
          <a:p>
            <a:pPr lvl="0"/>
            <a:r>
              <a:rPr lang="en-US" dirty="0"/>
              <a:t>Click to Add Text</a:t>
            </a:r>
          </a:p>
        </p:txBody>
      </p:sp>
      <p:sp>
        <p:nvSpPr>
          <p:cNvPr id="153" name="Text Placeholder 3"/>
          <p:cNvSpPr>
            <a:spLocks noGrp="1"/>
          </p:cNvSpPr>
          <p:nvPr>
            <p:ph type="body" sz="quarter" idx="56" hasCustomPrompt="1"/>
          </p:nvPr>
        </p:nvSpPr>
        <p:spPr>
          <a:xfrm>
            <a:off x="8248167" y="6222171"/>
            <a:ext cx="679199" cy="193517"/>
          </a:xfrm>
        </p:spPr>
        <p:txBody>
          <a:bodyPr lIns="0" tIns="0" rIns="0" bIns="0" anchor="ctr" anchorCtr="0"/>
          <a:lstStyle>
            <a:lvl1pPr marL="0" indent="0" algn="ctr">
              <a:buNone/>
              <a:defRPr sz="1000"/>
            </a:lvl1pPr>
          </a:lstStyle>
          <a:p>
            <a:pPr lvl="0"/>
            <a:r>
              <a:rPr lang="en-US" dirty="0"/>
              <a:t>Click to Add Text</a:t>
            </a:r>
          </a:p>
        </p:txBody>
      </p:sp>
      <p:sp>
        <p:nvSpPr>
          <p:cNvPr id="154" name="Text Placeholder 3"/>
          <p:cNvSpPr>
            <a:spLocks noGrp="1"/>
          </p:cNvSpPr>
          <p:nvPr>
            <p:ph type="body" sz="quarter" idx="57" hasCustomPrompt="1"/>
          </p:nvPr>
        </p:nvSpPr>
        <p:spPr>
          <a:xfrm>
            <a:off x="6627738" y="6222172"/>
            <a:ext cx="1575943" cy="184666"/>
          </a:xfrm>
        </p:spPr>
        <p:txBody>
          <a:bodyPr lIns="0" tIns="0" rIns="0" bIns="0" anchor="ctr" anchorCtr="0"/>
          <a:lstStyle>
            <a:lvl1pPr marL="0" indent="0" algn="ctr">
              <a:buNone/>
              <a:defRPr sz="1200"/>
            </a:lvl1pPr>
          </a:lstStyle>
          <a:p>
            <a:pPr lvl="0"/>
            <a:r>
              <a:rPr lang="en-US" dirty="0"/>
              <a:t>Click to Add Text</a:t>
            </a:r>
          </a:p>
        </p:txBody>
      </p:sp>
    </p:spTree>
    <p:extLst>
      <p:ext uri="{BB962C8B-B14F-4D97-AF65-F5344CB8AC3E}">
        <p14:creationId xmlns:p14="http://schemas.microsoft.com/office/powerpoint/2010/main" val="87506214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211138" y="0"/>
            <a:ext cx="7046912"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4"/>
          <p:cNvSpPr>
            <a:spLocks noGrp="1" noChangeArrowheads="1"/>
          </p:cNvSpPr>
          <p:nvPr>
            <p:ph type="body" idx="1"/>
          </p:nvPr>
        </p:nvSpPr>
        <p:spPr bwMode="auto">
          <a:xfrm>
            <a:off x="250825" y="1149350"/>
            <a:ext cx="86995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531912" name="Rectangle 8"/>
          <p:cNvSpPr>
            <a:spLocks noChangeArrowheads="1"/>
          </p:cNvSpPr>
          <p:nvPr userDrawn="1"/>
        </p:nvSpPr>
        <p:spPr bwMode="auto">
          <a:xfrm>
            <a:off x="304800" y="6408738"/>
            <a:ext cx="2133600" cy="476250"/>
          </a:xfrm>
          <a:prstGeom prst="rect">
            <a:avLst/>
          </a:prstGeom>
          <a:noFill/>
          <a:ln w="9525">
            <a:noFill/>
            <a:miter lim="800000"/>
            <a:headEnd/>
            <a:tailEnd/>
          </a:ln>
          <a:effectLst/>
        </p:spPr>
        <p:txBody>
          <a:bodyPr/>
          <a:lstStyle>
            <a:lvl1pPr eaLnBrk="0" hangingPunct="0">
              <a:defRPr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1">
                <a:solidFill>
                  <a:schemeClr val="tx1"/>
                </a:solidFill>
                <a:latin typeface="Arial" panose="020B0604020202020204" pitchFamily="34" charset="0"/>
                <a:ea typeface="ＭＳ Ｐゴシック" panose="020B0600070205080204" pitchFamily="34" charset="-128"/>
              </a:defRPr>
            </a:lvl5pPr>
            <a:lvl6pPr marL="25146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6pPr>
            <a:lvl7pPr marL="29718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7pPr>
            <a:lvl8pPr marL="34290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8pPr>
            <a:lvl9pPr marL="38862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9pPr>
          </a:lstStyle>
          <a:p>
            <a:pPr eaLnBrk="1" hangingPunct="1">
              <a:defRPr/>
            </a:pPr>
            <a:fld id="{20B19DE3-4B5C-42F9-A8F0-15F3AD760C80}" type="slidenum">
              <a:rPr kumimoji="1" lang="en-US" altLang="ja-JP" sz="1000">
                <a:solidFill>
                  <a:srgbClr val="5F5F5F"/>
                </a:solidFill>
                <a:latin typeface="NissanAG-MedExt" pitchFamily="50" charset="0"/>
              </a:rPr>
              <a:pPr eaLnBrk="1" hangingPunct="1">
                <a:defRPr/>
              </a:pPr>
              <a:t>‹#›</a:t>
            </a:fld>
            <a:endParaRPr kumimoji="1" lang="en-US" altLang="ja-JP" sz="1000" dirty="0">
              <a:solidFill>
                <a:srgbClr val="5F5F5F"/>
              </a:solidFill>
              <a:latin typeface="NissanAG-MedExt" pitchFamily="50" charset="0"/>
            </a:endParaRPr>
          </a:p>
        </p:txBody>
      </p:sp>
      <p:grpSp>
        <p:nvGrpSpPr>
          <p:cNvPr id="7" name="Group 6"/>
          <p:cNvGrpSpPr/>
          <p:nvPr userDrawn="1"/>
        </p:nvGrpSpPr>
        <p:grpSpPr>
          <a:xfrm>
            <a:off x="7315200" y="63500"/>
            <a:ext cx="1828800" cy="949325"/>
            <a:chOff x="7315200" y="63500"/>
            <a:chExt cx="1828800" cy="949325"/>
          </a:xfrm>
        </p:grpSpPr>
        <p:grpSp>
          <p:nvGrpSpPr>
            <p:cNvPr id="3" name="Group 2"/>
            <p:cNvGrpSpPr/>
            <p:nvPr userDrawn="1"/>
          </p:nvGrpSpPr>
          <p:grpSpPr>
            <a:xfrm>
              <a:off x="7315200" y="63500"/>
              <a:ext cx="1828800" cy="949325"/>
              <a:chOff x="7315200" y="63500"/>
              <a:chExt cx="1828800" cy="949325"/>
            </a:xfrm>
          </p:grpSpPr>
          <p:pic>
            <p:nvPicPr>
              <p:cNvPr id="1030" name="Picture 6" descr="RD Americas.JPG"/>
              <p:cNvPicPr>
                <a:picLocks noChangeAspect="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7315200" y="63500"/>
                <a:ext cx="182880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userDrawn="1"/>
            </p:nvPicPr>
            <p:blipFill>
              <a:blip r:embed="rId31"/>
              <a:stretch>
                <a:fillRect/>
              </a:stretch>
            </p:blipFill>
            <p:spPr>
              <a:xfrm>
                <a:off x="7829397" y="518884"/>
                <a:ext cx="1255885" cy="207282"/>
              </a:xfrm>
              <a:prstGeom prst="rect">
                <a:avLst/>
              </a:prstGeom>
            </p:spPr>
          </p:pic>
        </p:grpSp>
        <p:pic>
          <p:nvPicPr>
            <p:cNvPr id="6" name="Picture 5"/>
            <p:cNvPicPr>
              <a:picLocks noChangeAspect="1"/>
            </p:cNvPicPr>
            <p:nvPr userDrawn="1"/>
          </p:nvPicPr>
          <p:blipFill>
            <a:blip r:embed="rId32"/>
            <a:stretch>
              <a:fillRect/>
            </a:stretch>
          </p:blipFill>
          <p:spPr>
            <a:xfrm>
              <a:off x="7915565" y="287041"/>
              <a:ext cx="1024143" cy="142110"/>
            </a:xfrm>
            <a:prstGeom prst="rect">
              <a:avLst/>
            </a:prstGeom>
          </p:spPr>
        </p:pic>
      </p:grpSp>
    </p:spTree>
  </p:cSld>
  <p:clrMap bg1="lt1" tx1="dk1" bg2="lt2" tx2="dk2" accent1="accent1" accent2="accent2" accent3="accent3" accent4="accent4" accent5="accent5" accent6="accent6" hlink="hlink" folHlink="folHlink"/>
  <p:sldLayoutIdLst>
    <p:sldLayoutId id="2147484218" r:id="rId1"/>
    <p:sldLayoutId id="2147484201" r:id="rId2"/>
    <p:sldLayoutId id="2147484222" r:id="rId3"/>
    <p:sldLayoutId id="2147484223" r:id="rId4"/>
    <p:sldLayoutId id="2147484190" r:id="rId5"/>
    <p:sldLayoutId id="2147484191" r:id="rId6"/>
    <p:sldLayoutId id="2147484195" r:id="rId7"/>
    <p:sldLayoutId id="2147484211" r:id="rId8"/>
    <p:sldLayoutId id="2147484205" r:id="rId9"/>
    <p:sldLayoutId id="2147484209" r:id="rId10"/>
    <p:sldLayoutId id="2147484213" r:id="rId11"/>
    <p:sldLayoutId id="2147484203" r:id="rId12"/>
    <p:sldLayoutId id="2147484221" r:id="rId13"/>
    <p:sldLayoutId id="2147484212" r:id="rId14"/>
    <p:sldLayoutId id="2147484210" r:id="rId15"/>
    <p:sldLayoutId id="2147484192" r:id="rId16"/>
    <p:sldLayoutId id="2147484193" r:id="rId17"/>
    <p:sldLayoutId id="2147484194" r:id="rId18"/>
    <p:sldLayoutId id="2147484196" r:id="rId19"/>
    <p:sldLayoutId id="2147484197" r:id="rId20"/>
    <p:sldLayoutId id="2147484198" r:id="rId21"/>
    <p:sldLayoutId id="2147484199" r:id="rId22"/>
    <p:sldLayoutId id="2147484200" r:id="rId23"/>
    <p:sldLayoutId id="2147484215" r:id="rId24"/>
    <p:sldLayoutId id="2147484220" r:id="rId25"/>
    <p:sldLayoutId id="2147484219" r:id="rId26"/>
    <p:sldLayoutId id="2147484206" r:id="rId27"/>
    <p:sldLayoutId id="2147484216" r:id="rId28"/>
  </p:sldLayoutIdLst>
  <p:transition>
    <p:fade/>
  </p:transition>
  <p:txStyles>
    <p:titleStyle>
      <a:lvl1pPr algn="l" rtl="0" eaLnBrk="1" fontAlgn="base" hangingPunct="1">
        <a:spcBef>
          <a:spcPct val="0"/>
        </a:spcBef>
        <a:spcAft>
          <a:spcPct val="0"/>
        </a:spcAft>
        <a:defRPr kumimoji="1" sz="3200" b="1">
          <a:solidFill>
            <a:schemeClr val="tx1"/>
          </a:solidFill>
          <a:latin typeface="+mj-lt"/>
          <a:ea typeface="+mj-ea"/>
          <a:cs typeface="+mj-cs"/>
        </a:defRPr>
      </a:lvl1pPr>
      <a:lvl2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2pPr>
      <a:lvl3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3pPr>
      <a:lvl4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4pPr>
      <a:lvl5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9pPr>
    </p:titleStyle>
    <p:bodyStyle>
      <a:lvl1pPr marL="292100" indent="-292100" algn="l" rtl="0" eaLnBrk="1" fontAlgn="base" hangingPunct="1">
        <a:spcBef>
          <a:spcPct val="10000"/>
        </a:spcBef>
        <a:spcAft>
          <a:spcPct val="0"/>
        </a:spcAft>
        <a:buClr>
          <a:srgbClr val="CC0033"/>
        </a:buClr>
        <a:buFont typeface="Wingdings" panose="05000000000000000000" pitchFamily="2" charset="2"/>
        <a:buChar char=""/>
        <a:defRPr kumimoji="1" sz="2800">
          <a:solidFill>
            <a:schemeClr val="tx1"/>
          </a:solidFill>
          <a:latin typeface="+mn-lt"/>
          <a:ea typeface="+mn-ea"/>
          <a:cs typeface="+mn-cs"/>
        </a:defRPr>
      </a:lvl1pPr>
      <a:lvl2pPr marL="762000" indent="-279400" algn="l" rtl="0" eaLnBrk="1" fontAlgn="base" hangingPunct="1">
        <a:spcBef>
          <a:spcPct val="10000"/>
        </a:spcBef>
        <a:spcAft>
          <a:spcPct val="0"/>
        </a:spcAft>
        <a:buClr>
          <a:srgbClr val="CC0033"/>
        </a:buClr>
        <a:buFont typeface="Wingdings" panose="05000000000000000000" pitchFamily="2" charset="2"/>
        <a:buChar char="§"/>
        <a:defRPr kumimoji="1" sz="2400">
          <a:solidFill>
            <a:schemeClr val="tx1"/>
          </a:solidFill>
          <a:latin typeface="+mn-lt"/>
          <a:ea typeface="+mn-ea"/>
        </a:defRPr>
      </a:lvl2pPr>
      <a:lvl3pPr marL="1244600" indent="-292100" algn="l" rtl="0" eaLnBrk="1" fontAlgn="base" hangingPunct="1">
        <a:spcBef>
          <a:spcPct val="10000"/>
        </a:spcBef>
        <a:spcAft>
          <a:spcPct val="0"/>
        </a:spcAft>
        <a:buClr>
          <a:srgbClr val="CC0033"/>
        </a:buClr>
        <a:buSzPct val="75000"/>
        <a:buChar char="o"/>
        <a:defRPr kumimoji="1" sz="2000">
          <a:solidFill>
            <a:schemeClr val="tx1"/>
          </a:solidFill>
          <a:latin typeface="+mn-lt"/>
          <a:ea typeface="+mn-ea"/>
        </a:defRPr>
      </a:lvl3pPr>
      <a:lvl4pPr marL="1663700" indent="-228600" algn="l" rtl="0" eaLnBrk="1" fontAlgn="base" hangingPunct="1">
        <a:spcBef>
          <a:spcPct val="10000"/>
        </a:spcBef>
        <a:spcAft>
          <a:spcPct val="0"/>
        </a:spcAft>
        <a:buFont typeface="Wingdings" panose="05000000000000000000" pitchFamily="2" charset="2"/>
        <a:buChar char=""/>
        <a:defRPr kumimoji="1">
          <a:solidFill>
            <a:schemeClr val="tx1"/>
          </a:solidFill>
          <a:latin typeface="+mn-lt"/>
          <a:ea typeface="+mn-ea"/>
        </a:defRPr>
      </a:lvl4pPr>
      <a:lvl5pPr marL="2082800" indent="-228600" algn="l" rtl="0" eaLnBrk="1" fontAlgn="base" hangingPunct="1">
        <a:spcBef>
          <a:spcPct val="10000"/>
        </a:spcBef>
        <a:spcAft>
          <a:spcPct val="0"/>
        </a:spcAft>
        <a:buChar char="-"/>
        <a:defRPr kumimoji="1">
          <a:solidFill>
            <a:schemeClr val="tx1"/>
          </a:solidFill>
          <a:latin typeface="+mn-lt"/>
          <a:ea typeface="+mn-ea"/>
        </a:defRPr>
      </a:lvl5pPr>
      <a:lvl6pPr marL="2540000" indent="-228600" algn="l" rtl="0" eaLnBrk="1" fontAlgn="base" hangingPunct="1">
        <a:spcBef>
          <a:spcPct val="10000"/>
        </a:spcBef>
        <a:spcAft>
          <a:spcPct val="0"/>
        </a:spcAft>
        <a:buChar char="-"/>
        <a:defRPr kumimoji="1">
          <a:solidFill>
            <a:schemeClr val="tx1"/>
          </a:solidFill>
          <a:latin typeface="+mn-lt"/>
          <a:ea typeface="+mn-ea"/>
        </a:defRPr>
      </a:lvl6pPr>
      <a:lvl7pPr marL="2997200" indent="-228600" algn="l" rtl="0" eaLnBrk="1" fontAlgn="base" hangingPunct="1">
        <a:spcBef>
          <a:spcPct val="10000"/>
        </a:spcBef>
        <a:spcAft>
          <a:spcPct val="0"/>
        </a:spcAft>
        <a:buChar char="-"/>
        <a:defRPr kumimoji="1">
          <a:solidFill>
            <a:schemeClr val="tx1"/>
          </a:solidFill>
          <a:latin typeface="+mn-lt"/>
          <a:ea typeface="+mn-ea"/>
        </a:defRPr>
      </a:lvl7pPr>
      <a:lvl8pPr marL="3454400" indent="-228600" algn="l" rtl="0" eaLnBrk="1" fontAlgn="base" hangingPunct="1">
        <a:spcBef>
          <a:spcPct val="10000"/>
        </a:spcBef>
        <a:spcAft>
          <a:spcPct val="0"/>
        </a:spcAft>
        <a:buChar char="-"/>
        <a:defRPr kumimoji="1">
          <a:solidFill>
            <a:schemeClr val="tx1"/>
          </a:solidFill>
          <a:latin typeface="+mn-lt"/>
          <a:ea typeface="+mn-ea"/>
        </a:defRPr>
      </a:lvl8pPr>
      <a:lvl9pPr marL="3911600" indent="-228600" algn="l" rtl="0" eaLnBrk="1" fontAlgn="base" hangingPunct="1">
        <a:spcBef>
          <a:spcPct val="10000"/>
        </a:spcBef>
        <a:spcAft>
          <a:spcPct val="0"/>
        </a:spcAft>
        <a:buChar char="-"/>
        <a:defRPr kumimoji="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nissan-usa.app.box.com/folder/287207437413?s=onrog3vgklgdjttm8c3rjm1cdx400h1e"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ctrTitle"/>
          </p:nvPr>
        </p:nvSpPr>
        <p:spPr/>
        <p:txBody>
          <a:bodyPr/>
          <a:lstStyle/>
          <a:p>
            <a:r>
              <a:rPr lang="en-US" altLang="en-US" dirty="0"/>
              <a:t>Eve Kit Software Installation</a:t>
            </a:r>
          </a:p>
        </p:txBody>
      </p:sp>
      <p:sp>
        <p:nvSpPr>
          <p:cNvPr id="6147" name="Subtitle 3"/>
          <p:cNvSpPr>
            <a:spLocks noGrp="1"/>
          </p:cNvSpPr>
          <p:nvPr>
            <p:ph type="subTitle" idx="1"/>
          </p:nvPr>
        </p:nvSpPr>
        <p:spPr>
          <a:xfrm>
            <a:off x="1371600" y="4277661"/>
            <a:ext cx="6400800" cy="1300162"/>
          </a:xfrm>
        </p:spPr>
        <p:txBody>
          <a:bodyPr/>
          <a:lstStyle/>
          <a:p>
            <a:r>
              <a:rPr lang="en-US" altLang="en-US" dirty="0"/>
              <a:t>Michael Clayton</a:t>
            </a:r>
          </a:p>
          <a:p>
            <a:r>
              <a:rPr lang="en-US" altLang="en-US" dirty="0"/>
              <a:t>December 23, 2024</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idx="1"/>
          </p:nvPr>
        </p:nvSpPr>
        <p:spPr>
          <a:xfrm>
            <a:off x="250825" y="2857500"/>
            <a:ext cx="6046788" cy="3341688"/>
          </a:xfrm>
        </p:spPr>
        <p:txBody>
          <a:bodyPr/>
          <a:lstStyle/>
          <a:p>
            <a:pPr marL="533400" indent="-533400" eaLnBrk="1" hangingPunct="1">
              <a:buFont typeface="Wingdings" panose="05000000000000000000" pitchFamily="2" charset="2"/>
              <a:buAutoNum type="arabicPeriod"/>
            </a:pPr>
            <a:r>
              <a:rPr lang="en-US" altLang="en-US" dirty="0"/>
              <a:t>TSP Information</a:t>
            </a:r>
          </a:p>
          <a:p>
            <a:pPr marL="533400" indent="-533400" eaLnBrk="1" hangingPunct="1">
              <a:buFont typeface="Wingdings" panose="05000000000000000000" pitchFamily="2" charset="2"/>
              <a:buAutoNum type="arabicPeriod"/>
            </a:pPr>
            <a:r>
              <a:rPr lang="en-US" altLang="en-US" dirty="0"/>
              <a:t>Logistic Information</a:t>
            </a:r>
          </a:p>
          <a:p>
            <a:pPr marL="533400" indent="-533400" eaLnBrk="1" hangingPunct="1">
              <a:buFont typeface="Wingdings" panose="05000000000000000000" pitchFamily="2" charset="2"/>
              <a:buAutoNum type="arabicPeriod"/>
            </a:pPr>
            <a:r>
              <a:rPr lang="en-US" altLang="en-US" dirty="0"/>
              <a:t>Procedure</a:t>
            </a:r>
          </a:p>
          <a:p>
            <a:pPr marL="533400" indent="-533400" eaLnBrk="1" hangingPunct="1">
              <a:buFont typeface="Wingdings" panose="05000000000000000000" pitchFamily="2" charset="2"/>
              <a:buAutoNum type="arabicPeriod"/>
            </a:pPr>
            <a:r>
              <a:rPr lang="en-US" altLang="en-US" dirty="0"/>
              <a:t>Appendix</a:t>
            </a:r>
          </a:p>
        </p:txBody>
      </p:sp>
      <p:sp>
        <p:nvSpPr>
          <p:cNvPr id="5124" name="Text Box 4"/>
          <p:cNvSpPr txBox="1">
            <a:spLocks noChangeArrowheads="1"/>
          </p:cNvSpPr>
          <p:nvPr/>
        </p:nvSpPr>
        <p:spPr bwMode="auto">
          <a:xfrm rot="-2679165">
            <a:off x="5976938" y="1654175"/>
            <a:ext cx="2143125" cy="307975"/>
          </a:xfrm>
          <a:prstGeom prst="rect">
            <a:avLst/>
          </a:prstGeom>
          <a:noFill/>
          <a:ln w="9525">
            <a:noFill/>
            <a:miter lim="800000"/>
            <a:headEnd/>
            <a:tailEnd/>
          </a:ln>
        </p:spPr>
        <p:txBody>
          <a:bodyPr>
            <a:spAutoFit/>
          </a:bodyPr>
          <a:lstStyle/>
          <a:p>
            <a:pPr>
              <a:defRPr/>
            </a:pPr>
            <a:r>
              <a:rPr lang="fr-FR" altLang="ja-JP" sz="1400" dirty="0">
                <a:solidFill>
                  <a:srgbClr val="000000"/>
                </a:solidFill>
                <a:latin typeface="+mj-lt"/>
              </a:rPr>
              <a:t>For </a:t>
            </a:r>
            <a:r>
              <a:rPr lang="fr-FR" altLang="ja-JP" sz="1400" dirty="0">
                <a:solidFill>
                  <a:srgbClr val="C00000"/>
                </a:solidFill>
                <a:latin typeface="+mj-lt"/>
              </a:rPr>
              <a:t>INFORMATION</a:t>
            </a:r>
            <a:endParaRPr lang="en-US" sz="1400" dirty="0">
              <a:solidFill>
                <a:srgbClr val="C00000"/>
              </a:solidFill>
              <a:latin typeface="+mj-lt"/>
            </a:endParaRPr>
          </a:p>
        </p:txBody>
      </p:sp>
      <p:sp>
        <p:nvSpPr>
          <p:cNvPr id="5125" name="Text Box 5"/>
          <p:cNvSpPr txBox="1">
            <a:spLocks noChangeArrowheads="1"/>
          </p:cNvSpPr>
          <p:nvPr/>
        </p:nvSpPr>
        <p:spPr bwMode="auto">
          <a:xfrm rot="-2679165">
            <a:off x="7486650" y="1782763"/>
            <a:ext cx="1927225" cy="307975"/>
          </a:xfrm>
          <a:prstGeom prst="rect">
            <a:avLst/>
          </a:prstGeom>
          <a:noFill/>
          <a:ln w="9525">
            <a:noFill/>
            <a:miter lim="800000"/>
            <a:headEnd/>
            <a:tailEnd/>
          </a:ln>
        </p:spPr>
        <p:txBody>
          <a:bodyPr>
            <a:spAutoFit/>
          </a:bodyPr>
          <a:lstStyle/>
          <a:p>
            <a:pPr>
              <a:defRPr/>
            </a:pPr>
            <a:r>
              <a:rPr lang="fr-FR" altLang="ja-JP" sz="1400" dirty="0">
                <a:solidFill>
                  <a:srgbClr val="000000"/>
                </a:solidFill>
                <a:latin typeface="+mj-lt"/>
              </a:rPr>
              <a:t>For </a:t>
            </a:r>
            <a:r>
              <a:rPr lang="fr-FR" altLang="ja-JP" sz="1400" dirty="0">
                <a:solidFill>
                  <a:srgbClr val="C00000"/>
                </a:solidFill>
                <a:latin typeface="+mj-lt"/>
              </a:rPr>
              <a:t>DECISION</a:t>
            </a:r>
            <a:endParaRPr lang="en-US" altLang="ja-JP" sz="1400" dirty="0">
              <a:solidFill>
                <a:srgbClr val="C00000"/>
              </a:solidFill>
              <a:latin typeface="+mj-lt"/>
            </a:endParaRPr>
          </a:p>
        </p:txBody>
      </p:sp>
      <p:sp>
        <p:nvSpPr>
          <p:cNvPr id="7173" name="Line 7"/>
          <p:cNvSpPr>
            <a:spLocks noChangeShapeType="1"/>
          </p:cNvSpPr>
          <p:nvPr/>
        </p:nvSpPr>
        <p:spPr bwMode="auto">
          <a:xfrm>
            <a:off x="395288" y="2684463"/>
            <a:ext cx="83534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129" name="Text Box 11"/>
          <p:cNvSpPr txBox="1">
            <a:spLocks noChangeArrowheads="1"/>
          </p:cNvSpPr>
          <p:nvPr/>
        </p:nvSpPr>
        <p:spPr bwMode="auto">
          <a:xfrm rot="-2679165">
            <a:off x="6792913" y="1662113"/>
            <a:ext cx="2081212" cy="304800"/>
          </a:xfrm>
          <a:prstGeom prst="rect">
            <a:avLst/>
          </a:prstGeom>
          <a:noFill/>
          <a:ln w="9525">
            <a:noFill/>
            <a:miter lim="800000"/>
            <a:headEnd/>
            <a:tailEnd/>
          </a:ln>
        </p:spPr>
        <p:txBody>
          <a:bodyPr>
            <a:spAutoFit/>
          </a:bodyPr>
          <a:lstStyle/>
          <a:p>
            <a:pPr>
              <a:defRPr/>
            </a:pPr>
            <a:r>
              <a:rPr lang="fr-FR" altLang="ja-JP" sz="1400" dirty="0">
                <a:solidFill>
                  <a:srgbClr val="000000"/>
                </a:solidFill>
                <a:latin typeface="+mj-lt"/>
              </a:rPr>
              <a:t>For </a:t>
            </a:r>
            <a:r>
              <a:rPr lang="fr-FR" altLang="ja-JP" sz="1400" dirty="0">
                <a:solidFill>
                  <a:srgbClr val="C00000"/>
                </a:solidFill>
                <a:latin typeface="+mj-lt"/>
              </a:rPr>
              <a:t>DIRECTION</a:t>
            </a:r>
            <a:endParaRPr lang="en-US" sz="1400" dirty="0">
              <a:solidFill>
                <a:srgbClr val="C00000"/>
              </a:solidFill>
              <a:latin typeface="+mj-lt"/>
            </a:endParaRPr>
          </a:p>
        </p:txBody>
      </p:sp>
      <p:sp>
        <p:nvSpPr>
          <p:cNvPr id="7175" name="Rectangle 8"/>
          <p:cNvSpPr>
            <a:spLocks noChangeArrowheads="1"/>
          </p:cNvSpPr>
          <p:nvPr/>
        </p:nvSpPr>
        <p:spPr bwMode="auto">
          <a:xfrm>
            <a:off x="6297613" y="33432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solidFill>
                  <a:srgbClr val="000000"/>
                </a:solidFill>
                <a:latin typeface="Arial" panose="020B0604020202020204" pitchFamily="34" charset="0"/>
              </a:rPr>
              <a:t>X</a:t>
            </a:r>
          </a:p>
        </p:txBody>
      </p:sp>
      <p:sp>
        <p:nvSpPr>
          <p:cNvPr id="7176" name="Rectangle 10"/>
          <p:cNvSpPr>
            <a:spLocks noChangeArrowheads="1"/>
          </p:cNvSpPr>
          <p:nvPr/>
        </p:nvSpPr>
        <p:spPr bwMode="auto">
          <a:xfrm>
            <a:off x="6297613" y="287496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latin typeface="Arial" panose="020B0604020202020204" pitchFamily="34" charset="0"/>
              </a:rPr>
              <a:t>X</a:t>
            </a:r>
          </a:p>
        </p:txBody>
      </p:sp>
      <p:sp>
        <p:nvSpPr>
          <p:cNvPr id="7177" name="Rectangle 12"/>
          <p:cNvSpPr>
            <a:spLocks noChangeArrowheads="1"/>
          </p:cNvSpPr>
          <p:nvPr/>
        </p:nvSpPr>
        <p:spPr bwMode="auto">
          <a:xfrm>
            <a:off x="6297613" y="380206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solidFill>
                  <a:srgbClr val="000000"/>
                </a:solidFill>
                <a:latin typeface="Arial" panose="020B0604020202020204" pitchFamily="34" charset="0"/>
              </a:rPr>
              <a:t>X</a:t>
            </a:r>
          </a:p>
        </p:txBody>
      </p:sp>
      <p:sp>
        <p:nvSpPr>
          <p:cNvPr id="7178" name="Rectangle 13"/>
          <p:cNvSpPr>
            <a:spLocks noChangeArrowheads="1"/>
          </p:cNvSpPr>
          <p:nvPr/>
        </p:nvSpPr>
        <p:spPr bwMode="auto">
          <a:xfrm>
            <a:off x="7102475" y="333692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79" name="Rectangle 14"/>
          <p:cNvSpPr>
            <a:spLocks noChangeArrowheads="1"/>
          </p:cNvSpPr>
          <p:nvPr/>
        </p:nvSpPr>
        <p:spPr bwMode="auto">
          <a:xfrm>
            <a:off x="7102475" y="286861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80" name="Rectangle 15"/>
          <p:cNvSpPr>
            <a:spLocks noChangeArrowheads="1"/>
          </p:cNvSpPr>
          <p:nvPr/>
        </p:nvSpPr>
        <p:spPr bwMode="auto">
          <a:xfrm>
            <a:off x="7102475" y="379571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solidFill>
                <a:srgbClr val="000000"/>
              </a:solidFill>
              <a:latin typeface="Arial" panose="020B0604020202020204" pitchFamily="34" charset="0"/>
            </a:endParaRPr>
          </a:p>
        </p:txBody>
      </p:sp>
      <p:sp>
        <p:nvSpPr>
          <p:cNvPr id="7181" name="Rectangle 16"/>
          <p:cNvSpPr>
            <a:spLocks noChangeArrowheads="1"/>
          </p:cNvSpPr>
          <p:nvPr/>
        </p:nvSpPr>
        <p:spPr bwMode="auto">
          <a:xfrm>
            <a:off x="7874000" y="3341688"/>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82" name="Rectangle 17"/>
          <p:cNvSpPr>
            <a:spLocks noChangeArrowheads="1"/>
          </p:cNvSpPr>
          <p:nvPr/>
        </p:nvSpPr>
        <p:spPr bwMode="auto">
          <a:xfrm>
            <a:off x="7874000" y="28733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83" name="Rectangle 18"/>
          <p:cNvSpPr>
            <a:spLocks noChangeArrowheads="1"/>
          </p:cNvSpPr>
          <p:nvPr/>
        </p:nvSpPr>
        <p:spPr bwMode="auto">
          <a:xfrm>
            <a:off x="7874000" y="38004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23" name="Rectangle 2"/>
          <p:cNvSpPr txBox="1">
            <a:spLocks noChangeArrowheads="1"/>
          </p:cNvSpPr>
          <p:nvPr/>
        </p:nvSpPr>
        <p:spPr bwMode="auto">
          <a:xfrm>
            <a:off x="268288" y="-100013"/>
            <a:ext cx="7129462" cy="911226"/>
          </a:xfrm>
          <a:prstGeom prst="rect">
            <a:avLst/>
          </a:prstGeom>
          <a:noFill/>
          <a:ln w="9525">
            <a:noFill/>
            <a:miter lim="800000"/>
            <a:headEnd/>
            <a:tailEnd/>
          </a:ln>
        </p:spPr>
        <p:txBody>
          <a:bodyPr anchor="ctr"/>
          <a:lstStyle/>
          <a:p>
            <a:pPr eaLnBrk="1" hangingPunct="1">
              <a:defRPr/>
            </a:pPr>
            <a:r>
              <a:rPr kumimoji="1" lang="en-US" altLang="ja-JP" sz="2800" kern="0" dirty="0">
                <a:latin typeface="+mj-lt"/>
                <a:ea typeface="MS PGothic" pitchFamily="34" charset="-128"/>
                <a:cs typeface="+mj-cs"/>
              </a:rPr>
              <a:t>Contents</a:t>
            </a:r>
            <a:endParaRPr kumimoji="1" lang="en-US" altLang="ja-JP" sz="2800" i="1" kern="0" dirty="0">
              <a:solidFill>
                <a:srgbClr val="C00000"/>
              </a:solidFill>
              <a:latin typeface="+mj-lt"/>
              <a:ea typeface="MS PGothic" pitchFamily="34" charset="-128"/>
              <a:cs typeface="+mj-cs"/>
            </a:endParaRPr>
          </a:p>
        </p:txBody>
      </p:sp>
      <p:sp>
        <p:nvSpPr>
          <p:cNvPr id="7185" name="Rectangle 12"/>
          <p:cNvSpPr>
            <a:spLocks noChangeArrowheads="1"/>
          </p:cNvSpPr>
          <p:nvPr/>
        </p:nvSpPr>
        <p:spPr bwMode="auto">
          <a:xfrm>
            <a:off x="6300788" y="437832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solidFill>
                  <a:srgbClr val="000000"/>
                </a:solidFill>
                <a:latin typeface="Arial" panose="020B0604020202020204" pitchFamily="34" charset="0"/>
              </a:rPr>
              <a:t>X</a:t>
            </a:r>
          </a:p>
        </p:txBody>
      </p:sp>
      <p:sp>
        <p:nvSpPr>
          <p:cNvPr id="7186" name="Rectangle 15"/>
          <p:cNvSpPr>
            <a:spLocks noChangeArrowheads="1"/>
          </p:cNvSpPr>
          <p:nvPr/>
        </p:nvSpPr>
        <p:spPr bwMode="auto">
          <a:xfrm>
            <a:off x="7105650" y="43719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solidFill>
                <a:srgbClr val="000000"/>
              </a:solidFill>
              <a:latin typeface="Arial" panose="020B0604020202020204" pitchFamily="34" charset="0"/>
            </a:endParaRPr>
          </a:p>
        </p:txBody>
      </p:sp>
      <p:sp>
        <p:nvSpPr>
          <p:cNvPr id="7187" name="Rectangle 18"/>
          <p:cNvSpPr>
            <a:spLocks noChangeArrowheads="1"/>
          </p:cNvSpPr>
          <p:nvPr/>
        </p:nvSpPr>
        <p:spPr bwMode="auto">
          <a:xfrm>
            <a:off x="7877175" y="4376738"/>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TSP-J-5014</a:t>
            </a:r>
          </a:p>
        </p:txBody>
      </p:sp>
      <p:sp>
        <p:nvSpPr>
          <p:cNvPr id="3" name="Text Placeholder 2"/>
          <p:cNvSpPr>
            <a:spLocks noGrp="1"/>
          </p:cNvSpPr>
          <p:nvPr>
            <p:ph type="body" sz="quarter" idx="11"/>
          </p:nvPr>
        </p:nvSpPr>
        <p:spPr/>
        <p:txBody>
          <a:bodyPr/>
          <a:lstStyle/>
          <a:p>
            <a:r>
              <a:rPr lang="en-US" dirty="0"/>
              <a:t>N/A</a:t>
            </a:r>
          </a:p>
        </p:txBody>
      </p:sp>
      <p:sp>
        <p:nvSpPr>
          <p:cNvPr id="4" name="Text Placeholder 3"/>
          <p:cNvSpPr>
            <a:spLocks noGrp="1"/>
          </p:cNvSpPr>
          <p:nvPr>
            <p:ph type="body" sz="quarter" idx="12"/>
          </p:nvPr>
        </p:nvSpPr>
        <p:spPr/>
        <p:txBody>
          <a:bodyPr/>
          <a:lstStyle/>
          <a:p>
            <a:r>
              <a:rPr lang="en-US" dirty="0"/>
              <a:t>N/A</a:t>
            </a:r>
          </a:p>
        </p:txBody>
      </p:sp>
      <p:sp>
        <p:nvSpPr>
          <p:cNvPr id="5" name="Text Placeholder 4"/>
          <p:cNvSpPr>
            <a:spLocks noGrp="1"/>
          </p:cNvSpPr>
          <p:nvPr>
            <p:ph type="body" sz="quarter" idx="13"/>
          </p:nvPr>
        </p:nvSpPr>
        <p:spPr/>
        <p:txBody>
          <a:bodyPr/>
          <a:lstStyle/>
          <a:p>
            <a:r>
              <a:rPr lang="en-US" altLang="en-US" dirty="0"/>
              <a:t>Eve Kit Software Installation</a:t>
            </a:r>
            <a:endParaRPr lang="en-US" dirty="0"/>
          </a:p>
        </p:txBody>
      </p:sp>
      <p:sp>
        <p:nvSpPr>
          <p:cNvPr id="6" name="Text Placeholder 5"/>
          <p:cNvSpPr>
            <a:spLocks noGrp="1"/>
          </p:cNvSpPr>
          <p:nvPr>
            <p:ph type="body" sz="quarter" idx="14"/>
          </p:nvPr>
        </p:nvSpPr>
        <p:spPr/>
        <p:txBody>
          <a:bodyPr/>
          <a:lstStyle/>
          <a:p>
            <a:r>
              <a:rPr lang="en-US" dirty="0"/>
              <a:t>N/A</a:t>
            </a:r>
          </a:p>
        </p:txBody>
      </p:sp>
      <p:sp>
        <p:nvSpPr>
          <p:cNvPr id="7" name="Text Placeholder 6"/>
          <p:cNvSpPr>
            <a:spLocks noGrp="1"/>
          </p:cNvSpPr>
          <p:nvPr>
            <p:ph type="body" sz="quarter" idx="15"/>
          </p:nvPr>
        </p:nvSpPr>
        <p:spPr/>
        <p:txBody>
          <a:bodyPr/>
          <a:lstStyle/>
          <a:p>
            <a:r>
              <a:rPr lang="en-US" dirty="0"/>
              <a:t>N/A</a:t>
            </a:r>
          </a:p>
        </p:txBody>
      </p:sp>
      <p:sp>
        <p:nvSpPr>
          <p:cNvPr id="8" name="Text Placeholder 7"/>
          <p:cNvSpPr>
            <a:spLocks noGrp="1"/>
          </p:cNvSpPr>
          <p:nvPr>
            <p:ph type="body" sz="quarter" idx="16"/>
          </p:nvPr>
        </p:nvSpPr>
        <p:spPr/>
        <p:txBody>
          <a:bodyPr/>
          <a:lstStyle/>
          <a:p>
            <a:r>
              <a:rPr lang="en-US" dirty="0"/>
              <a:t>No</a:t>
            </a:r>
          </a:p>
        </p:txBody>
      </p:sp>
      <p:sp>
        <p:nvSpPr>
          <p:cNvPr id="9" name="Text Placeholder 8"/>
          <p:cNvSpPr>
            <a:spLocks noGrp="1"/>
          </p:cNvSpPr>
          <p:nvPr>
            <p:ph type="body" sz="quarter" idx="17"/>
          </p:nvPr>
        </p:nvSpPr>
        <p:spPr/>
        <p:txBody>
          <a:bodyPr/>
          <a:lstStyle/>
          <a:p>
            <a:r>
              <a:rPr lang="en-US" dirty="0"/>
              <a:t>Yes</a:t>
            </a:r>
          </a:p>
        </p:txBody>
      </p:sp>
      <p:sp>
        <p:nvSpPr>
          <p:cNvPr id="10" name="Text Placeholder 9"/>
          <p:cNvSpPr>
            <a:spLocks noGrp="1"/>
          </p:cNvSpPr>
          <p:nvPr>
            <p:ph type="body" sz="quarter" idx="18"/>
          </p:nvPr>
        </p:nvSpPr>
        <p:spPr/>
        <p:txBody>
          <a:bodyPr/>
          <a:lstStyle/>
          <a:p>
            <a:r>
              <a:rPr lang="en-US" dirty="0"/>
              <a:t>No</a:t>
            </a:r>
          </a:p>
        </p:txBody>
      </p:sp>
      <p:sp>
        <p:nvSpPr>
          <p:cNvPr id="11" name="Text Placeholder 10"/>
          <p:cNvSpPr>
            <a:spLocks noGrp="1"/>
          </p:cNvSpPr>
          <p:nvPr>
            <p:ph type="body" sz="quarter" idx="19"/>
          </p:nvPr>
        </p:nvSpPr>
        <p:spPr/>
        <p:txBody>
          <a:bodyPr lIns="45720" rIns="45720"/>
          <a:lstStyle/>
          <a:p>
            <a:r>
              <a:rPr lang="en-US" dirty="0"/>
              <a:t>N/A</a:t>
            </a:r>
          </a:p>
        </p:txBody>
      </p:sp>
      <p:sp>
        <p:nvSpPr>
          <p:cNvPr id="12" name="Text Placeholder 11"/>
          <p:cNvSpPr>
            <a:spLocks noGrp="1"/>
          </p:cNvSpPr>
          <p:nvPr>
            <p:ph type="body" sz="quarter" idx="20"/>
          </p:nvPr>
        </p:nvSpPr>
        <p:spPr/>
        <p:txBody>
          <a:bodyPr lIns="45720" rIns="45720"/>
          <a:lstStyle/>
          <a:p>
            <a:endParaRPr lang="en-US" dirty="0"/>
          </a:p>
        </p:txBody>
      </p:sp>
      <p:sp>
        <p:nvSpPr>
          <p:cNvPr id="13" name="Text Placeholder 12"/>
          <p:cNvSpPr>
            <a:spLocks noGrp="1"/>
          </p:cNvSpPr>
          <p:nvPr>
            <p:ph type="body" sz="quarter" idx="21"/>
          </p:nvPr>
        </p:nvSpPr>
        <p:spPr/>
        <p:txBody>
          <a:bodyPr lIns="45720" rIns="45720"/>
          <a:lstStyle/>
          <a:p>
            <a:endParaRPr lang="en-US" dirty="0"/>
          </a:p>
        </p:txBody>
      </p:sp>
      <p:sp>
        <p:nvSpPr>
          <p:cNvPr id="14" name="Text Placeholder 13"/>
          <p:cNvSpPr>
            <a:spLocks noGrp="1"/>
          </p:cNvSpPr>
          <p:nvPr>
            <p:ph type="body" sz="quarter" idx="22"/>
          </p:nvPr>
        </p:nvSpPr>
        <p:spPr>
          <a:xfrm>
            <a:off x="94687" y="3462598"/>
            <a:ext cx="680943" cy="246161"/>
          </a:xfrm>
        </p:spPr>
        <p:txBody>
          <a:bodyPr lIns="0" rIns="0"/>
          <a:lstStyle/>
          <a:p>
            <a:r>
              <a:rPr lang="en-US" dirty="0"/>
              <a:t>N</a:t>
            </a:r>
          </a:p>
        </p:txBody>
      </p:sp>
      <p:sp>
        <p:nvSpPr>
          <p:cNvPr id="15" name="Text Placeholder 14"/>
          <p:cNvSpPr>
            <a:spLocks noGrp="1"/>
          </p:cNvSpPr>
          <p:nvPr>
            <p:ph type="body" sz="quarter" idx="31"/>
          </p:nvPr>
        </p:nvSpPr>
        <p:spPr/>
        <p:txBody>
          <a:bodyPr lIns="0" rIns="0"/>
          <a:lstStyle/>
          <a:p>
            <a:r>
              <a:rPr lang="en-US" dirty="0"/>
              <a:t>N/A</a:t>
            </a:r>
          </a:p>
        </p:txBody>
      </p:sp>
      <p:sp>
        <p:nvSpPr>
          <p:cNvPr id="16" name="Text Placeholder 15"/>
          <p:cNvSpPr>
            <a:spLocks noGrp="1"/>
          </p:cNvSpPr>
          <p:nvPr>
            <p:ph type="body" sz="quarter" idx="32"/>
          </p:nvPr>
        </p:nvSpPr>
        <p:spPr/>
        <p:txBody>
          <a:bodyPr lIns="0" rIns="0"/>
          <a:lstStyle/>
          <a:p>
            <a:r>
              <a:rPr lang="en-US" dirty="0"/>
              <a:t>Rafael Guillen</a:t>
            </a:r>
          </a:p>
        </p:txBody>
      </p:sp>
      <p:sp>
        <p:nvSpPr>
          <p:cNvPr id="17" name="Text Placeholder 16"/>
          <p:cNvSpPr>
            <a:spLocks noGrp="1"/>
          </p:cNvSpPr>
          <p:nvPr>
            <p:ph type="body" sz="quarter" idx="33"/>
          </p:nvPr>
        </p:nvSpPr>
        <p:spPr>
          <a:xfrm>
            <a:off x="844457" y="3431149"/>
            <a:ext cx="737985" cy="317891"/>
          </a:xfrm>
        </p:spPr>
        <p:txBody>
          <a:bodyPr lIns="0" rIns="0"/>
          <a:lstStyle/>
          <a:p>
            <a:r>
              <a:rPr lang="en-US" dirty="0"/>
              <a:t>12/23/2024</a:t>
            </a:r>
          </a:p>
        </p:txBody>
      </p:sp>
      <p:sp>
        <p:nvSpPr>
          <p:cNvPr id="18" name="Text Placeholder 17"/>
          <p:cNvSpPr>
            <a:spLocks noGrp="1"/>
          </p:cNvSpPr>
          <p:nvPr>
            <p:ph type="body" sz="quarter" idx="34"/>
          </p:nvPr>
        </p:nvSpPr>
        <p:spPr/>
        <p:txBody>
          <a:bodyPr lIns="0" rIns="0"/>
          <a:lstStyle/>
          <a:p>
            <a:r>
              <a:rPr lang="en-US" dirty="0"/>
              <a:t>N/A</a:t>
            </a:r>
          </a:p>
        </p:txBody>
      </p:sp>
      <p:sp>
        <p:nvSpPr>
          <p:cNvPr id="19" name="Text Placeholder 18"/>
          <p:cNvSpPr>
            <a:spLocks noGrp="1"/>
          </p:cNvSpPr>
          <p:nvPr>
            <p:ph type="body" sz="quarter" idx="35"/>
          </p:nvPr>
        </p:nvSpPr>
        <p:spPr/>
        <p:txBody>
          <a:bodyPr lIns="0" rIns="0"/>
          <a:lstStyle/>
          <a:p>
            <a:r>
              <a:rPr lang="en-US" dirty="0"/>
              <a:t>Michael Clayton</a:t>
            </a:r>
          </a:p>
        </p:txBody>
      </p:sp>
      <p:sp>
        <p:nvSpPr>
          <p:cNvPr id="20" name="Text Placeholder 19"/>
          <p:cNvSpPr>
            <a:spLocks noGrp="1"/>
          </p:cNvSpPr>
          <p:nvPr>
            <p:ph type="body" sz="quarter" idx="36"/>
          </p:nvPr>
        </p:nvSpPr>
        <p:spPr/>
        <p:txBody>
          <a:bodyPr lIns="0" rIns="0"/>
          <a:lstStyle/>
          <a:p>
            <a:r>
              <a:rPr lang="en-US" dirty="0"/>
              <a:t>Chris Lewandowski</a:t>
            </a:r>
          </a:p>
        </p:txBody>
      </p:sp>
      <p:sp>
        <p:nvSpPr>
          <p:cNvPr id="21" name="Text Placeholder 20"/>
          <p:cNvSpPr>
            <a:spLocks noGrp="1"/>
          </p:cNvSpPr>
          <p:nvPr>
            <p:ph type="body" sz="quarter" idx="37"/>
          </p:nvPr>
        </p:nvSpPr>
        <p:spPr>
          <a:xfrm>
            <a:off x="6370678" y="3427417"/>
            <a:ext cx="2730987" cy="317680"/>
          </a:xfrm>
        </p:spPr>
        <p:txBody>
          <a:bodyPr lIns="0" rIns="0"/>
          <a:lstStyle/>
          <a:p>
            <a:pPr algn="l"/>
            <a:r>
              <a:rPr lang="en-US" dirty="0"/>
              <a:t>Converted to the NEW 5080 PPT format</a:t>
            </a:r>
          </a:p>
        </p:txBody>
      </p:sp>
      <p:sp>
        <p:nvSpPr>
          <p:cNvPr id="22" name="Text Placeholder 21"/>
          <p:cNvSpPr>
            <a:spLocks noGrp="1"/>
          </p:cNvSpPr>
          <p:nvPr>
            <p:ph type="body" sz="quarter" idx="38"/>
          </p:nvPr>
        </p:nvSpPr>
        <p:spPr/>
        <p:txBody>
          <a:bodyPr lIns="0" rIns="0"/>
          <a:lstStyle/>
          <a:p>
            <a:endParaRPr lang="en-US" dirty="0"/>
          </a:p>
        </p:txBody>
      </p:sp>
      <p:sp>
        <p:nvSpPr>
          <p:cNvPr id="23" name="Text Placeholder 22"/>
          <p:cNvSpPr>
            <a:spLocks noGrp="1"/>
          </p:cNvSpPr>
          <p:nvPr>
            <p:ph type="body" sz="quarter" idx="39"/>
          </p:nvPr>
        </p:nvSpPr>
        <p:spPr/>
        <p:txBody>
          <a:bodyPr lIns="0" rIns="0"/>
          <a:lstStyle/>
          <a:p>
            <a:endParaRPr lang="en-US" dirty="0"/>
          </a:p>
        </p:txBody>
      </p:sp>
      <p:sp>
        <p:nvSpPr>
          <p:cNvPr id="24" name="Text Placeholder 23"/>
          <p:cNvSpPr>
            <a:spLocks noGrp="1"/>
          </p:cNvSpPr>
          <p:nvPr>
            <p:ph type="body" sz="quarter" idx="40"/>
          </p:nvPr>
        </p:nvSpPr>
        <p:spPr>
          <a:xfrm>
            <a:off x="857674" y="3755166"/>
            <a:ext cx="721022" cy="317891"/>
          </a:xfrm>
        </p:spPr>
        <p:txBody>
          <a:bodyPr lIns="0" rIns="0"/>
          <a:lstStyle/>
          <a:p>
            <a:endParaRPr lang="en-US" dirty="0"/>
          </a:p>
        </p:txBody>
      </p:sp>
      <p:sp>
        <p:nvSpPr>
          <p:cNvPr id="25" name="Text Placeholder 24"/>
          <p:cNvSpPr>
            <a:spLocks noGrp="1"/>
          </p:cNvSpPr>
          <p:nvPr>
            <p:ph type="body" sz="quarter" idx="41"/>
          </p:nvPr>
        </p:nvSpPr>
        <p:spPr/>
        <p:txBody>
          <a:bodyPr lIns="0" rIns="0"/>
          <a:lstStyle/>
          <a:p>
            <a:endParaRPr lang="en-US" dirty="0"/>
          </a:p>
        </p:txBody>
      </p:sp>
      <p:sp>
        <p:nvSpPr>
          <p:cNvPr id="26" name="Text Placeholder 25"/>
          <p:cNvSpPr>
            <a:spLocks noGrp="1"/>
          </p:cNvSpPr>
          <p:nvPr>
            <p:ph type="body" sz="quarter" idx="42"/>
          </p:nvPr>
        </p:nvSpPr>
        <p:spPr/>
        <p:txBody>
          <a:bodyPr lIns="0" rIns="0"/>
          <a:lstStyle/>
          <a:p>
            <a:endParaRPr lang="en-US" dirty="0"/>
          </a:p>
        </p:txBody>
      </p:sp>
      <p:sp>
        <p:nvSpPr>
          <p:cNvPr id="27" name="Text Placeholder 26"/>
          <p:cNvSpPr>
            <a:spLocks noGrp="1"/>
          </p:cNvSpPr>
          <p:nvPr>
            <p:ph type="body" sz="quarter" idx="43"/>
          </p:nvPr>
        </p:nvSpPr>
        <p:spPr/>
        <p:txBody>
          <a:bodyPr lIns="0" rIns="0"/>
          <a:lstStyle/>
          <a:p>
            <a:endParaRPr lang="en-US" dirty="0"/>
          </a:p>
        </p:txBody>
      </p:sp>
      <p:sp>
        <p:nvSpPr>
          <p:cNvPr id="28" name="Text Placeholder 27"/>
          <p:cNvSpPr>
            <a:spLocks noGrp="1"/>
          </p:cNvSpPr>
          <p:nvPr>
            <p:ph type="body" sz="quarter" idx="44"/>
          </p:nvPr>
        </p:nvSpPr>
        <p:spPr>
          <a:xfrm>
            <a:off x="6366932" y="3751434"/>
            <a:ext cx="2730987" cy="317680"/>
          </a:xfrm>
        </p:spPr>
        <p:txBody>
          <a:bodyPr lIns="0" rIns="0"/>
          <a:lstStyle/>
          <a:p>
            <a:pPr algn="l"/>
            <a:endParaRPr lang="en-US" dirty="0"/>
          </a:p>
        </p:txBody>
      </p:sp>
      <p:sp>
        <p:nvSpPr>
          <p:cNvPr id="29" name="Text Placeholder 28"/>
          <p:cNvSpPr>
            <a:spLocks noGrp="1"/>
          </p:cNvSpPr>
          <p:nvPr>
            <p:ph type="body" sz="quarter" idx="45"/>
          </p:nvPr>
        </p:nvSpPr>
        <p:spPr>
          <a:xfrm>
            <a:off x="101598" y="3786615"/>
            <a:ext cx="680943" cy="246161"/>
          </a:xfrm>
        </p:spPr>
        <p:txBody>
          <a:bodyPr lIns="0" rIns="0"/>
          <a:lstStyle/>
          <a:p>
            <a:endParaRPr lang="en-US" dirty="0"/>
          </a:p>
        </p:txBody>
      </p:sp>
      <p:sp>
        <p:nvSpPr>
          <p:cNvPr id="30" name="Text Placeholder 29"/>
          <p:cNvSpPr>
            <a:spLocks noGrp="1"/>
          </p:cNvSpPr>
          <p:nvPr>
            <p:ph type="body" sz="quarter" idx="46"/>
          </p:nvPr>
        </p:nvSpPr>
        <p:spPr>
          <a:xfrm>
            <a:off x="86604" y="4111378"/>
            <a:ext cx="680943" cy="246161"/>
          </a:xfrm>
        </p:spPr>
        <p:txBody>
          <a:bodyPr lIns="0" rIns="0"/>
          <a:lstStyle/>
          <a:p>
            <a:endParaRPr lang="en-US" dirty="0"/>
          </a:p>
        </p:txBody>
      </p:sp>
      <p:sp>
        <p:nvSpPr>
          <p:cNvPr id="31" name="Text Placeholder 30"/>
          <p:cNvSpPr>
            <a:spLocks noGrp="1"/>
          </p:cNvSpPr>
          <p:nvPr>
            <p:ph type="body" sz="quarter" idx="47"/>
          </p:nvPr>
        </p:nvSpPr>
        <p:spPr/>
        <p:txBody>
          <a:bodyPr lIns="0" rIns="0"/>
          <a:lstStyle/>
          <a:p>
            <a:endParaRPr lang="en-US" dirty="0"/>
          </a:p>
        </p:txBody>
      </p:sp>
      <p:sp>
        <p:nvSpPr>
          <p:cNvPr id="32" name="Text Placeholder 31"/>
          <p:cNvSpPr>
            <a:spLocks noGrp="1"/>
          </p:cNvSpPr>
          <p:nvPr>
            <p:ph type="body" sz="quarter" idx="48"/>
          </p:nvPr>
        </p:nvSpPr>
        <p:spPr/>
        <p:txBody>
          <a:bodyPr lIns="0" rIns="0"/>
          <a:lstStyle/>
          <a:p>
            <a:endParaRPr lang="en-US" dirty="0"/>
          </a:p>
        </p:txBody>
      </p:sp>
      <p:sp>
        <p:nvSpPr>
          <p:cNvPr id="33" name="Text Placeholder 32"/>
          <p:cNvSpPr>
            <a:spLocks noGrp="1"/>
          </p:cNvSpPr>
          <p:nvPr>
            <p:ph type="body" sz="quarter" idx="49"/>
          </p:nvPr>
        </p:nvSpPr>
        <p:spPr>
          <a:xfrm>
            <a:off x="836374" y="4079929"/>
            <a:ext cx="737985" cy="317891"/>
          </a:xfrm>
        </p:spPr>
        <p:txBody>
          <a:bodyPr lIns="0" rIns="0"/>
          <a:lstStyle/>
          <a:p>
            <a:endParaRPr lang="en-US" dirty="0"/>
          </a:p>
        </p:txBody>
      </p:sp>
      <p:sp>
        <p:nvSpPr>
          <p:cNvPr id="34" name="Text Placeholder 33"/>
          <p:cNvSpPr>
            <a:spLocks noGrp="1"/>
          </p:cNvSpPr>
          <p:nvPr>
            <p:ph type="body" sz="quarter" idx="50"/>
          </p:nvPr>
        </p:nvSpPr>
        <p:spPr/>
        <p:txBody>
          <a:bodyPr lIns="0" rIns="0"/>
          <a:lstStyle/>
          <a:p>
            <a:endParaRPr lang="en-US" dirty="0"/>
          </a:p>
        </p:txBody>
      </p:sp>
      <p:sp>
        <p:nvSpPr>
          <p:cNvPr id="35" name="Text Placeholder 34"/>
          <p:cNvSpPr>
            <a:spLocks noGrp="1"/>
          </p:cNvSpPr>
          <p:nvPr>
            <p:ph type="body" sz="quarter" idx="51"/>
          </p:nvPr>
        </p:nvSpPr>
        <p:spPr/>
        <p:txBody>
          <a:bodyPr lIns="0" rIns="0"/>
          <a:lstStyle/>
          <a:p>
            <a:endParaRPr lang="en-US" dirty="0"/>
          </a:p>
        </p:txBody>
      </p:sp>
      <p:sp>
        <p:nvSpPr>
          <p:cNvPr id="36" name="Text Placeholder 35"/>
          <p:cNvSpPr>
            <a:spLocks noGrp="1"/>
          </p:cNvSpPr>
          <p:nvPr>
            <p:ph type="body" sz="quarter" idx="52"/>
          </p:nvPr>
        </p:nvSpPr>
        <p:spPr/>
        <p:txBody>
          <a:bodyPr lIns="0" rIns="0"/>
          <a:lstStyle/>
          <a:p>
            <a:endParaRPr lang="en-US" dirty="0"/>
          </a:p>
        </p:txBody>
      </p:sp>
      <p:sp>
        <p:nvSpPr>
          <p:cNvPr id="37" name="Text Placeholder 36"/>
          <p:cNvSpPr>
            <a:spLocks noGrp="1"/>
          </p:cNvSpPr>
          <p:nvPr>
            <p:ph type="body" sz="quarter" idx="53"/>
          </p:nvPr>
        </p:nvSpPr>
        <p:spPr>
          <a:xfrm>
            <a:off x="6362595" y="4076197"/>
            <a:ext cx="2730987" cy="317680"/>
          </a:xfrm>
        </p:spPr>
        <p:txBody>
          <a:bodyPr lIns="0" rIns="0"/>
          <a:lstStyle/>
          <a:p>
            <a:pPr algn="l"/>
            <a:endParaRPr lang="en-US" dirty="0"/>
          </a:p>
        </p:txBody>
      </p:sp>
      <p:sp>
        <p:nvSpPr>
          <p:cNvPr id="38" name="Text Placeholder 37"/>
          <p:cNvSpPr>
            <a:spLocks noGrp="1"/>
          </p:cNvSpPr>
          <p:nvPr>
            <p:ph type="body" sz="quarter" idx="54"/>
          </p:nvPr>
        </p:nvSpPr>
        <p:spPr/>
        <p:txBody>
          <a:bodyPr lIns="0" rIns="0"/>
          <a:lstStyle/>
          <a:p>
            <a:endParaRPr lang="en-US" dirty="0"/>
          </a:p>
        </p:txBody>
      </p:sp>
      <p:sp>
        <p:nvSpPr>
          <p:cNvPr id="39" name="Text Placeholder 38"/>
          <p:cNvSpPr>
            <a:spLocks noGrp="1"/>
          </p:cNvSpPr>
          <p:nvPr>
            <p:ph type="body" sz="quarter" idx="55"/>
          </p:nvPr>
        </p:nvSpPr>
        <p:spPr>
          <a:xfrm>
            <a:off x="3420534" y="4400836"/>
            <a:ext cx="892583" cy="321001"/>
          </a:xfrm>
        </p:spPr>
        <p:txBody>
          <a:bodyPr lIns="0" rIns="0"/>
          <a:lstStyle/>
          <a:p>
            <a:endParaRPr lang="en-US" dirty="0"/>
          </a:p>
        </p:txBody>
      </p:sp>
      <p:sp>
        <p:nvSpPr>
          <p:cNvPr id="40" name="Text Placeholder 39"/>
          <p:cNvSpPr>
            <a:spLocks noGrp="1"/>
          </p:cNvSpPr>
          <p:nvPr>
            <p:ph type="body" sz="quarter" idx="56"/>
          </p:nvPr>
        </p:nvSpPr>
        <p:spPr>
          <a:xfrm>
            <a:off x="832628" y="4403946"/>
            <a:ext cx="737985" cy="317891"/>
          </a:xfrm>
        </p:spPr>
        <p:txBody>
          <a:bodyPr lIns="0" rIns="0"/>
          <a:lstStyle/>
          <a:p>
            <a:endParaRPr lang="en-US" dirty="0"/>
          </a:p>
        </p:txBody>
      </p:sp>
      <p:sp>
        <p:nvSpPr>
          <p:cNvPr id="41" name="Text Placeholder 40"/>
          <p:cNvSpPr>
            <a:spLocks noGrp="1"/>
          </p:cNvSpPr>
          <p:nvPr>
            <p:ph type="body" sz="quarter" idx="57"/>
          </p:nvPr>
        </p:nvSpPr>
        <p:spPr>
          <a:xfrm>
            <a:off x="2540001" y="4389328"/>
            <a:ext cx="816660" cy="332509"/>
          </a:xfrm>
        </p:spPr>
        <p:txBody>
          <a:bodyPr lIns="0" rIns="0"/>
          <a:lstStyle/>
          <a:p>
            <a:endParaRPr lang="en-US" dirty="0"/>
          </a:p>
        </p:txBody>
      </p:sp>
      <p:sp>
        <p:nvSpPr>
          <p:cNvPr id="42" name="Text Placeholder 41"/>
          <p:cNvSpPr>
            <a:spLocks noGrp="1"/>
          </p:cNvSpPr>
          <p:nvPr>
            <p:ph type="body" sz="quarter" idx="58"/>
          </p:nvPr>
        </p:nvSpPr>
        <p:spPr/>
        <p:txBody>
          <a:bodyPr lIns="0" rIns="0"/>
          <a:lstStyle/>
          <a:p>
            <a:endParaRPr lang="en-US" dirty="0"/>
          </a:p>
        </p:txBody>
      </p:sp>
      <p:sp>
        <p:nvSpPr>
          <p:cNvPr id="43" name="Text Placeholder 42"/>
          <p:cNvSpPr>
            <a:spLocks noGrp="1"/>
          </p:cNvSpPr>
          <p:nvPr>
            <p:ph type="body" sz="quarter" idx="59"/>
          </p:nvPr>
        </p:nvSpPr>
        <p:spPr/>
        <p:txBody>
          <a:bodyPr lIns="0" rIns="0"/>
          <a:lstStyle/>
          <a:p>
            <a:endParaRPr lang="en-US" dirty="0"/>
          </a:p>
        </p:txBody>
      </p:sp>
      <p:sp>
        <p:nvSpPr>
          <p:cNvPr id="44" name="Text Placeholder 43"/>
          <p:cNvSpPr>
            <a:spLocks noGrp="1"/>
          </p:cNvSpPr>
          <p:nvPr>
            <p:ph type="body" sz="quarter" idx="60"/>
          </p:nvPr>
        </p:nvSpPr>
        <p:spPr>
          <a:xfrm>
            <a:off x="6358849" y="4400214"/>
            <a:ext cx="2730987" cy="317680"/>
          </a:xfrm>
        </p:spPr>
        <p:txBody>
          <a:bodyPr lIns="0" rIns="0"/>
          <a:lstStyle/>
          <a:p>
            <a:pPr algn="l"/>
            <a:endParaRPr lang="en-US" dirty="0"/>
          </a:p>
        </p:txBody>
      </p:sp>
      <p:sp>
        <p:nvSpPr>
          <p:cNvPr id="45" name="Text Placeholder 44"/>
          <p:cNvSpPr>
            <a:spLocks noGrp="1"/>
          </p:cNvSpPr>
          <p:nvPr>
            <p:ph type="body" sz="quarter" idx="61"/>
          </p:nvPr>
        </p:nvSpPr>
        <p:spPr>
          <a:xfrm>
            <a:off x="93515" y="4435395"/>
            <a:ext cx="680943" cy="246161"/>
          </a:xfrm>
        </p:spPr>
        <p:txBody>
          <a:bodyPr lIns="0" rIns="0"/>
          <a:lstStyle/>
          <a:p>
            <a:endParaRPr lang="en-US" dirty="0"/>
          </a:p>
        </p:txBody>
      </p:sp>
      <p:sp>
        <p:nvSpPr>
          <p:cNvPr id="46" name="Text Placeholder 45"/>
          <p:cNvSpPr>
            <a:spLocks noGrp="1"/>
          </p:cNvSpPr>
          <p:nvPr>
            <p:ph type="body" sz="quarter" idx="62"/>
          </p:nvPr>
        </p:nvSpPr>
        <p:spPr>
          <a:xfrm>
            <a:off x="97247" y="4772008"/>
            <a:ext cx="680943" cy="246161"/>
          </a:xfrm>
        </p:spPr>
        <p:txBody>
          <a:bodyPr lIns="0" rIns="0"/>
          <a:lstStyle/>
          <a:p>
            <a:endParaRPr lang="en-US" dirty="0"/>
          </a:p>
        </p:txBody>
      </p:sp>
      <p:sp>
        <p:nvSpPr>
          <p:cNvPr id="47" name="Text Placeholder 46"/>
          <p:cNvSpPr>
            <a:spLocks noGrp="1"/>
          </p:cNvSpPr>
          <p:nvPr>
            <p:ph type="body" sz="quarter" idx="63"/>
          </p:nvPr>
        </p:nvSpPr>
        <p:spPr/>
        <p:txBody>
          <a:bodyPr lIns="0" rIns="0"/>
          <a:lstStyle/>
          <a:p>
            <a:endParaRPr lang="en-US" dirty="0"/>
          </a:p>
        </p:txBody>
      </p:sp>
      <p:sp>
        <p:nvSpPr>
          <p:cNvPr id="48" name="Text Placeholder 47"/>
          <p:cNvSpPr>
            <a:spLocks noGrp="1"/>
          </p:cNvSpPr>
          <p:nvPr>
            <p:ph type="body" sz="quarter" idx="64"/>
          </p:nvPr>
        </p:nvSpPr>
        <p:spPr/>
        <p:txBody>
          <a:bodyPr lIns="0" rIns="0"/>
          <a:lstStyle/>
          <a:p>
            <a:endParaRPr lang="en-US" dirty="0"/>
          </a:p>
        </p:txBody>
      </p:sp>
      <p:sp>
        <p:nvSpPr>
          <p:cNvPr id="49" name="Text Placeholder 48"/>
          <p:cNvSpPr>
            <a:spLocks noGrp="1"/>
          </p:cNvSpPr>
          <p:nvPr>
            <p:ph type="body" sz="quarter" idx="65"/>
          </p:nvPr>
        </p:nvSpPr>
        <p:spPr>
          <a:xfrm>
            <a:off x="847017" y="4740559"/>
            <a:ext cx="737985" cy="317891"/>
          </a:xfrm>
        </p:spPr>
        <p:txBody>
          <a:bodyPr lIns="0" rIns="0"/>
          <a:lstStyle/>
          <a:p>
            <a:endParaRPr lang="en-US" dirty="0"/>
          </a:p>
        </p:txBody>
      </p:sp>
      <p:sp>
        <p:nvSpPr>
          <p:cNvPr id="50" name="Text Placeholder 49"/>
          <p:cNvSpPr>
            <a:spLocks noGrp="1"/>
          </p:cNvSpPr>
          <p:nvPr>
            <p:ph type="body" sz="quarter" idx="66"/>
          </p:nvPr>
        </p:nvSpPr>
        <p:spPr/>
        <p:txBody>
          <a:bodyPr lIns="0" rIns="0"/>
          <a:lstStyle/>
          <a:p>
            <a:endParaRPr lang="en-US" dirty="0"/>
          </a:p>
        </p:txBody>
      </p:sp>
      <p:sp>
        <p:nvSpPr>
          <p:cNvPr id="51" name="Text Placeholder 50"/>
          <p:cNvSpPr>
            <a:spLocks noGrp="1"/>
          </p:cNvSpPr>
          <p:nvPr>
            <p:ph type="body" sz="quarter" idx="67"/>
          </p:nvPr>
        </p:nvSpPr>
        <p:spPr/>
        <p:txBody>
          <a:bodyPr lIns="0" rIns="0"/>
          <a:lstStyle/>
          <a:p>
            <a:endParaRPr lang="en-US" dirty="0"/>
          </a:p>
        </p:txBody>
      </p:sp>
      <p:sp>
        <p:nvSpPr>
          <p:cNvPr id="52" name="Text Placeholder 51"/>
          <p:cNvSpPr>
            <a:spLocks noGrp="1"/>
          </p:cNvSpPr>
          <p:nvPr>
            <p:ph type="body" sz="quarter" idx="68"/>
          </p:nvPr>
        </p:nvSpPr>
        <p:spPr/>
        <p:txBody>
          <a:bodyPr lIns="0" rIns="0"/>
          <a:lstStyle/>
          <a:p>
            <a:endParaRPr lang="en-US" dirty="0"/>
          </a:p>
        </p:txBody>
      </p:sp>
      <p:sp>
        <p:nvSpPr>
          <p:cNvPr id="53" name="Text Placeholder 52"/>
          <p:cNvSpPr>
            <a:spLocks noGrp="1"/>
          </p:cNvSpPr>
          <p:nvPr>
            <p:ph type="body" sz="quarter" idx="69"/>
          </p:nvPr>
        </p:nvSpPr>
        <p:spPr>
          <a:xfrm>
            <a:off x="6373238" y="4736827"/>
            <a:ext cx="2730987" cy="317680"/>
          </a:xfrm>
        </p:spPr>
        <p:txBody>
          <a:bodyPr lIns="0" rIns="0"/>
          <a:lstStyle/>
          <a:p>
            <a:pPr algn="l"/>
            <a:endParaRPr lang="en-US" dirty="0"/>
          </a:p>
        </p:txBody>
      </p:sp>
      <p:sp>
        <p:nvSpPr>
          <p:cNvPr id="54" name="Text Placeholder 53"/>
          <p:cNvSpPr>
            <a:spLocks noGrp="1"/>
          </p:cNvSpPr>
          <p:nvPr>
            <p:ph type="body" sz="quarter" idx="70"/>
          </p:nvPr>
        </p:nvSpPr>
        <p:spPr/>
        <p:txBody>
          <a:bodyPr lIns="0" rIns="0"/>
          <a:lstStyle/>
          <a:p>
            <a:endParaRPr lang="en-US" dirty="0"/>
          </a:p>
        </p:txBody>
      </p:sp>
      <p:sp>
        <p:nvSpPr>
          <p:cNvPr id="55" name="Text Placeholder 54"/>
          <p:cNvSpPr>
            <a:spLocks noGrp="1"/>
          </p:cNvSpPr>
          <p:nvPr>
            <p:ph type="body" sz="quarter" idx="71"/>
          </p:nvPr>
        </p:nvSpPr>
        <p:spPr/>
        <p:txBody>
          <a:bodyPr lIns="0" rIns="0"/>
          <a:lstStyle/>
          <a:p>
            <a:endParaRPr lang="en-US" dirty="0"/>
          </a:p>
        </p:txBody>
      </p:sp>
      <p:sp>
        <p:nvSpPr>
          <p:cNvPr id="56" name="Text Placeholder 55"/>
          <p:cNvSpPr>
            <a:spLocks noGrp="1"/>
          </p:cNvSpPr>
          <p:nvPr>
            <p:ph type="body" sz="quarter" idx="72"/>
          </p:nvPr>
        </p:nvSpPr>
        <p:spPr>
          <a:xfrm>
            <a:off x="857674" y="5064576"/>
            <a:ext cx="723582" cy="317891"/>
          </a:xfrm>
        </p:spPr>
        <p:txBody>
          <a:bodyPr lIns="0" rIns="0"/>
          <a:lstStyle/>
          <a:p>
            <a:endParaRPr lang="en-US" dirty="0"/>
          </a:p>
        </p:txBody>
      </p:sp>
      <p:sp>
        <p:nvSpPr>
          <p:cNvPr id="57" name="Text Placeholder 56"/>
          <p:cNvSpPr>
            <a:spLocks noGrp="1"/>
          </p:cNvSpPr>
          <p:nvPr>
            <p:ph type="body" sz="quarter" idx="73"/>
          </p:nvPr>
        </p:nvSpPr>
        <p:spPr/>
        <p:txBody>
          <a:bodyPr lIns="0" rIns="0"/>
          <a:lstStyle/>
          <a:p>
            <a:endParaRPr lang="en-US" dirty="0"/>
          </a:p>
        </p:txBody>
      </p:sp>
      <p:sp>
        <p:nvSpPr>
          <p:cNvPr id="58" name="Text Placeholder 57"/>
          <p:cNvSpPr>
            <a:spLocks noGrp="1"/>
          </p:cNvSpPr>
          <p:nvPr>
            <p:ph type="body" sz="quarter" idx="74"/>
          </p:nvPr>
        </p:nvSpPr>
        <p:spPr/>
        <p:txBody>
          <a:bodyPr lIns="0" rIns="0"/>
          <a:lstStyle/>
          <a:p>
            <a:endParaRPr lang="en-US" dirty="0"/>
          </a:p>
        </p:txBody>
      </p:sp>
      <p:sp>
        <p:nvSpPr>
          <p:cNvPr id="59" name="Text Placeholder 58"/>
          <p:cNvSpPr>
            <a:spLocks noGrp="1"/>
          </p:cNvSpPr>
          <p:nvPr>
            <p:ph type="body" sz="quarter" idx="75"/>
          </p:nvPr>
        </p:nvSpPr>
        <p:spPr/>
        <p:txBody>
          <a:bodyPr lIns="0" rIns="0"/>
          <a:lstStyle/>
          <a:p>
            <a:endParaRPr lang="en-US" dirty="0"/>
          </a:p>
        </p:txBody>
      </p:sp>
      <p:sp>
        <p:nvSpPr>
          <p:cNvPr id="60" name="Text Placeholder 59"/>
          <p:cNvSpPr>
            <a:spLocks noGrp="1"/>
          </p:cNvSpPr>
          <p:nvPr>
            <p:ph type="body" sz="quarter" idx="76"/>
          </p:nvPr>
        </p:nvSpPr>
        <p:spPr>
          <a:xfrm>
            <a:off x="6369492" y="5060844"/>
            <a:ext cx="2730987" cy="317680"/>
          </a:xfrm>
        </p:spPr>
        <p:txBody>
          <a:bodyPr lIns="0" rIns="0"/>
          <a:lstStyle/>
          <a:p>
            <a:pPr algn="l"/>
            <a:endParaRPr lang="en-US" dirty="0"/>
          </a:p>
        </p:txBody>
      </p:sp>
      <p:sp>
        <p:nvSpPr>
          <p:cNvPr id="61" name="Text Placeholder 60"/>
          <p:cNvSpPr>
            <a:spLocks noGrp="1"/>
          </p:cNvSpPr>
          <p:nvPr>
            <p:ph type="body" sz="quarter" idx="77"/>
          </p:nvPr>
        </p:nvSpPr>
        <p:spPr>
          <a:xfrm>
            <a:off x="104158" y="5096025"/>
            <a:ext cx="680943" cy="246161"/>
          </a:xfrm>
        </p:spPr>
        <p:txBody>
          <a:bodyPr lIns="0" rIns="0"/>
          <a:lstStyle/>
          <a:p>
            <a:endParaRPr lang="en-US" dirty="0"/>
          </a:p>
        </p:txBody>
      </p:sp>
      <p:sp>
        <p:nvSpPr>
          <p:cNvPr id="62" name="Text Placeholder 61"/>
          <p:cNvSpPr>
            <a:spLocks noGrp="1"/>
          </p:cNvSpPr>
          <p:nvPr>
            <p:ph type="body" sz="quarter" idx="78"/>
          </p:nvPr>
        </p:nvSpPr>
        <p:spPr>
          <a:xfrm>
            <a:off x="97247" y="5416844"/>
            <a:ext cx="680943" cy="246161"/>
          </a:xfrm>
        </p:spPr>
        <p:txBody>
          <a:bodyPr lIns="0" rIns="0"/>
          <a:lstStyle/>
          <a:p>
            <a:endParaRPr lang="en-US" dirty="0"/>
          </a:p>
        </p:txBody>
      </p:sp>
      <p:sp>
        <p:nvSpPr>
          <p:cNvPr id="63" name="Text Placeholder 62"/>
          <p:cNvSpPr>
            <a:spLocks noGrp="1"/>
          </p:cNvSpPr>
          <p:nvPr>
            <p:ph type="body" sz="quarter" idx="79"/>
          </p:nvPr>
        </p:nvSpPr>
        <p:spPr/>
        <p:txBody>
          <a:bodyPr lIns="0" rIns="0"/>
          <a:lstStyle/>
          <a:p>
            <a:endParaRPr lang="en-US" dirty="0"/>
          </a:p>
        </p:txBody>
      </p:sp>
      <p:sp>
        <p:nvSpPr>
          <p:cNvPr id="64" name="Text Placeholder 63"/>
          <p:cNvSpPr>
            <a:spLocks noGrp="1"/>
          </p:cNvSpPr>
          <p:nvPr>
            <p:ph type="body" sz="quarter" idx="80"/>
          </p:nvPr>
        </p:nvSpPr>
        <p:spPr/>
        <p:txBody>
          <a:bodyPr lIns="0" rIns="0"/>
          <a:lstStyle/>
          <a:p>
            <a:endParaRPr lang="en-US" dirty="0"/>
          </a:p>
        </p:txBody>
      </p:sp>
      <p:sp>
        <p:nvSpPr>
          <p:cNvPr id="65" name="Text Placeholder 64"/>
          <p:cNvSpPr>
            <a:spLocks noGrp="1"/>
          </p:cNvSpPr>
          <p:nvPr>
            <p:ph type="body" sz="quarter" idx="81"/>
          </p:nvPr>
        </p:nvSpPr>
        <p:spPr>
          <a:xfrm>
            <a:off x="857674" y="5385395"/>
            <a:ext cx="727328" cy="317891"/>
          </a:xfrm>
        </p:spPr>
        <p:txBody>
          <a:bodyPr lIns="0" rIns="0"/>
          <a:lstStyle/>
          <a:p>
            <a:endParaRPr lang="en-US" dirty="0"/>
          </a:p>
        </p:txBody>
      </p:sp>
      <p:sp>
        <p:nvSpPr>
          <p:cNvPr id="66" name="Text Placeholder 65"/>
          <p:cNvSpPr>
            <a:spLocks noGrp="1"/>
          </p:cNvSpPr>
          <p:nvPr>
            <p:ph type="body" sz="quarter" idx="82"/>
          </p:nvPr>
        </p:nvSpPr>
        <p:spPr/>
        <p:txBody>
          <a:bodyPr lIns="0" rIns="0"/>
          <a:lstStyle/>
          <a:p>
            <a:endParaRPr lang="en-US" dirty="0"/>
          </a:p>
        </p:txBody>
      </p:sp>
      <p:sp>
        <p:nvSpPr>
          <p:cNvPr id="67" name="Text Placeholder 66"/>
          <p:cNvSpPr>
            <a:spLocks noGrp="1"/>
          </p:cNvSpPr>
          <p:nvPr>
            <p:ph type="body" sz="quarter" idx="83"/>
          </p:nvPr>
        </p:nvSpPr>
        <p:spPr/>
        <p:txBody>
          <a:bodyPr lIns="0" rIns="0"/>
          <a:lstStyle/>
          <a:p>
            <a:endParaRPr lang="en-US" dirty="0"/>
          </a:p>
        </p:txBody>
      </p:sp>
      <p:sp>
        <p:nvSpPr>
          <p:cNvPr id="68" name="Text Placeholder 67"/>
          <p:cNvSpPr>
            <a:spLocks noGrp="1"/>
          </p:cNvSpPr>
          <p:nvPr>
            <p:ph type="body" sz="quarter" idx="84"/>
          </p:nvPr>
        </p:nvSpPr>
        <p:spPr/>
        <p:txBody>
          <a:bodyPr lIns="0" rIns="0"/>
          <a:lstStyle/>
          <a:p>
            <a:endParaRPr lang="en-US" dirty="0"/>
          </a:p>
        </p:txBody>
      </p:sp>
      <p:sp>
        <p:nvSpPr>
          <p:cNvPr id="69" name="Text Placeholder 68"/>
          <p:cNvSpPr>
            <a:spLocks noGrp="1"/>
          </p:cNvSpPr>
          <p:nvPr>
            <p:ph type="body" sz="quarter" idx="85"/>
          </p:nvPr>
        </p:nvSpPr>
        <p:spPr>
          <a:xfrm>
            <a:off x="6373238" y="5381663"/>
            <a:ext cx="2730987" cy="317680"/>
          </a:xfrm>
        </p:spPr>
        <p:txBody>
          <a:bodyPr lIns="0" rIns="0"/>
          <a:lstStyle/>
          <a:p>
            <a:pPr algn="l"/>
            <a:endParaRPr lang="en-US" dirty="0"/>
          </a:p>
        </p:txBody>
      </p:sp>
      <p:sp>
        <p:nvSpPr>
          <p:cNvPr id="70" name="Text Placeholder 69"/>
          <p:cNvSpPr>
            <a:spLocks noGrp="1"/>
          </p:cNvSpPr>
          <p:nvPr>
            <p:ph type="body" sz="quarter" idx="86"/>
          </p:nvPr>
        </p:nvSpPr>
        <p:spPr/>
        <p:txBody>
          <a:bodyPr lIns="0" rIns="0"/>
          <a:lstStyle/>
          <a:p>
            <a:endParaRPr lang="en-US" dirty="0"/>
          </a:p>
        </p:txBody>
      </p:sp>
      <p:sp>
        <p:nvSpPr>
          <p:cNvPr id="71" name="Text Placeholder 70"/>
          <p:cNvSpPr>
            <a:spLocks noGrp="1"/>
          </p:cNvSpPr>
          <p:nvPr>
            <p:ph type="body" sz="quarter" idx="87"/>
          </p:nvPr>
        </p:nvSpPr>
        <p:spPr/>
        <p:txBody>
          <a:bodyPr lIns="0" rIns="0"/>
          <a:lstStyle/>
          <a:p>
            <a:endParaRPr lang="en-US" dirty="0"/>
          </a:p>
        </p:txBody>
      </p:sp>
      <p:sp>
        <p:nvSpPr>
          <p:cNvPr id="72" name="Text Placeholder 71"/>
          <p:cNvSpPr>
            <a:spLocks noGrp="1"/>
          </p:cNvSpPr>
          <p:nvPr>
            <p:ph type="body" sz="quarter" idx="88"/>
          </p:nvPr>
        </p:nvSpPr>
        <p:spPr>
          <a:xfrm>
            <a:off x="857674" y="5709412"/>
            <a:ext cx="723582" cy="317891"/>
          </a:xfrm>
        </p:spPr>
        <p:txBody>
          <a:bodyPr lIns="0" rIns="0"/>
          <a:lstStyle/>
          <a:p>
            <a:endParaRPr lang="en-US" dirty="0"/>
          </a:p>
        </p:txBody>
      </p:sp>
      <p:sp>
        <p:nvSpPr>
          <p:cNvPr id="73" name="Text Placeholder 72"/>
          <p:cNvSpPr>
            <a:spLocks noGrp="1"/>
          </p:cNvSpPr>
          <p:nvPr>
            <p:ph type="body" sz="quarter" idx="89"/>
          </p:nvPr>
        </p:nvSpPr>
        <p:spPr/>
        <p:txBody>
          <a:bodyPr lIns="0" rIns="0"/>
          <a:lstStyle/>
          <a:p>
            <a:endParaRPr lang="en-US" dirty="0"/>
          </a:p>
        </p:txBody>
      </p:sp>
      <p:sp>
        <p:nvSpPr>
          <p:cNvPr id="74" name="Text Placeholder 73"/>
          <p:cNvSpPr>
            <a:spLocks noGrp="1"/>
          </p:cNvSpPr>
          <p:nvPr>
            <p:ph type="body" sz="quarter" idx="90"/>
          </p:nvPr>
        </p:nvSpPr>
        <p:spPr/>
        <p:txBody>
          <a:bodyPr lIns="0" rIns="0"/>
          <a:lstStyle/>
          <a:p>
            <a:endParaRPr lang="en-US" dirty="0"/>
          </a:p>
        </p:txBody>
      </p:sp>
      <p:sp>
        <p:nvSpPr>
          <p:cNvPr id="75" name="Text Placeholder 74"/>
          <p:cNvSpPr>
            <a:spLocks noGrp="1"/>
          </p:cNvSpPr>
          <p:nvPr>
            <p:ph type="body" sz="quarter" idx="91"/>
          </p:nvPr>
        </p:nvSpPr>
        <p:spPr/>
        <p:txBody>
          <a:bodyPr lIns="0" rIns="0"/>
          <a:lstStyle/>
          <a:p>
            <a:endParaRPr lang="en-US" dirty="0"/>
          </a:p>
        </p:txBody>
      </p:sp>
      <p:sp>
        <p:nvSpPr>
          <p:cNvPr id="76" name="Text Placeholder 75"/>
          <p:cNvSpPr>
            <a:spLocks noGrp="1"/>
          </p:cNvSpPr>
          <p:nvPr>
            <p:ph type="body" sz="quarter" idx="92"/>
          </p:nvPr>
        </p:nvSpPr>
        <p:spPr>
          <a:xfrm>
            <a:off x="6369492" y="5705680"/>
            <a:ext cx="2730987" cy="317680"/>
          </a:xfrm>
        </p:spPr>
        <p:txBody>
          <a:bodyPr lIns="0" rIns="0"/>
          <a:lstStyle/>
          <a:p>
            <a:pPr algn="l"/>
            <a:endParaRPr lang="en-US" dirty="0"/>
          </a:p>
        </p:txBody>
      </p:sp>
      <p:sp>
        <p:nvSpPr>
          <p:cNvPr id="77" name="Text Placeholder 76"/>
          <p:cNvSpPr>
            <a:spLocks noGrp="1"/>
          </p:cNvSpPr>
          <p:nvPr>
            <p:ph type="body" sz="quarter" idx="93"/>
          </p:nvPr>
        </p:nvSpPr>
        <p:spPr>
          <a:xfrm>
            <a:off x="104158" y="5740861"/>
            <a:ext cx="680943" cy="246161"/>
          </a:xfrm>
        </p:spPr>
        <p:txBody>
          <a:bodyPr lIns="0" rIns="0"/>
          <a:lstStyle/>
          <a:p>
            <a:endParaRPr lang="en-US" dirty="0"/>
          </a:p>
        </p:txBody>
      </p:sp>
      <p:sp>
        <p:nvSpPr>
          <p:cNvPr id="78" name="Text Placeholder 77"/>
          <p:cNvSpPr>
            <a:spLocks noGrp="1"/>
          </p:cNvSpPr>
          <p:nvPr>
            <p:ph type="body" sz="quarter" idx="94"/>
          </p:nvPr>
        </p:nvSpPr>
        <p:spPr>
          <a:xfrm>
            <a:off x="93501" y="6044574"/>
            <a:ext cx="680943" cy="246161"/>
          </a:xfrm>
        </p:spPr>
        <p:txBody>
          <a:bodyPr lIns="0" rIns="0"/>
          <a:lstStyle/>
          <a:p>
            <a:endParaRPr lang="en-US" dirty="0"/>
          </a:p>
        </p:txBody>
      </p:sp>
      <p:sp>
        <p:nvSpPr>
          <p:cNvPr id="79" name="Text Placeholder 78"/>
          <p:cNvSpPr>
            <a:spLocks noGrp="1"/>
          </p:cNvSpPr>
          <p:nvPr>
            <p:ph type="body" sz="quarter" idx="95"/>
          </p:nvPr>
        </p:nvSpPr>
        <p:spPr/>
        <p:txBody>
          <a:bodyPr lIns="0" rIns="0"/>
          <a:lstStyle/>
          <a:p>
            <a:endParaRPr lang="en-US" dirty="0"/>
          </a:p>
        </p:txBody>
      </p:sp>
      <p:sp>
        <p:nvSpPr>
          <p:cNvPr id="80" name="Text Placeholder 79"/>
          <p:cNvSpPr>
            <a:spLocks noGrp="1"/>
          </p:cNvSpPr>
          <p:nvPr>
            <p:ph type="body" sz="quarter" idx="96"/>
          </p:nvPr>
        </p:nvSpPr>
        <p:spPr/>
        <p:txBody>
          <a:bodyPr lIns="0" rIns="0"/>
          <a:lstStyle/>
          <a:p>
            <a:endParaRPr lang="en-US" dirty="0"/>
          </a:p>
        </p:txBody>
      </p:sp>
      <p:sp>
        <p:nvSpPr>
          <p:cNvPr id="81" name="Text Placeholder 80"/>
          <p:cNvSpPr>
            <a:spLocks noGrp="1"/>
          </p:cNvSpPr>
          <p:nvPr>
            <p:ph type="body" sz="quarter" idx="97"/>
          </p:nvPr>
        </p:nvSpPr>
        <p:spPr>
          <a:xfrm>
            <a:off x="847017" y="6013125"/>
            <a:ext cx="734239" cy="317891"/>
          </a:xfrm>
        </p:spPr>
        <p:txBody>
          <a:bodyPr lIns="0" rIns="0"/>
          <a:lstStyle/>
          <a:p>
            <a:endParaRPr lang="en-US" dirty="0"/>
          </a:p>
        </p:txBody>
      </p:sp>
      <p:sp>
        <p:nvSpPr>
          <p:cNvPr id="82" name="Text Placeholder 81"/>
          <p:cNvSpPr>
            <a:spLocks noGrp="1"/>
          </p:cNvSpPr>
          <p:nvPr>
            <p:ph type="body" sz="quarter" idx="98"/>
          </p:nvPr>
        </p:nvSpPr>
        <p:spPr/>
        <p:txBody>
          <a:bodyPr lIns="0" rIns="0"/>
          <a:lstStyle/>
          <a:p>
            <a:endParaRPr lang="en-US" dirty="0"/>
          </a:p>
        </p:txBody>
      </p:sp>
      <p:sp>
        <p:nvSpPr>
          <p:cNvPr id="83" name="Text Placeholder 82"/>
          <p:cNvSpPr>
            <a:spLocks noGrp="1"/>
          </p:cNvSpPr>
          <p:nvPr>
            <p:ph type="body" sz="quarter" idx="99"/>
          </p:nvPr>
        </p:nvSpPr>
        <p:spPr/>
        <p:txBody>
          <a:bodyPr lIns="0" rIns="0"/>
          <a:lstStyle/>
          <a:p>
            <a:endParaRPr lang="en-US" dirty="0"/>
          </a:p>
        </p:txBody>
      </p:sp>
      <p:sp>
        <p:nvSpPr>
          <p:cNvPr id="84" name="Text Placeholder 83"/>
          <p:cNvSpPr>
            <a:spLocks noGrp="1"/>
          </p:cNvSpPr>
          <p:nvPr>
            <p:ph type="body" sz="quarter" idx="100"/>
          </p:nvPr>
        </p:nvSpPr>
        <p:spPr/>
        <p:txBody>
          <a:bodyPr lIns="0" rIns="0"/>
          <a:lstStyle/>
          <a:p>
            <a:endParaRPr lang="en-US" dirty="0"/>
          </a:p>
        </p:txBody>
      </p:sp>
      <p:sp>
        <p:nvSpPr>
          <p:cNvPr id="85" name="Text Placeholder 84"/>
          <p:cNvSpPr>
            <a:spLocks noGrp="1"/>
          </p:cNvSpPr>
          <p:nvPr>
            <p:ph type="body" sz="quarter" idx="101"/>
          </p:nvPr>
        </p:nvSpPr>
        <p:spPr>
          <a:xfrm>
            <a:off x="6369492" y="6009393"/>
            <a:ext cx="2730987" cy="317680"/>
          </a:xfrm>
        </p:spPr>
        <p:txBody>
          <a:bodyPr lIns="0" rIns="0"/>
          <a:lstStyle/>
          <a:p>
            <a:pPr algn="l"/>
            <a:endParaRPr lang="en-US" dirty="0"/>
          </a:p>
        </p:txBody>
      </p:sp>
      <p:sp>
        <p:nvSpPr>
          <p:cNvPr id="86" name="Text Placeholder 85"/>
          <p:cNvSpPr>
            <a:spLocks noGrp="1"/>
          </p:cNvSpPr>
          <p:nvPr>
            <p:ph type="body" sz="quarter" idx="102"/>
          </p:nvPr>
        </p:nvSpPr>
        <p:spPr/>
        <p:txBody>
          <a:bodyPr/>
          <a:lstStyle/>
          <a:p>
            <a:r>
              <a:rPr lang="en-US" dirty="0"/>
              <a:t>240</a:t>
            </a:r>
          </a:p>
        </p:txBody>
      </p:sp>
      <p:sp>
        <p:nvSpPr>
          <p:cNvPr id="87" name="Text Placeholder 86"/>
          <p:cNvSpPr>
            <a:spLocks noGrp="1"/>
          </p:cNvSpPr>
          <p:nvPr>
            <p:ph type="body" sz="quarter" idx="103"/>
          </p:nvPr>
        </p:nvSpPr>
        <p:spPr/>
        <p:txBody>
          <a:bodyPr/>
          <a:lstStyle/>
          <a:p>
            <a:r>
              <a:rPr lang="en-US" dirty="0"/>
              <a:t>4.0</a:t>
            </a:r>
          </a:p>
        </p:txBody>
      </p:sp>
      <p:sp>
        <p:nvSpPr>
          <p:cNvPr id="88" name="Text Placeholder 87"/>
          <p:cNvSpPr>
            <a:spLocks noGrp="1"/>
          </p:cNvSpPr>
          <p:nvPr>
            <p:ph type="body" sz="quarter" idx="104"/>
          </p:nvPr>
        </p:nvSpPr>
        <p:spPr/>
        <p:txBody>
          <a:bodyPr/>
          <a:lstStyle/>
          <a:p>
            <a:r>
              <a:rPr lang="en-US" dirty="0"/>
              <a:t>0.5</a:t>
            </a:r>
          </a:p>
        </p:txBody>
      </p:sp>
      <p:sp>
        <p:nvSpPr>
          <p:cNvPr id="89" name="Text Placeholder 88"/>
          <p:cNvSpPr>
            <a:spLocks noGrp="1"/>
          </p:cNvSpPr>
          <p:nvPr>
            <p:ph type="body" sz="quarter" idx="105"/>
          </p:nvPr>
        </p:nvSpPr>
        <p:spPr>
          <a:xfrm>
            <a:off x="7832488" y="2155949"/>
            <a:ext cx="744792" cy="209550"/>
          </a:xfrm>
        </p:spPr>
        <p:txBody>
          <a:bodyPr lIns="45720" rIns="45720"/>
          <a:lstStyle/>
          <a:p>
            <a:pPr algn="ctr"/>
            <a:r>
              <a:rPr lang="en-US" sz="1000" dirty="0"/>
              <a:t>N/A</a:t>
            </a:r>
            <a:endParaRPr lang="en-US" sz="900" dirty="0"/>
          </a:p>
        </p:txBody>
      </p:sp>
      <p:sp>
        <p:nvSpPr>
          <p:cNvPr id="90" name="Text Placeholder 89"/>
          <p:cNvSpPr>
            <a:spLocks noGrp="1"/>
          </p:cNvSpPr>
          <p:nvPr>
            <p:ph type="body" sz="quarter" idx="106"/>
          </p:nvPr>
        </p:nvSpPr>
        <p:spPr>
          <a:xfrm>
            <a:off x="7832486" y="2406319"/>
            <a:ext cx="744793" cy="209550"/>
          </a:xfrm>
        </p:spPr>
        <p:txBody>
          <a:bodyPr lIns="45720" rIns="45720"/>
          <a:lstStyle/>
          <a:p>
            <a:pPr algn="ctr"/>
            <a:endParaRPr lang="en-US" sz="900" dirty="0"/>
          </a:p>
        </p:txBody>
      </p:sp>
      <p:sp>
        <p:nvSpPr>
          <p:cNvPr id="91" name="Text Placeholder 90"/>
          <p:cNvSpPr>
            <a:spLocks noGrp="1"/>
          </p:cNvSpPr>
          <p:nvPr>
            <p:ph type="body" sz="quarter" idx="107"/>
          </p:nvPr>
        </p:nvSpPr>
        <p:spPr>
          <a:xfrm>
            <a:off x="7832488" y="2652222"/>
            <a:ext cx="744792" cy="209550"/>
          </a:xfrm>
        </p:spPr>
        <p:txBody>
          <a:bodyPr lIns="45720" rIns="45720"/>
          <a:lstStyle/>
          <a:p>
            <a:pPr algn="ctr"/>
            <a:endParaRPr lang="en-US" sz="900" dirty="0"/>
          </a:p>
        </p:txBody>
      </p:sp>
      <p:sp>
        <p:nvSpPr>
          <p:cNvPr id="92" name="Text Placeholder 91"/>
          <p:cNvSpPr>
            <a:spLocks noGrp="1"/>
          </p:cNvSpPr>
          <p:nvPr>
            <p:ph type="body" sz="quarter" idx="108"/>
          </p:nvPr>
        </p:nvSpPr>
        <p:spPr/>
        <p:txBody>
          <a:bodyPr lIns="45720" rIns="45720"/>
          <a:lstStyle/>
          <a:p>
            <a:pPr algn="ctr"/>
            <a:r>
              <a:rPr lang="en-US" dirty="0"/>
              <a:t>N/A</a:t>
            </a:r>
          </a:p>
        </p:txBody>
      </p:sp>
      <p:sp>
        <p:nvSpPr>
          <p:cNvPr id="93" name="Text Placeholder 92"/>
          <p:cNvSpPr>
            <a:spLocks noGrp="1"/>
          </p:cNvSpPr>
          <p:nvPr>
            <p:ph type="body" sz="quarter" idx="109"/>
          </p:nvPr>
        </p:nvSpPr>
        <p:spPr/>
        <p:txBody>
          <a:bodyPr lIns="45720" rIns="45720"/>
          <a:lstStyle/>
          <a:p>
            <a:pPr algn="ctr"/>
            <a:endParaRPr lang="en-US" dirty="0"/>
          </a:p>
        </p:txBody>
      </p:sp>
      <p:sp>
        <p:nvSpPr>
          <p:cNvPr id="94" name="Text Placeholder 93"/>
          <p:cNvSpPr>
            <a:spLocks noGrp="1"/>
          </p:cNvSpPr>
          <p:nvPr>
            <p:ph type="body" sz="quarter" idx="110"/>
          </p:nvPr>
        </p:nvSpPr>
        <p:spPr/>
        <p:txBody>
          <a:bodyPr lIns="45720" rIns="45720"/>
          <a:lstStyle/>
          <a:p>
            <a:pPr algn="ctr"/>
            <a:endParaRPr lang="en-US" dirty="0"/>
          </a:p>
        </p:txBody>
      </p:sp>
      <p:sp>
        <p:nvSpPr>
          <p:cNvPr id="95" name="Text Placeholder 94"/>
          <p:cNvSpPr>
            <a:spLocks noGrp="1"/>
          </p:cNvSpPr>
          <p:nvPr>
            <p:ph type="body" sz="quarter" idx="111"/>
          </p:nvPr>
        </p:nvSpPr>
        <p:spPr/>
        <p:txBody>
          <a:bodyPr lIns="45720" rIns="45720"/>
          <a:lstStyle/>
          <a:p>
            <a:endParaRPr lang="en-US" b="1" dirty="0">
              <a:solidFill>
                <a:srgbClr val="FF0000"/>
              </a:solidFill>
            </a:endParaRPr>
          </a:p>
        </p:txBody>
      </p:sp>
    </p:spTree>
    <p:extLst>
      <p:ext uri="{BB962C8B-B14F-4D97-AF65-F5344CB8AC3E}">
        <p14:creationId xmlns:p14="http://schemas.microsoft.com/office/powerpoint/2010/main" val="14240735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37"/>
          </p:nvPr>
        </p:nvSpPr>
        <p:spPr/>
        <p:txBody>
          <a:bodyPr/>
          <a:lstStyle/>
          <a:p>
            <a:endParaRPr lang="en-US" dirty="0"/>
          </a:p>
        </p:txBody>
      </p:sp>
      <p:sp>
        <p:nvSpPr>
          <p:cNvPr id="3" name="Text Placeholder 2"/>
          <p:cNvSpPr>
            <a:spLocks noGrp="1"/>
          </p:cNvSpPr>
          <p:nvPr>
            <p:ph type="body" sz="quarter" idx="47"/>
          </p:nvPr>
        </p:nvSpPr>
        <p:spPr/>
        <p:txBody>
          <a:bodyPr/>
          <a:lstStyle/>
          <a:p>
            <a:r>
              <a:rPr lang="en-US" dirty="0"/>
              <a:t>Ryan Bednar</a:t>
            </a:r>
          </a:p>
        </p:txBody>
      </p:sp>
      <p:sp>
        <p:nvSpPr>
          <p:cNvPr id="4" name="Text Placeholder 3"/>
          <p:cNvSpPr>
            <a:spLocks noGrp="1"/>
          </p:cNvSpPr>
          <p:nvPr>
            <p:ph type="body" sz="quarter" idx="49"/>
          </p:nvPr>
        </p:nvSpPr>
        <p:spPr/>
        <p:txBody>
          <a:bodyPr/>
          <a:lstStyle/>
          <a:p>
            <a:r>
              <a:rPr lang="en-US" dirty="0"/>
              <a:t>8/28/2024</a:t>
            </a:r>
          </a:p>
        </p:txBody>
      </p:sp>
      <p:sp>
        <p:nvSpPr>
          <p:cNvPr id="5" name="Text Placeholder 4"/>
          <p:cNvSpPr>
            <a:spLocks noGrp="1"/>
          </p:cNvSpPr>
          <p:nvPr>
            <p:ph type="body" sz="quarter" idx="50"/>
          </p:nvPr>
        </p:nvSpPr>
        <p:spPr/>
        <p:txBody>
          <a:bodyPr/>
          <a:lstStyle/>
          <a:p>
            <a:endParaRPr lang="en-US" dirty="0"/>
          </a:p>
        </p:txBody>
      </p:sp>
      <p:sp>
        <p:nvSpPr>
          <p:cNvPr id="6" name="Text Placeholder 5"/>
          <p:cNvSpPr>
            <a:spLocks noGrp="1"/>
          </p:cNvSpPr>
          <p:nvPr>
            <p:ph type="body" sz="quarter" idx="51"/>
          </p:nvPr>
        </p:nvSpPr>
        <p:spPr/>
        <p:txBody>
          <a:bodyPr/>
          <a:lstStyle/>
          <a:p>
            <a:r>
              <a:rPr lang="en-US" dirty="0"/>
              <a:t>Michael Clayton</a:t>
            </a:r>
          </a:p>
        </p:txBody>
      </p:sp>
      <p:sp>
        <p:nvSpPr>
          <p:cNvPr id="7" name="Text Placeholder 6"/>
          <p:cNvSpPr>
            <a:spLocks noGrp="1"/>
          </p:cNvSpPr>
          <p:nvPr>
            <p:ph type="body" sz="quarter" idx="53"/>
          </p:nvPr>
        </p:nvSpPr>
        <p:spPr/>
        <p:txBody>
          <a:bodyPr/>
          <a:lstStyle/>
          <a:p>
            <a:r>
              <a:rPr lang="en-US" dirty="0"/>
              <a:t>8/28/2024</a:t>
            </a:r>
          </a:p>
        </p:txBody>
      </p:sp>
      <p:sp>
        <p:nvSpPr>
          <p:cNvPr id="8" name="Text Placeholder 7"/>
          <p:cNvSpPr>
            <a:spLocks noGrp="1"/>
          </p:cNvSpPr>
          <p:nvPr>
            <p:ph type="body" sz="quarter" idx="54"/>
          </p:nvPr>
        </p:nvSpPr>
        <p:spPr/>
        <p:txBody>
          <a:bodyPr/>
          <a:lstStyle/>
          <a:p>
            <a:endParaRPr lang="en-US" dirty="0"/>
          </a:p>
        </p:txBody>
      </p:sp>
      <p:sp>
        <p:nvSpPr>
          <p:cNvPr id="9" name="Text Placeholder 8"/>
          <p:cNvSpPr>
            <a:spLocks noGrp="1"/>
          </p:cNvSpPr>
          <p:nvPr>
            <p:ph type="body" sz="quarter" idx="55"/>
          </p:nvPr>
        </p:nvSpPr>
        <p:spPr/>
        <p:txBody>
          <a:bodyPr/>
          <a:lstStyle/>
          <a:p>
            <a:endParaRPr lang="en-US" dirty="0"/>
          </a:p>
        </p:txBody>
      </p:sp>
      <p:sp>
        <p:nvSpPr>
          <p:cNvPr id="10" name="Text Placeholder 9"/>
          <p:cNvSpPr>
            <a:spLocks noGrp="1"/>
          </p:cNvSpPr>
          <p:nvPr>
            <p:ph type="body" sz="quarter" idx="57"/>
          </p:nvPr>
        </p:nvSpPr>
        <p:spPr/>
        <p:txBody>
          <a:bodyPr/>
          <a:lstStyle/>
          <a:p>
            <a:endParaRPr lang="en-US" dirty="0"/>
          </a:p>
        </p:txBody>
      </p:sp>
      <p:sp>
        <p:nvSpPr>
          <p:cNvPr id="11" name="Text Placeholder 10"/>
          <p:cNvSpPr>
            <a:spLocks noGrp="1"/>
          </p:cNvSpPr>
          <p:nvPr>
            <p:ph type="body" sz="quarter" idx="58"/>
          </p:nvPr>
        </p:nvSpPr>
        <p:spPr/>
        <p:txBody>
          <a:bodyPr/>
          <a:lstStyle/>
          <a:p>
            <a:endParaRPr lang="en-US" dirty="0"/>
          </a:p>
        </p:txBody>
      </p:sp>
      <p:sp>
        <p:nvSpPr>
          <p:cNvPr id="12" name="Text Placeholder 11"/>
          <p:cNvSpPr>
            <a:spLocks noGrp="1"/>
          </p:cNvSpPr>
          <p:nvPr>
            <p:ph type="body" sz="quarter" idx="59"/>
          </p:nvPr>
        </p:nvSpPr>
        <p:spPr/>
        <p:txBody>
          <a:bodyPr/>
          <a:lstStyle/>
          <a:p>
            <a:endParaRPr lang="en-US" dirty="0"/>
          </a:p>
        </p:txBody>
      </p:sp>
      <p:sp>
        <p:nvSpPr>
          <p:cNvPr id="13" name="Text Placeholder 12"/>
          <p:cNvSpPr>
            <a:spLocks noGrp="1"/>
          </p:cNvSpPr>
          <p:nvPr>
            <p:ph type="body" sz="quarter" idx="61"/>
          </p:nvPr>
        </p:nvSpPr>
        <p:spPr>
          <a:xfrm>
            <a:off x="2665277" y="2446278"/>
            <a:ext cx="778678" cy="237241"/>
          </a:xfrm>
        </p:spPr>
        <p:txBody>
          <a:bodyPr/>
          <a:lstStyle/>
          <a:p>
            <a:endParaRPr lang="en-US" dirty="0"/>
          </a:p>
        </p:txBody>
      </p:sp>
      <p:sp>
        <p:nvSpPr>
          <p:cNvPr id="14" name="Text Placeholder 13"/>
          <p:cNvSpPr>
            <a:spLocks noGrp="1"/>
          </p:cNvSpPr>
          <p:nvPr>
            <p:ph type="body" sz="quarter" idx="63"/>
          </p:nvPr>
        </p:nvSpPr>
        <p:spPr/>
        <p:txBody>
          <a:bodyPr/>
          <a:lstStyle/>
          <a:p>
            <a:endParaRPr lang="en-US" dirty="0"/>
          </a:p>
        </p:txBody>
      </p:sp>
      <p:sp>
        <p:nvSpPr>
          <p:cNvPr id="15" name="Text Placeholder 14"/>
          <p:cNvSpPr>
            <a:spLocks noGrp="1"/>
          </p:cNvSpPr>
          <p:nvPr>
            <p:ph type="body" sz="quarter" idx="65"/>
          </p:nvPr>
        </p:nvSpPr>
        <p:spPr/>
        <p:txBody>
          <a:bodyPr/>
          <a:lstStyle/>
          <a:p>
            <a:endParaRPr lang="en-US" dirty="0"/>
          </a:p>
        </p:txBody>
      </p:sp>
      <p:sp>
        <p:nvSpPr>
          <p:cNvPr id="16" name="Text Placeholder 15"/>
          <p:cNvSpPr>
            <a:spLocks noGrp="1"/>
          </p:cNvSpPr>
          <p:nvPr>
            <p:ph type="body" sz="quarter" idx="66"/>
          </p:nvPr>
        </p:nvSpPr>
        <p:spPr/>
        <p:txBody>
          <a:bodyPr/>
          <a:lstStyle/>
          <a:p>
            <a:endParaRPr lang="en-US" dirty="0"/>
          </a:p>
        </p:txBody>
      </p:sp>
      <p:sp>
        <p:nvSpPr>
          <p:cNvPr id="17" name="Text Placeholder 16"/>
          <p:cNvSpPr>
            <a:spLocks noGrp="1"/>
          </p:cNvSpPr>
          <p:nvPr>
            <p:ph type="body" sz="quarter" idx="67"/>
          </p:nvPr>
        </p:nvSpPr>
        <p:spPr/>
        <p:txBody>
          <a:bodyPr/>
          <a:lstStyle/>
          <a:p>
            <a:endParaRPr lang="en-US" dirty="0"/>
          </a:p>
        </p:txBody>
      </p:sp>
      <p:sp>
        <p:nvSpPr>
          <p:cNvPr id="18" name="Text Placeholder 17"/>
          <p:cNvSpPr>
            <a:spLocks noGrp="1"/>
          </p:cNvSpPr>
          <p:nvPr>
            <p:ph type="body" sz="quarter" idx="69"/>
          </p:nvPr>
        </p:nvSpPr>
        <p:spPr/>
        <p:txBody>
          <a:bodyPr/>
          <a:lstStyle/>
          <a:p>
            <a:endParaRPr lang="en-US" dirty="0"/>
          </a:p>
        </p:txBody>
      </p:sp>
      <p:sp>
        <p:nvSpPr>
          <p:cNvPr id="19" name="Text Placeholder 18"/>
          <p:cNvSpPr>
            <a:spLocks noGrp="1"/>
          </p:cNvSpPr>
          <p:nvPr>
            <p:ph type="body" sz="quarter" idx="70"/>
          </p:nvPr>
        </p:nvSpPr>
        <p:spPr/>
        <p:txBody>
          <a:bodyPr/>
          <a:lstStyle/>
          <a:p>
            <a:endParaRPr lang="en-US" dirty="0"/>
          </a:p>
        </p:txBody>
      </p:sp>
      <p:sp>
        <p:nvSpPr>
          <p:cNvPr id="20" name="Text Placeholder 19"/>
          <p:cNvSpPr>
            <a:spLocks noGrp="1"/>
          </p:cNvSpPr>
          <p:nvPr>
            <p:ph type="body" sz="quarter" idx="71"/>
          </p:nvPr>
        </p:nvSpPr>
        <p:spPr/>
        <p:txBody>
          <a:bodyPr/>
          <a:lstStyle/>
          <a:p>
            <a:endParaRPr lang="en-US" dirty="0"/>
          </a:p>
        </p:txBody>
      </p:sp>
      <p:sp>
        <p:nvSpPr>
          <p:cNvPr id="21" name="Text Placeholder 20"/>
          <p:cNvSpPr>
            <a:spLocks noGrp="1"/>
          </p:cNvSpPr>
          <p:nvPr>
            <p:ph type="body" sz="quarter" idx="73"/>
          </p:nvPr>
        </p:nvSpPr>
        <p:spPr/>
        <p:txBody>
          <a:bodyPr/>
          <a:lstStyle/>
          <a:p>
            <a:endParaRPr lang="en-US" dirty="0"/>
          </a:p>
        </p:txBody>
      </p:sp>
      <p:sp>
        <p:nvSpPr>
          <p:cNvPr id="22" name="Text Placeholder 21"/>
          <p:cNvSpPr>
            <a:spLocks noGrp="1"/>
          </p:cNvSpPr>
          <p:nvPr>
            <p:ph type="body" sz="quarter" idx="74"/>
          </p:nvPr>
        </p:nvSpPr>
        <p:spPr/>
        <p:txBody>
          <a:bodyPr/>
          <a:lstStyle/>
          <a:p>
            <a:endParaRPr lang="en-US" dirty="0"/>
          </a:p>
        </p:txBody>
      </p:sp>
      <p:sp>
        <p:nvSpPr>
          <p:cNvPr id="23" name="Text Placeholder 22"/>
          <p:cNvSpPr>
            <a:spLocks noGrp="1"/>
          </p:cNvSpPr>
          <p:nvPr>
            <p:ph type="body" sz="quarter" idx="75"/>
          </p:nvPr>
        </p:nvSpPr>
        <p:spPr/>
        <p:txBody>
          <a:bodyPr/>
          <a:lstStyle/>
          <a:p>
            <a:endParaRPr lang="en-US" dirty="0"/>
          </a:p>
        </p:txBody>
      </p:sp>
      <p:sp>
        <p:nvSpPr>
          <p:cNvPr id="24" name="Text Placeholder 23"/>
          <p:cNvSpPr>
            <a:spLocks noGrp="1"/>
          </p:cNvSpPr>
          <p:nvPr>
            <p:ph type="body" sz="quarter" idx="76"/>
          </p:nvPr>
        </p:nvSpPr>
        <p:spPr/>
        <p:txBody>
          <a:bodyPr/>
          <a:lstStyle/>
          <a:p>
            <a:endParaRPr lang="en-US" dirty="0"/>
          </a:p>
        </p:txBody>
      </p:sp>
      <p:sp>
        <p:nvSpPr>
          <p:cNvPr id="25" name="Text Placeholder 24"/>
          <p:cNvSpPr>
            <a:spLocks noGrp="1"/>
          </p:cNvSpPr>
          <p:nvPr>
            <p:ph type="body" sz="quarter" idx="77"/>
          </p:nvPr>
        </p:nvSpPr>
        <p:spPr/>
        <p:txBody>
          <a:bodyPr/>
          <a:lstStyle/>
          <a:p>
            <a:endParaRPr lang="en-US" dirty="0"/>
          </a:p>
        </p:txBody>
      </p:sp>
      <p:sp>
        <p:nvSpPr>
          <p:cNvPr id="26" name="Text Placeholder 25"/>
          <p:cNvSpPr>
            <a:spLocks noGrp="1"/>
          </p:cNvSpPr>
          <p:nvPr>
            <p:ph type="body" sz="quarter" idx="78"/>
          </p:nvPr>
        </p:nvSpPr>
        <p:spPr/>
        <p:txBody>
          <a:bodyPr/>
          <a:lstStyle/>
          <a:p>
            <a:endParaRPr lang="en-US" dirty="0"/>
          </a:p>
        </p:txBody>
      </p:sp>
      <p:sp>
        <p:nvSpPr>
          <p:cNvPr id="27" name="Text Placeholder 26"/>
          <p:cNvSpPr>
            <a:spLocks noGrp="1"/>
          </p:cNvSpPr>
          <p:nvPr>
            <p:ph type="body" sz="quarter" idx="79"/>
          </p:nvPr>
        </p:nvSpPr>
        <p:spPr/>
        <p:txBody>
          <a:bodyPr/>
          <a:lstStyle/>
          <a:p>
            <a:endParaRPr lang="en-US" dirty="0"/>
          </a:p>
        </p:txBody>
      </p:sp>
      <p:sp>
        <p:nvSpPr>
          <p:cNvPr id="28" name="Text Placeholder 27"/>
          <p:cNvSpPr>
            <a:spLocks noGrp="1"/>
          </p:cNvSpPr>
          <p:nvPr>
            <p:ph type="body" sz="quarter" idx="80"/>
          </p:nvPr>
        </p:nvSpPr>
        <p:spPr/>
        <p:txBody>
          <a:bodyPr/>
          <a:lstStyle/>
          <a:p>
            <a:endParaRPr lang="en-US" dirty="0"/>
          </a:p>
        </p:txBody>
      </p:sp>
      <p:sp>
        <p:nvSpPr>
          <p:cNvPr id="29" name="Text Placeholder 28"/>
          <p:cNvSpPr>
            <a:spLocks noGrp="1"/>
          </p:cNvSpPr>
          <p:nvPr>
            <p:ph type="body" sz="quarter" idx="81"/>
          </p:nvPr>
        </p:nvSpPr>
        <p:spPr/>
        <p:txBody>
          <a:bodyPr/>
          <a:lstStyle/>
          <a:p>
            <a:endParaRPr lang="en-US" dirty="0"/>
          </a:p>
        </p:txBody>
      </p:sp>
      <p:sp>
        <p:nvSpPr>
          <p:cNvPr id="30" name="Text Placeholder 29"/>
          <p:cNvSpPr>
            <a:spLocks noGrp="1"/>
          </p:cNvSpPr>
          <p:nvPr>
            <p:ph type="body" sz="quarter" idx="82"/>
          </p:nvPr>
        </p:nvSpPr>
        <p:spPr/>
        <p:txBody>
          <a:bodyPr/>
          <a:lstStyle/>
          <a:p>
            <a:endParaRPr lang="en-US" dirty="0"/>
          </a:p>
        </p:txBody>
      </p:sp>
      <p:sp>
        <p:nvSpPr>
          <p:cNvPr id="31" name="Text Placeholder 30"/>
          <p:cNvSpPr>
            <a:spLocks noGrp="1"/>
          </p:cNvSpPr>
          <p:nvPr>
            <p:ph type="body" sz="quarter" idx="83"/>
          </p:nvPr>
        </p:nvSpPr>
        <p:spPr/>
        <p:txBody>
          <a:bodyPr/>
          <a:lstStyle/>
          <a:p>
            <a:endParaRPr lang="en-US" dirty="0"/>
          </a:p>
        </p:txBody>
      </p:sp>
      <p:sp>
        <p:nvSpPr>
          <p:cNvPr id="32" name="Text Placeholder 31"/>
          <p:cNvSpPr>
            <a:spLocks noGrp="1"/>
          </p:cNvSpPr>
          <p:nvPr>
            <p:ph type="body" sz="quarter" idx="84"/>
          </p:nvPr>
        </p:nvSpPr>
        <p:spPr/>
        <p:txBody>
          <a:bodyPr/>
          <a:lstStyle/>
          <a:p>
            <a:endParaRPr lang="en-US" dirty="0"/>
          </a:p>
        </p:txBody>
      </p:sp>
      <p:sp>
        <p:nvSpPr>
          <p:cNvPr id="33" name="Text Placeholder 32"/>
          <p:cNvSpPr>
            <a:spLocks noGrp="1"/>
          </p:cNvSpPr>
          <p:nvPr>
            <p:ph type="body" sz="quarter" idx="85"/>
          </p:nvPr>
        </p:nvSpPr>
        <p:spPr/>
        <p:txBody>
          <a:bodyPr/>
          <a:lstStyle/>
          <a:p>
            <a:endParaRPr lang="en-US" dirty="0"/>
          </a:p>
        </p:txBody>
      </p:sp>
      <p:sp>
        <p:nvSpPr>
          <p:cNvPr id="34" name="Text Placeholder 33"/>
          <p:cNvSpPr>
            <a:spLocks noGrp="1"/>
          </p:cNvSpPr>
          <p:nvPr>
            <p:ph type="body" sz="quarter" idx="86"/>
          </p:nvPr>
        </p:nvSpPr>
        <p:spPr/>
        <p:txBody>
          <a:bodyPr/>
          <a:lstStyle/>
          <a:p>
            <a:endParaRPr lang="en-US" dirty="0"/>
          </a:p>
        </p:txBody>
      </p:sp>
      <p:sp>
        <p:nvSpPr>
          <p:cNvPr id="35" name="Text Placeholder 34"/>
          <p:cNvSpPr>
            <a:spLocks noGrp="1"/>
          </p:cNvSpPr>
          <p:nvPr>
            <p:ph type="body" sz="quarter" idx="87"/>
          </p:nvPr>
        </p:nvSpPr>
        <p:spPr>
          <a:xfrm>
            <a:off x="248150" y="4919579"/>
            <a:ext cx="1136269" cy="237241"/>
          </a:xfrm>
        </p:spPr>
        <p:txBody>
          <a:bodyPr/>
          <a:lstStyle/>
          <a:p>
            <a:endParaRPr lang="en-US" dirty="0"/>
          </a:p>
        </p:txBody>
      </p:sp>
      <p:sp>
        <p:nvSpPr>
          <p:cNvPr id="36" name="Text Placeholder 35"/>
          <p:cNvSpPr>
            <a:spLocks noGrp="1"/>
          </p:cNvSpPr>
          <p:nvPr>
            <p:ph type="body" sz="quarter" idx="88"/>
          </p:nvPr>
        </p:nvSpPr>
        <p:spPr/>
        <p:txBody>
          <a:bodyPr/>
          <a:lstStyle/>
          <a:p>
            <a:endParaRPr lang="en-US" dirty="0"/>
          </a:p>
        </p:txBody>
      </p:sp>
      <p:sp>
        <p:nvSpPr>
          <p:cNvPr id="37" name="Text Placeholder 36"/>
          <p:cNvSpPr>
            <a:spLocks noGrp="1"/>
          </p:cNvSpPr>
          <p:nvPr>
            <p:ph type="body" sz="quarter" idx="89"/>
          </p:nvPr>
        </p:nvSpPr>
        <p:spPr>
          <a:xfrm>
            <a:off x="5630517" y="4906032"/>
            <a:ext cx="3304990" cy="233204"/>
          </a:xfrm>
        </p:spPr>
        <p:txBody>
          <a:bodyPr/>
          <a:lstStyle/>
          <a:p>
            <a:endParaRPr lang="en-US" dirty="0"/>
          </a:p>
        </p:txBody>
      </p:sp>
      <p:sp>
        <p:nvSpPr>
          <p:cNvPr id="38" name="Text Placeholder 37"/>
          <p:cNvSpPr>
            <a:spLocks noGrp="1"/>
          </p:cNvSpPr>
          <p:nvPr>
            <p:ph type="body" sz="quarter" idx="90"/>
          </p:nvPr>
        </p:nvSpPr>
        <p:spPr/>
        <p:txBody>
          <a:bodyPr/>
          <a:lstStyle/>
          <a:p>
            <a:endParaRPr lang="en-US" dirty="0"/>
          </a:p>
        </p:txBody>
      </p:sp>
      <p:sp>
        <p:nvSpPr>
          <p:cNvPr id="39" name="Text Placeholder 38"/>
          <p:cNvSpPr>
            <a:spLocks noGrp="1"/>
          </p:cNvSpPr>
          <p:nvPr>
            <p:ph type="body" sz="quarter" idx="91"/>
          </p:nvPr>
        </p:nvSpPr>
        <p:spPr/>
        <p:txBody>
          <a:bodyPr/>
          <a:lstStyle/>
          <a:p>
            <a:endParaRPr lang="en-US" dirty="0"/>
          </a:p>
        </p:txBody>
      </p:sp>
      <p:sp>
        <p:nvSpPr>
          <p:cNvPr id="40" name="Text Placeholder 39"/>
          <p:cNvSpPr>
            <a:spLocks noGrp="1"/>
          </p:cNvSpPr>
          <p:nvPr>
            <p:ph type="body" sz="quarter" idx="92"/>
          </p:nvPr>
        </p:nvSpPr>
        <p:spPr>
          <a:xfrm>
            <a:off x="5621690" y="5227802"/>
            <a:ext cx="3322609" cy="233204"/>
          </a:xfrm>
        </p:spPr>
        <p:txBody>
          <a:bodyPr/>
          <a:lstStyle/>
          <a:p>
            <a:endParaRPr lang="en-US" dirty="0"/>
          </a:p>
        </p:txBody>
      </p:sp>
      <p:sp>
        <p:nvSpPr>
          <p:cNvPr id="41" name="Text Placeholder 40"/>
          <p:cNvSpPr>
            <a:spLocks noGrp="1"/>
          </p:cNvSpPr>
          <p:nvPr>
            <p:ph type="body" sz="quarter" idx="93"/>
          </p:nvPr>
        </p:nvSpPr>
        <p:spPr>
          <a:xfrm>
            <a:off x="248150" y="5534594"/>
            <a:ext cx="1136269" cy="237241"/>
          </a:xfrm>
        </p:spPr>
        <p:txBody>
          <a:bodyPr/>
          <a:lstStyle/>
          <a:p>
            <a:endParaRPr lang="en-US" dirty="0"/>
          </a:p>
        </p:txBody>
      </p:sp>
      <p:sp>
        <p:nvSpPr>
          <p:cNvPr id="42" name="Text Placeholder 41"/>
          <p:cNvSpPr>
            <a:spLocks noGrp="1"/>
          </p:cNvSpPr>
          <p:nvPr>
            <p:ph type="body" sz="quarter" idx="94"/>
          </p:nvPr>
        </p:nvSpPr>
        <p:spPr/>
        <p:txBody>
          <a:bodyPr/>
          <a:lstStyle/>
          <a:p>
            <a:endParaRPr lang="en-US" dirty="0"/>
          </a:p>
        </p:txBody>
      </p:sp>
      <p:sp>
        <p:nvSpPr>
          <p:cNvPr id="43" name="Text Placeholder 42"/>
          <p:cNvSpPr>
            <a:spLocks noGrp="1"/>
          </p:cNvSpPr>
          <p:nvPr>
            <p:ph type="body" sz="quarter" idx="95"/>
          </p:nvPr>
        </p:nvSpPr>
        <p:spPr>
          <a:xfrm>
            <a:off x="5632679" y="5544412"/>
            <a:ext cx="3337996" cy="233204"/>
          </a:xfrm>
        </p:spPr>
        <p:txBody>
          <a:bodyPr/>
          <a:lstStyle/>
          <a:p>
            <a:endParaRPr lang="en-US" dirty="0"/>
          </a:p>
        </p:txBody>
      </p:sp>
      <p:sp>
        <p:nvSpPr>
          <p:cNvPr id="44" name="Text Placeholder 43"/>
          <p:cNvSpPr>
            <a:spLocks noGrp="1"/>
          </p:cNvSpPr>
          <p:nvPr>
            <p:ph type="body" sz="quarter" idx="96"/>
          </p:nvPr>
        </p:nvSpPr>
        <p:spPr>
          <a:xfrm>
            <a:off x="246612" y="5837203"/>
            <a:ext cx="1136269" cy="237241"/>
          </a:xfrm>
        </p:spPr>
        <p:txBody>
          <a:bodyPr/>
          <a:lstStyle/>
          <a:p>
            <a:endParaRPr lang="en-US" dirty="0"/>
          </a:p>
        </p:txBody>
      </p:sp>
      <p:sp>
        <p:nvSpPr>
          <p:cNvPr id="45" name="Text Placeholder 44"/>
          <p:cNvSpPr>
            <a:spLocks noGrp="1"/>
          </p:cNvSpPr>
          <p:nvPr>
            <p:ph type="body" sz="quarter" idx="97"/>
          </p:nvPr>
        </p:nvSpPr>
        <p:spPr>
          <a:xfrm>
            <a:off x="2654947" y="5841971"/>
            <a:ext cx="778678" cy="237241"/>
          </a:xfrm>
        </p:spPr>
        <p:txBody>
          <a:bodyPr/>
          <a:lstStyle/>
          <a:p>
            <a:endParaRPr lang="en-US" dirty="0"/>
          </a:p>
        </p:txBody>
      </p:sp>
      <p:sp>
        <p:nvSpPr>
          <p:cNvPr id="46" name="Text Placeholder 45"/>
          <p:cNvSpPr>
            <a:spLocks noGrp="1"/>
          </p:cNvSpPr>
          <p:nvPr>
            <p:ph type="body" sz="quarter" idx="98"/>
          </p:nvPr>
        </p:nvSpPr>
        <p:spPr>
          <a:xfrm>
            <a:off x="5637736" y="5850763"/>
            <a:ext cx="3322609" cy="233204"/>
          </a:xfrm>
        </p:spPr>
        <p:txBody>
          <a:bodyPr/>
          <a:lstStyle/>
          <a:p>
            <a:endParaRPr lang="en-US" dirty="0"/>
          </a:p>
        </p:txBody>
      </p:sp>
      <p:sp>
        <p:nvSpPr>
          <p:cNvPr id="47" name="Text Placeholder 46"/>
          <p:cNvSpPr>
            <a:spLocks noGrp="1"/>
          </p:cNvSpPr>
          <p:nvPr>
            <p:ph type="body" sz="quarter" idx="99"/>
          </p:nvPr>
        </p:nvSpPr>
        <p:spPr>
          <a:xfrm>
            <a:off x="246612" y="6157555"/>
            <a:ext cx="1136269" cy="237241"/>
          </a:xfrm>
        </p:spPr>
        <p:txBody>
          <a:bodyPr/>
          <a:lstStyle/>
          <a:p>
            <a:endParaRPr lang="en-US" dirty="0"/>
          </a:p>
        </p:txBody>
      </p:sp>
      <p:sp>
        <p:nvSpPr>
          <p:cNvPr id="48" name="Text Placeholder 47"/>
          <p:cNvSpPr>
            <a:spLocks noGrp="1"/>
          </p:cNvSpPr>
          <p:nvPr>
            <p:ph type="body" sz="quarter" idx="100"/>
          </p:nvPr>
        </p:nvSpPr>
        <p:spPr>
          <a:xfrm>
            <a:off x="2654947" y="6157554"/>
            <a:ext cx="778678" cy="237241"/>
          </a:xfrm>
        </p:spPr>
        <p:txBody>
          <a:bodyPr/>
          <a:lstStyle/>
          <a:p>
            <a:endParaRPr lang="en-US" dirty="0"/>
          </a:p>
        </p:txBody>
      </p:sp>
      <p:sp>
        <p:nvSpPr>
          <p:cNvPr id="49" name="Text Placeholder 48"/>
          <p:cNvSpPr>
            <a:spLocks noGrp="1"/>
          </p:cNvSpPr>
          <p:nvPr>
            <p:ph type="body" sz="quarter" idx="101"/>
          </p:nvPr>
        </p:nvSpPr>
        <p:spPr>
          <a:xfrm>
            <a:off x="5622349" y="6158581"/>
            <a:ext cx="3337996" cy="233204"/>
          </a:xfrm>
        </p:spPr>
        <p:txBody>
          <a:bodyPr/>
          <a:lstStyle/>
          <a:p>
            <a:endParaRPr lang="en-US" dirty="0"/>
          </a:p>
        </p:txBody>
      </p:sp>
    </p:spTree>
    <p:extLst>
      <p:ext uri="{BB962C8B-B14F-4D97-AF65-F5344CB8AC3E}">
        <p14:creationId xmlns:p14="http://schemas.microsoft.com/office/powerpoint/2010/main" val="28502102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233363" y="701506"/>
            <a:ext cx="8353425"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a:defRPr b="1">
                <a:solidFill>
                  <a:schemeClr val="tx1"/>
                </a:solidFill>
                <a:latin typeface="Arial" panose="020B0604020202020204" pitchFamily="34" charset="0"/>
                <a:ea typeface="ＭＳ Ｐゴシック" panose="020B0600070205080204" pitchFamily="34" charset="-128"/>
              </a:defRPr>
            </a:lvl1pPr>
            <a:lvl2pPr marL="742950" indent="-285750" algn="r">
              <a:defRPr b="1">
                <a:solidFill>
                  <a:schemeClr val="tx1"/>
                </a:solidFill>
                <a:latin typeface="Arial" panose="020B0604020202020204" pitchFamily="34" charset="0"/>
                <a:ea typeface="ＭＳ Ｐゴシック" panose="020B0600070205080204" pitchFamily="34" charset="-128"/>
              </a:defRPr>
            </a:lvl2pPr>
            <a:lvl3pPr marL="1143000" indent="-228600" algn="r">
              <a:defRPr b="1">
                <a:solidFill>
                  <a:schemeClr val="tx1"/>
                </a:solidFill>
                <a:latin typeface="Arial" panose="020B0604020202020204" pitchFamily="34" charset="0"/>
                <a:ea typeface="ＭＳ Ｐゴシック" panose="020B0600070205080204" pitchFamily="34" charset="-128"/>
              </a:defRPr>
            </a:lvl3pPr>
            <a:lvl4pPr marL="1600200" indent="-228600" algn="r">
              <a:defRPr b="1">
                <a:solidFill>
                  <a:schemeClr val="tx1"/>
                </a:solidFill>
                <a:latin typeface="Arial" panose="020B0604020202020204" pitchFamily="34" charset="0"/>
                <a:ea typeface="ＭＳ Ｐゴシック" panose="020B0600070205080204" pitchFamily="34" charset="-128"/>
              </a:defRPr>
            </a:lvl4pPr>
            <a:lvl5pPr marL="2057400" indent="-228600" algn="r">
              <a:defRPr b="1">
                <a:solidFill>
                  <a:schemeClr val="tx1"/>
                </a:solidFill>
                <a:latin typeface="Arial" panose="020B0604020202020204" pitchFamily="34" charset="0"/>
                <a:ea typeface="ＭＳ Ｐゴシック" panose="020B0600070205080204" pitchFamily="34" charset="-128"/>
              </a:defRPr>
            </a:lvl5pPr>
            <a:lvl6pPr marL="25146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6pPr>
            <a:lvl7pPr marL="29718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7pPr>
            <a:lvl8pPr marL="34290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8pPr>
            <a:lvl9pPr marL="38862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9pPr>
          </a:lstStyle>
          <a:p>
            <a:pPr algn="l" eaLnBrk="1" hangingPunct="1">
              <a:buFontTx/>
              <a:buAutoNum type="alphaUcParenR"/>
            </a:pPr>
            <a:r>
              <a:rPr lang="en-US" altLang="en-US" b="0" dirty="0">
                <a:latin typeface="+mn-lt"/>
              </a:rPr>
              <a:t>Technician/s Needed to Perform Test: 1</a:t>
            </a:r>
          </a:p>
          <a:p>
            <a:pPr algn="l" eaLnBrk="1" hangingPunct="1">
              <a:buFontTx/>
              <a:buAutoNum type="alphaUcParenR"/>
            </a:pPr>
            <a:r>
              <a:rPr lang="en-US" altLang="en-US" b="0" dirty="0">
                <a:latin typeface="+mn-lt"/>
              </a:rPr>
              <a:t>Location where Test will/can be performed.</a:t>
            </a:r>
          </a:p>
          <a:p>
            <a:pPr lvl="1" algn="l" eaLnBrk="1" hangingPunct="1">
              <a:buFont typeface="Arial" panose="020B0604020202020204" pitchFamily="34" charset="0"/>
              <a:buChar char="•"/>
            </a:pPr>
            <a:r>
              <a:rPr lang="en-US" altLang="en-US" b="0" dirty="0">
                <a:latin typeface="+mn-lt"/>
              </a:rPr>
              <a:t>Lab/Room		1 - # of Days Required </a:t>
            </a:r>
          </a:p>
          <a:p>
            <a:pPr algn="l" eaLnBrk="1" hangingPunct="1">
              <a:buAutoNum type="alphaUcParenR" startAt="3"/>
            </a:pPr>
            <a:r>
              <a:rPr lang="en-US" altLang="en-US" b="0" dirty="0">
                <a:latin typeface="+mn-lt"/>
              </a:rPr>
              <a:t>Hardware Needed</a:t>
            </a:r>
          </a:p>
          <a:p>
            <a:pPr lvl="1" algn="l" eaLnBrk="1" hangingPunct="1">
              <a:buFont typeface="Arial" panose="020B0604020202020204" pitchFamily="34" charset="0"/>
              <a:buChar char="•"/>
            </a:pPr>
            <a:r>
              <a:rPr lang="en-US" altLang="en-US" b="0" dirty="0">
                <a:latin typeface="+mn-lt"/>
              </a:rPr>
              <a:t>Eve kit</a:t>
            </a:r>
          </a:p>
          <a:p>
            <a:pPr lvl="1" algn="l" eaLnBrk="1" hangingPunct="1">
              <a:buFont typeface="Arial" panose="020B0604020202020204" pitchFamily="34" charset="0"/>
              <a:buChar char="•"/>
            </a:pPr>
            <a:r>
              <a:rPr lang="en-US" altLang="en-US" b="0" dirty="0">
                <a:latin typeface="+mn-lt"/>
              </a:rPr>
              <a:t>Battery box</a:t>
            </a:r>
          </a:p>
          <a:p>
            <a:pPr lvl="1" algn="l" eaLnBrk="1" hangingPunct="1">
              <a:buFont typeface="Arial" panose="020B0604020202020204" pitchFamily="34" charset="0"/>
              <a:buChar char="•"/>
            </a:pPr>
            <a:r>
              <a:rPr lang="en-US" altLang="en-US" b="0" dirty="0">
                <a:latin typeface="+mn-lt"/>
              </a:rPr>
              <a:t>External monitor with HDMI and Power</a:t>
            </a:r>
          </a:p>
          <a:p>
            <a:pPr lvl="1" algn="l" eaLnBrk="1" hangingPunct="1">
              <a:buFont typeface="Arial" panose="020B0604020202020204" pitchFamily="34" charset="0"/>
              <a:buChar char="•"/>
            </a:pPr>
            <a:r>
              <a:rPr lang="en-US" altLang="en-US" b="0" dirty="0">
                <a:latin typeface="+mn-lt"/>
              </a:rPr>
              <a:t>Keyboard</a:t>
            </a:r>
          </a:p>
          <a:p>
            <a:pPr lvl="1" algn="l" eaLnBrk="1" hangingPunct="1">
              <a:buFont typeface="Arial" panose="020B0604020202020204" pitchFamily="34" charset="0"/>
              <a:buChar char="•"/>
            </a:pPr>
            <a:r>
              <a:rPr lang="en-US" altLang="en-US" b="0" dirty="0">
                <a:latin typeface="+mn-lt"/>
              </a:rPr>
              <a:t>USB Storage Device </a:t>
            </a:r>
          </a:p>
          <a:p>
            <a:pPr algn="l" eaLnBrk="1" hangingPunct="1">
              <a:buAutoNum type="alphaUcParenR" startAt="3"/>
            </a:pPr>
            <a:r>
              <a:rPr lang="en-US" altLang="en-US" b="0" dirty="0">
                <a:latin typeface="+mn-lt"/>
              </a:rPr>
              <a:t>Computer interface needed	</a:t>
            </a:r>
          </a:p>
          <a:p>
            <a:pPr lvl="1" algn="l" eaLnBrk="1" hangingPunct="1">
              <a:buFont typeface="Arial" panose="020B0604020202020204" pitchFamily="34" charset="0"/>
              <a:buChar char="•"/>
            </a:pPr>
            <a:r>
              <a:rPr lang="en-US" altLang="en-US" b="0" dirty="0" err="1">
                <a:latin typeface="+mn-lt"/>
              </a:rPr>
              <a:t>CANoe</a:t>
            </a:r>
            <a:endParaRPr lang="en-US" altLang="en-US" b="0" dirty="0">
              <a:latin typeface="+mn-lt"/>
            </a:endParaRPr>
          </a:p>
          <a:p>
            <a:pPr lvl="1" algn="l" eaLnBrk="1" hangingPunct="1">
              <a:buFont typeface="Arial" panose="020B0604020202020204" pitchFamily="34" charset="0"/>
              <a:buChar char="•"/>
            </a:pPr>
            <a:r>
              <a:rPr lang="en-US" altLang="en-US" b="0" dirty="0" err="1">
                <a:latin typeface="+mn-lt"/>
              </a:rPr>
              <a:t>CANape</a:t>
            </a:r>
            <a:endParaRPr lang="en-US" altLang="en-US" b="0" dirty="0">
              <a:latin typeface="+mn-lt"/>
            </a:endParaRPr>
          </a:p>
          <a:p>
            <a:pPr lvl="1" algn="l" eaLnBrk="1" hangingPunct="1">
              <a:buFont typeface="Arial" panose="020B0604020202020204" pitchFamily="34" charset="0"/>
              <a:buChar char="•"/>
            </a:pPr>
            <a:r>
              <a:rPr lang="en-US" altLang="en-US" b="0" dirty="0">
                <a:latin typeface="+mn-lt"/>
              </a:rPr>
              <a:t>Vector Hardware Configurator</a:t>
            </a:r>
          </a:p>
          <a:p>
            <a:pPr lvl="1" algn="l" eaLnBrk="1" hangingPunct="1">
              <a:buFont typeface="Arial" panose="020B0604020202020204" pitchFamily="34" charset="0"/>
              <a:buChar char="•"/>
            </a:pPr>
            <a:r>
              <a:rPr lang="en-US" altLang="en-US" b="0" dirty="0">
                <a:latin typeface="+mn-lt"/>
              </a:rPr>
              <a:t>Vector Hardware Manager </a:t>
            </a:r>
          </a:p>
          <a:p>
            <a:pPr lvl="1" algn="l" eaLnBrk="1" hangingPunct="1">
              <a:buFont typeface="Arial" panose="020B0604020202020204" pitchFamily="34" charset="0"/>
              <a:buChar char="•"/>
            </a:pPr>
            <a:r>
              <a:rPr lang="en-US" altLang="en-US" b="0" dirty="0">
                <a:latin typeface="+mn-lt"/>
              </a:rPr>
              <a:t>Google Chrome </a:t>
            </a:r>
          </a:p>
        </p:txBody>
      </p:sp>
    </p:spTree>
    <p:extLst>
      <p:ext uri="{BB962C8B-B14F-4D97-AF65-F5344CB8AC3E}">
        <p14:creationId xmlns:p14="http://schemas.microsoft.com/office/powerpoint/2010/main" val="9678313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2193547938"/>
              </p:ext>
            </p:extLst>
          </p:nvPr>
        </p:nvGraphicFramePr>
        <p:xfrm>
          <a:off x="255072" y="1241645"/>
          <a:ext cx="8431213" cy="262903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Contact ADAS team to acquire all the necessary items needed to complete the software installation</a:t>
                      </a:r>
                      <a:endParaRPr lang="en-US" sz="1600" dirty="0">
                        <a:solidFill>
                          <a:schemeClr val="tx1"/>
                        </a:solidFill>
                      </a:endParaRPr>
                    </a:p>
                  </a:txBody>
                  <a:tcPr marL="91443" marR="91443" marT="45734" marB="45734"/>
                </a:tc>
                <a:extLst>
                  <a:ext uri="{0D108BD9-81ED-4DB2-BD59-A6C34878D82A}">
                    <a16:rowId xmlns:a16="http://schemas.microsoft.com/office/drawing/2014/main" val="10001"/>
                  </a:ext>
                </a:extLst>
              </a:tr>
              <a:tr h="1684101">
                <a:tc>
                  <a:txBody>
                    <a:bodyPr/>
                    <a:lstStyle/>
                    <a:p>
                      <a:pPr algn="ctr"/>
                      <a:r>
                        <a:rPr lang="en-US" sz="1800" dirty="0"/>
                        <a:t>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Download “New Eve Software”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dirty="0">
                          <a:solidFill>
                            <a:schemeClr val="tx1"/>
                          </a:solidFill>
                        </a:rPr>
                        <a:t>This can be found on Box </a:t>
                      </a:r>
                      <a:r>
                        <a:rPr lang="en-US" sz="1600" dirty="0">
                          <a:solidFill>
                            <a:schemeClr val="tx1"/>
                          </a:solidFill>
                          <a:hlinkClick r:id="rId2"/>
                        </a:rPr>
                        <a:t>https://nissan-usa.app.box.com/folder/287207437413?s=onrog3vgklgdjttm8c3rjm1cdx400h1e</a:t>
                      </a:r>
                      <a:r>
                        <a:rPr lang="en-US" sz="1600" dirty="0">
                          <a:solidFill>
                            <a:schemeClr val="tx1"/>
                          </a:solidFill>
                        </a:rPr>
                        <a: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dirty="0">
                          <a:solidFill>
                            <a:schemeClr val="tx1"/>
                          </a:solidFill>
                        </a:rPr>
                        <a:t>If you are unable to download the folder, a team member will be able to assist (Photo # 1)</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1" name="Text Placeholder 10">
            <a:extLst>
              <a:ext uri="{FF2B5EF4-FFF2-40B4-BE49-F238E27FC236}">
                <a16:creationId xmlns:a16="http://schemas.microsoft.com/office/drawing/2014/main" id="{85528B74-3C72-07A0-D149-F65A8A3A5DDF}"/>
              </a:ext>
            </a:extLst>
          </p:cNvPr>
          <p:cNvSpPr>
            <a:spLocks noGrp="1"/>
          </p:cNvSpPr>
          <p:nvPr>
            <p:ph type="body" sz="quarter" idx="10"/>
          </p:nvPr>
        </p:nvSpPr>
        <p:spPr/>
        <p:txBody>
          <a:bodyPr/>
          <a:lstStyle/>
          <a:p>
            <a:r>
              <a:rPr lang="en-US" dirty="0"/>
              <a:t>60</a:t>
            </a:r>
          </a:p>
        </p:txBody>
      </p:sp>
      <p:pic>
        <p:nvPicPr>
          <p:cNvPr id="3" name="Picture 2">
            <a:extLst>
              <a:ext uri="{FF2B5EF4-FFF2-40B4-BE49-F238E27FC236}">
                <a16:creationId xmlns:a16="http://schemas.microsoft.com/office/drawing/2014/main" id="{1BA60936-286B-7F49-CE8E-F1479C0BD29E}"/>
              </a:ext>
            </a:extLst>
          </p:cNvPr>
          <p:cNvPicPr>
            <a:picLocks noChangeAspect="1"/>
          </p:cNvPicPr>
          <p:nvPr/>
        </p:nvPicPr>
        <p:blipFill>
          <a:blip r:embed="rId3"/>
          <a:stretch>
            <a:fillRect/>
          </a:stretch>
        </p:blipFill>
        <p:spPr>
          <a:xfrm>
            <a:off x="1233996" y="3870682"/>
            <a:ext cx="6676008" cy="2519624"/>
          </a:xfrm>
          <a:prstGeom prst="rect">
            <a:avLst/>
          </a:prstGeom>
        </p:spPr>
      </p:pic>
      <p:sp>
        <p:nvSpPr>
          <p:cNvPr id="10" name="TextBox 9">
            <a:extLst>
              <a:ext uri="{FF2B5EF4-FFF2-40B4-BE49-F238E27FC236}">
                <a16:creationId xmlns:a16="http://schemas.microsoft.com/office/drawing/2014/main" id="{B8493076-3427-3997-A182-D157AE05325F}"/>
              </a:ext>
            </a:extLst>
          </p:cNvPr>
          <p:cNvSpPr txBox="1"/>
          <p:nvPr/>
        </p:nvSpPr>
        <p:spPr>
          <a:xfrm>
            <a:off x="7434371" y="5833006"/>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1</a:t>
            </a:r>
          </a:p>
        </p:txBody>
      </p:sp>
    </p:spTree>
    <p:extLst>
      <p:ext uri="{BB962C8B-B14F-4D97-AF65-F5344CB8AC3E}">
        <p14:creationId xmlns:p14="http://schemas.microsoft.com/office/powerpoint/2010/main" val="18171152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4286085798"/>
              </p:ext>
            </p:extLst>
          </p:nvPr>
        </p:nvGraphicFramePr>
        <p:xfrm>
          <a:off x="255072" y="1241645"/>
          <a:ext cx="8431213" cy="2807279"/>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Plug in battery Anderson connector to Anderson connector on the lower right of the Eve Kit. (Photo # 2)</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Plug in monitor to HDMI slot on patch panel and any monitor power to USB slot. (Photo #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Plug in keyboard and storage device into USB slot on patch panel. (Photo # 4)</a:t>
                      </a:r>
                      <a:endParaRPr lang="en-US" sz="1600" dirty="0"/>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Turn battery on. (Photo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Turn Main power rocker on and wait 2-3 seconds. (Photo #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Turn PC power rocker on. (Photo # 4)</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7" name="Picture 6" descr="A black box with a red button&#10;&#10;Description automatically generated">
            <a:extLst>
              <a:ext uri="{FF2B5EF4-FFF2-40B4-BE49-F238E27FC236}">
                <a16:creationId xmlns:a16="http://schemas.microsoft.com/office/drawing/2014/main" id="{CD1B16E9-BF14-1D95-3179-3D00C5C895E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9318" t="25306" r="19463" b="23549"/>
          <a:stretch/>
        </p:blipFill>
        <p:spPr>
          <a:xfrm>
            <a:off x="2787164" y="4087193"/>
            <a:ext cx="2221534" cy="2474681"/>
          </a:xfrm>
          <a:prstGeom prst="rect">
            <a:avLst/>
          </a:prstGeom>
        </p:spPr>
      </p:pic>
      <p:pic>
        <p:nvPicPr>
          <p:cNvPr id="11" name="Picture 10" descr="A close-up of wires connected to a computer&#10;&#10;Description automatically generated">
            <a:extLst>
              <a:ext uri="{FF2B5EF4-FFF2-40B4-BE49-F238E27FC236}">
                <a16:creationId xmlns:a16="http://schemas.microsoft.com/office/drawing/2014/main" id="{577E172D-03C0-0450-B6F6-5AB40E8C27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621" y="4087193"/>
            <a:ext cx="1856011" cy="2474681"/>
          </a:xfrm>
          <a:prstGeom prst="rect">
            <a:avLst/>
          </a:prstGeom>
        </p:spPr>
      </p:pic>
      <p:pic>
        <p:nvPicPr>
          <p:cNvPr id="16" name="Picture 15" descr="A close up of a computer&#10;&#10;Description automatically generated">
            <a:extLst>
              <a:ext uri="{FF2B5EF4-FFF2-40B4-BE49-F238E27FC236}">
                <a16:creationId xmlns:a16="http://schemas.microsoft.com/office/drawing/2014/main" id="{0457F7DC-429D-CA47-2CEC-0533E013229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22" t="9796" r="16210" b="18105"/>
          <a:stretch/>
        </p:blipFill>
        <p:spPr>
          <a:xfrm>
            <a:off x="5155632" y="4188833"/>
            <a:ext cx="3184747" cy="2078139"/>
          </a:xfrm>
          <a:prstGeom prst="rect">
            <a:avLst/>
          </a:prstGeom>
        </p:spPr>
      </p:pic>
      <p:sp>
        <p:nvSpPr>
          <p:cNvPr id="17" name="TextBox 16">
            <a:extLst>
              <a:ext uri="{FF2B5EF4-FFF2-40B4-BE49-F238E27FC236}">
                <a16:creationId xmlns:a16="http://schemas.microsoft.com/office/drawing/2014/main" id="{FD47A81C-F193-08C2-909E-110C437211A8}"/>
              </a:ext>
            </a:extLst>
          </p:cNvPr>
          <p:cNvSpPr txBox="1"/>
          <p:nvPr/>
        </p:nvSpPr>
        <p:spPr>
          <a:xfrm>
            <a:off x="888580" y="6135585"/>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2</a:t>
            </a:r>
          </a:p>
        </p:txBody>
      </p:sp>
      <p:sp>
        <p:nvSpPr>
          <p:cNvPr id="19" name="TextBox 18">
            <a:extLst>
              <a:ext uri="{FF2B5EF4-FFF2-40B4-BE49-F238E27FC236}">
                <a16:creationId xmlns:a16="http://schemas.microsoft.com/office/drawing/2014/main" id="{651CD84F-9A6D-5F21-8BD3-D4C36FDFF07E}"/>
              </a:ext>
            </a:extLst>
          </p:cNvPr>
          <p:cNvSpPr txBox="1"/>
          <p:nvPr/>
        </p:nvSpPr>
        <p:spPr>
          <a:xfrm>
            <a:off x="2875578" y="6135585"/>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3</a:t>
            </a:r>
          </a:p>
        </p:txBody>
      </p:sp>
      <p:sp>
        <p:nvSpPr>
          <p:cNvPr id="20" name="TextBox 19">
            <a:extLst>
              <a:ext uri="{FF2B5EF4-FFF2-40B4-BE49-F238E27FC236}">
                <a16:creationId xmlns:a16="http://schemas.microsoft.com/office/drawing/2014/main" id="{BDE66340-A0EB-40B4-F757-AE124633EE65}"/>
              </a:ext>
            </a:extLst>
          </p:cNvPr>
          <p:cNvSpPr txBox="1"/>
          <p:nvPr/>
        </p:nvSpPr>
        <p:spPr>
          <a:xfrm>
            <a:off x="5285444" y="5827808"/>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4</a:t>
            </a:r>
          </a:p>
        </p:txBody>
      </p:sp>
    </p:spTree>
    <p:extLst>
      <p:ext uri="{BB962C8B-B14F-4D97-AF65-F5344CB8AC3E}">
        <p14:creationId xmlns:p14="http://schemas.microsoft.com/office/powerpoint/2010/main" val="296363365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F08FA28-B2CE-1802-A652-CBC71E5F1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966" y="3155950"/>
            <a:ext cx="3380509" cy="3229706"/>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8886DAB8-2703-1D1F-B96E-590369FB0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449" y="3155950"/>
            <a:ext cx="4122586" cy="3202009"/>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1825968488"/>
              </p:ext>
            </p:extLst>
          </p:nvPr>
        </p:nvGraphicFramePr>
        <p:xfrm>
          <a:off x="162350" y="1134983"/>
          <a:ext cx="8723390" cy="1310724"/>
        </p:xfrm>
        <a:graphic>
          <a:graphicData uri="http://schemas.openxmlformats.org/drawingml/2006/table">
            <a:tbl>
              <a:tblPr firstRow="1" bandRow="1">
                <a:tableStyleId>{5C22544A-7EE6-4342-B048-85BDC9FD1C3A}</a:tableStyleId>
              </a:tblPr>
              <a:tblGrid>
                <a:gridCol w="632570">
                  <a:extLst>
                    <a:ext uri="{9D8B030D-6E8A-4147-A177-3AD203B41FA5}">
                      <a16:colId xmlns:a16="http://schemas.microsoft.com/office/drawing/2014/main" val="20000"/>
                    </a:ext>
                  </a:extLst>
                </a:gridCol>
                <a:gridCol w="8090820">
                  <a:extLst>
                    <a:ext uri="{9D8B030D-6E8A-4147-A177-3AD203B41FA5}">
                      <a16:colId xmlns:a16="http://schemas.microsoft.com/office/drawing/2014/main" val="20001"/>
                    </a:ext>
                  </a:extLst>
                </a:gridCol>
              </a:tblGrid>
              <a:tr h="126684">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200577">
                <a:tc>
                  <a:txBody>
                    <a:bodyPr/>
                    <a:lstStyle/>
                    <a:p>
                      <a:pPr algn="ctr"/>
                      <a:r>
                        <a:rPr lang="en-US" sz="1800" dirty="0"/>
                        <a:t>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Search for “File Explorer” right click and choose “Pin to Taskbar” (Photo # 5)</a:t>
                      </a:r>
                    </a:p>
                  </a:txBody>
                  <a:tcPr marL="91443" marR="91443" marT="45734" marB="45734"/>
                </a:tc>
                <a:extLst>
                  <a:ext uri="{0D108BD9-81ED-4DB2-BD59-A6C34878D82A}">
                    <a16:rowId xmlns:a16="http://schemas.microsoft.com/office/drawing/2014/main" val="10001"/>
                  </a:ext>
                </a:extLst>
              </a:tr>
              <a:tr h="307191">
                <a:tc>
                  <a:txBody>
                    <a:bodyPr/>
                    <a:lstStyle/>
                    <a:p>
                      <a:pPr algn="ctr"/>
                      <a:r>
                        <a:rPr lang="en-US" sz="1800" dirty="0"/>
                        <a:t>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Search for Settings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Once in the Settings Window select “Time and Language” (Photo # 6)</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0" name="TextBox 19">
            <a:extLst>
              <a:ext uri="{FF2B5EF4-FFF2-40B4-BE49-F238E27FC236}">
                <a16:creationId xmlns:a16="http://schemas.microsoft.com/office/drawing/2014/main" id="{BDE66340-A0EB-40B4-F757-AE124633EE65}"/>
              </a:ext>
            </a:extLst>
          </p:cNvPr>
          <p:cNvSpPr txBox="1"/>
          <p:nvPr/>
        </p:nvSpPr>
        <p:spPr>
          <a:xfrm>
            <a:off x="3738929" y="5924132"/>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5</a:t>
            </a:r>
          </a:p>
        </p:txBody>
      </p:sp>
      <p:sp>
        <p:nvSpPr>
          <p:cNvPr id="10" name="Oval 9">
            <a:extLst>
              <a:ext uri="{FF2B5EF4-FFF2-40B4-BE49-F238E27FC236}">
                <a16:creationId xmlns:a16="http://schemas.microsoft.com/office/drawing/2014/main" id="{E22D57D7-F327-F270-2BFC-95F009121F7B}"/>
              </a:ext>
            </a:extLst>
          </p:cNvPr>
          <p:cNvSpPr/>
          <p:nvPr/>
        </p:nvSpPr>
        <p:spPr>
          <a:xfrm>
            <a:off x="2633411" y="5838824"/>
            <a:ext cx="601579" cy="5468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ACCFAEC-5A16-7185-B532-837B7BB99AB2}"/>
              </a:ext>
            </a:extLst>
          </p:cNvPr>
          <p:cNvSpPr/>
          <p:nvPr/>
        </p:nvSpPr>
        <p:spPr>
          <a:xfrm>
            <a:off x="5677527" y="4876799"/>
            <a:ext cx="1085223" cy="5468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EBD8929-E465-9448-431E-9C7ED76EAFC6}"/>
              </a:ext>
            </a:extLst>
          </p:cNvPr>
          <p:cNvSpPr txBox="1"/>
          <p:nvPr/>
        </p:nvSpPr>
        <p:spPr>
          <a:xfrm>
            <a:off x="7910879" y="5924132"/>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6</a:t>
            </a:r>
          </a:p>
        </p:txBody>
      </p:sp>
    </p:spTree>
    <p:extLst>
      <p:ext uri="{BB962C8B-B14F-4D97-AF65-F5344CB8AC3E}">
        <p14:creationId xmlns:p14="http://schemas.microsoft.com/office/powerpoint/2010/main" val="1865646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730AEEF-9BA2-E395-230F-5628027077E8}"/>
              </a:ext>
            </a:extLst>
          </p:cNvPr>
          <p:cNvPicPr>
            <a:picLocks noChangeAspect="1"/>
          </p:cNvPicPr>
          <p:nvPr/>
        </p:nvPicPr>
        <p:blipFill>
          <a:blip r:embed="rId2"/>
          <a:stretch>
            <a:fillRect/>
          </a:stretch>
        </p:blipFill>
        <p:spPr>
          <a:xfrm>
            <a:off x="4703211" y="3210127"/>
            <a:ext cx="3604827" cy="2968195"/>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D67DC028-52E4-DF87-7568-5D30F2E68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5" y="3106682"/>
            <a:ext cx="3972540" cy="3071640"/>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1294943038"/>
              </p:ext>
            </p:extLst>
          </p:nvPr>
        </p:nvGraphicFramePr>
        <p:xfrm>
          <a:off x="109358" y="1095676"/>
          <a:ext cx="8876987" cy="1798404"/>
        </p:xfrm>
        <a:graphic>
          <a:graphicData uri="http://schemas.openxmlformats.org/drawingml/2006/table">
            <a:tbl>
              <a:tblPr firstRow="1" bandRow="1">
                <a:tableStyleId>{5C22544A-7EE6-4342-B048-85BDC9FD1C3A}</a:tableStyleId>
              </a:tblPr>
              <a:tblGrid>
                <a:gridCol w="643708">
                  <a:extLst>
                    <a:ext uri="{9D8B030D-6E8A-4147-A177-3AD203B41FA5}">
                      <a16:colId xmlns:a16="http://schemas.microsoft.com/office/drawing/2014/main" val="20000"/>
                    </a:ext>
                  </a:extLst>
                </a:gridCol>
                <a:gridCol w="8233279">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0">
                <a:tc>
                  <a:txBody>
                    <a:bodyPr/>
                    <a:lstStyle/>
                    <a:p>
                      <a:pPr algn="ctr"/>
                      <a:r>
                        <a:rPr lang="en-US" sz="1800" dirty="0"/>
                        <a:t>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 the Date &amp; Time Tab, change time Zone to Eastern Time (Photo # 7)</a:t>
                      </a:r>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 the Language tab, change Windows, Apps, Regional Format, Keyboard, and Speech to English (Photo # 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Changes can be made by clicking on the icon and adjusting language in pull down window </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0" name="TextBox 19">
            <a:extLst>
              <a:ext uri="{FF2B5EF4-FFF2-40B4-BE49-F238E27FC236}">
                <a16:creationId xmlns:a16="http://schemas.microsoft.com/office/drawing/2014/main" id="{BDE66340-A0EB-40B4-F757-AE124633EE65}"/>
              </a:ext>
            </a:extLst>
          </p:cNvPr>
          <p:cNvSpPr txBox="1"/>
          <p:nvPr/>
        </p:nvSpPr>
        <p:spPr>
          <a:xfrm>
            <a:off x="3874395" y="5754857"/>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7</a:t>
            </a:r>
          </a:p>
        </p:txBody>
      </p:sp>
      <p:sp>
        <p:nvSpPr>
          <p:cNvPr id="15" name="TextBox 14">
            <a:extLst>
              <a:ext uri="{FF2B5EF4-FFF2-40B4-BE49-F238E27FC236}">
                <a16:creationId xmlns:a16="http://schemas.microsoft.com/office/drawing/2014/main" id="{DEBD8929-E465-9448-431E-9C7ED76EAFC6}"/>
              </a:ext>
            </a:extLst>
          </p:cNvPr>
          <p:cNvSpPr txBox="1"/>
          <p:nvPr/>
        </p:nvSpPr>
        <p:spPr>
          <a:xfrm>
            <a:off x="7775412" y="5754856"/>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8</a:t>
            </a:r>
          </a:p>
        </p:txBody>
      </p:sp>
    </p:spTree>
    <p:extLst>
      <p:ext uri="{BB962C8B-B14F-4D97-AF65-F5344CB8AC3E}">
        <p14:creationId xmlns:p14="http://schemas.microsoft.com/office/powerpoint/2010/main" val="124426295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6308A71-B7A7-2408-D322-BDBFF2B6AA9F}"/>
              </a:ext>
            </a:extLst>
          </p:cNvPr>
          <p:cNvPicPr>
            <a:picLocks noChangeAspect="1"/>
          </p:cNvPicPr>
          <p:nvPr/>
        </p:nvPicPr>
        <p:blipFill>
          <a:blip r:embed="rId2"/>
          <a:stretch>
            <a:fillRect/>
          </a:stretch>
        </p:blipFill>
        <p:spPr>
          <a:xfrm>
            <a:off x="1692508" y="3016414"/>
            <a:ext cx="4574103" cy="3611713"/>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Drive Partition </a:t>
            </a:r>
          </a:p>
        </p:txBody>
      </p:sp>
      <p:graphicFrame>
        <p:nvGraphicFramePr>
          <p:cNvPr id="5" name="Table Placeholder 4"/>
          <p:cNvGraphicFramePr>
            <a:graphicFrameLocks/>
          </p:cNvGraphicFramePr>
          <p:nvPr>
            <p:extLst>
              <p:ext uri="{D42A27DB-BD31-4B8C-83A1-F6EECF244321}">
                <p14:modId xmlns:p14="http://schemas.microsoft.com/office/powerpoint/2010/main" val="4159330152"/>
              </p:ext>
            </p:extLst>
          </p:nvPr>
        </p:nvGraphicFramePr>
        <p:xfrm>
          <a:off x="255072" y="1241647"/>
          <a:ext cx="8431213" cy="1524084"/>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189951">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00747">
                <a:tc>
                  <a:txBody>
                    <a:bodyPr/>
                    <a:lstStyle/>
                    <a:p>
                      <a:pPr algn="ctr"/>
                      <a:r>
                        <a:rPr lang="en-US" sz="1800" dirty="0"/>
                        <a:t>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the start window, and type “Create and Format Hard Disk Partitions”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Hit Enter and the Disk Management window will open up.  </a:t>
                      </a:r>
                    </a:p>
                  </a:txBody>
                  <a:tcPr marL="91443" marR="91443" marT="45734" marB="45734"/>
                </a:tc>
                <a:extLst>
                  <a:ext uri="{0D108BD9-81ED-4DB2-BD59-A6C34878D82A}">
                    <a16:rowId xmlns:a16="http://schemas.microsoft.com/office/drawing/2014/main" val="10001"/>
                  </a:ext>
                </a:extLst>
              </a:tr>
              <a:tr h="403884">
                <a:tc>
                  <a:txBody>
                    <a:bodyPr/>
                    <a:lstStyle/>
                    <a:p>
                      <a:pPr algn="ctr"/>
                      <a:r>
                        <a:rPr lang="en-US" sz="1800" dirty="0"/>
                        <a:t>10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the (C:) drive and select “Shrink Volume” (Photo # 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Shrink the 52000mb from the C Drive, then click “Shrink”</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7" name="TextBox 16">
            <a:extLst>
              <a:ext uri="{FF2B5EF4-FFF2-40B4-BE49-F238E27FC236}">
                <a16:creationId xmlns:a16="http://schemas.microsoft.com/office/drawing/2014/main" id="{FD47A81C-F193-08C2-909E-110C437211A8}"/>
              </a:ext>
            </a:extLst>
          </p:cNvPr>
          <p:cNvSpPr txBox="1"/>
          <p:nvPr/>
        </p:nvSpPr>
        <p:spPr>
          <a:xfrm>
            <a:off x="5900912" y="6197572"/>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9</a:t>
            </a:r>
          </a:p>
        </p:txBody>
      </p:sp>
    </p:spTree>
    <p:extLst>
      <p:ext uri="{BB962C8B-B14F-4D97-AF65-F5344CB8AC3E}">
        <p14:creationId xmlns:p14="http://schemas.microsoft.com/office/powerpoint/2010/main" val="12042681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graphicFrame>
        <p:nvGraphicFramePr>
          <p:cNvPr id="5" name="Table Placeholder 4"/>
          <p:cNvGraphicFramePr>
            <a:graphicFrameLocks/>
          </p:cNvGraphicFramePr>
          <p:nvPr>
            <p:extLst>
              <p:ext uri="{D42A27DB-BD31-4B8C-83A1-F6EECF244321}">
                <p14:modId xmlns:p14="http://schemas.microsoft.com/office/powerpoint/2010/main" val="1159457926"/>
              </p:ext>
            </p:extLst>
          </p:nvPr>
        </p:nvGraphicFramePr>
        <p:xfrm>
          <a:off x="255072" y="1241646"/>
          <a:ext cx="8699742" cy="1310724"/>
        </p:xfrm>
        <a:graphic>
          <a:graphicData uri="http://schemas.openxmlformats.org/drawingml/2006/table">
            <a:tbl>
              <a:tblPr firstRow="1" bandRow="1">
                <a:tableStyleId>{5C22544A-7EE6-4342-B048-85BDC9FD1C3A}</a:tableStyleId>
              </a:tblPr>
              <a:tblGrid>
                <a:gridCol w="630855">
                  <a:extLst>
                    <a:ext uri="{9D8B030D-6E8A-4147-A177-3AD203B41FA5}">
                      <a16:colId xmlns:a16="http://schemas.microsoft.com/office/drawing/2014/main" val="20000"/>
                    </a:ext>
                  </a:extLst>
                </a:gridCol>
                <a:gridCol w="8068887">
                  <a:extLst>
                    <a:ext uri="{9D8B030D-6E8A-4147-A177-3AD203B41FA5}">
                      <a16:colId xmlns:a16="http://schemas.microsoft.com/office/drawing/2014/main" val="20001"/>
                    </a:ext>
                  </a:extLst>
                </a:gridCol>
              </a:tblGrid>
              <a:tr h="21482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0">
                <a:tc>
                  <a:txBody>
                    <a:bodyPr/>
                    <a:lstStyle/>
                    <a:p>
                      <a:pPr algn="ctr"/>
                      <a:r>
                        <a:rPr lang="en-US" sz="1800" dirty="0"/>
                        <a:t>11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new partition and select “New Sample Volume” (Photo # 10)</a:t>
                      </a:r>
                    </a:p>
                  </a:txBody>
                  <a:tcPr marL="91443" marR="91443" marT="45734" marB="45734"/>
                </a:tc>
                <a:extLst>
                  <a:ext uri="{0D108BD9-81ED-4DB2-BD59-A6C34878D82A}">
                    <a16:rowId xmlns:a16="http://schemas.microsoft.com/office/drawing/2014/main" val="10001"/>
                  </a:ext>
                </a:extLst>
              </a:tr>
              <a:tr h="520925">
                <a:tc>
                  <a:txBody>
                    <a:bodyPr/>
                    <a:lstStyle/>
                    <a:p>
                      <a:pPr algn="ctr"/>
                      <a:r>
                        <a:rPr lang="en-US" sz="1800" dirty="0"/>
                        <a:t>12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Assign the new partition to the letter “D” then click Next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name of the drive from New Volume to “Data”</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16C78A8F-59E0-6108-E372-CA53A908D889}"/>
              </a:ext>
            </a:extLst>
          </p:cNvPr>
          <p:cNvPicPr>
            <a:picLocks noChangeAspect="1"/>
          </p:cNvPicPr>
          <p:nvPr/>
        </p:nvPicPr>
        <p:blipFill>
          <a:blip r:embed="rId2"/>
          <a:stretch>
            <a:fillRect/>
          </a:stretch>
        </p:blipFill>
        <p:spPr>
          <a:xfrm>
            <a:off x="2943275" y="3344290"/>
            <a:ext cx="4705106" cy="3135004"/>
          </a:xfrm>
          <a:prstGeom prst="rect">
            <a:avLst/>
          </a:prstGeom>
        </p:spPr>
      </p:pic>
      <p:sp>
        <p:nvSpPr>
          <p:cNvPr id="7" name="TextBox 6">
            <a:extLst>
              <a:ext uri="{FF2B5EF4-FFF2-40B4-BE49-F238E27FC236}">
                <a16:creationId xmlns:a16="http://schemas.microsoft.com/office/drawing/2014/main" id="{C17478E9-901F-820F-A9A6-0A30285466B4}"/>
              </a:ext>
            </a:extLst>
          </p:cNvPr>
          <p:cNvSpPr txBox="1"/>
          <p:nvPr/>
        </p:nvSpPr>
        <p:spPr>
          <a:xfrm>
            <a:off x="7137648" y="6013629"/>
            <a:ext cx="404200" cy="307777"/>
          </a:xfrm>
          <a:prstGeom prst="rect">
            <a:avLst/>
          </a:prstGeom>
          <a:solidFill>
            <a:srgbClr val="FFFF00"/>
          </a:solidFill>
          <a:ln w="19050">
            <a:solidFill>
              <a:srgbClr val="FF0000"/>
            </a:solidFill>
          </a:ln>
        </p:spPr>
        <p:txBody>
          <a:bodyPr wrap="square" rtlCol="0" anchor="ctr">
            <a:spAutoFit/>
          </a:bodyPr>
          <a:lstStyle/>
          <a:p>
            <a:pPr algn="ctr"/>
            <a:r>
              <a:rPr lang="en-US" sz="1400" dirty="0"/>
              <a:t>10</a:t>
            </a:r>
          </a:p>
        </p:txBody>
      </p:sp>
      <p:sp>
        <p:nvSpPr>
          <p:cNvPr id="10" name="Text Placeholder 12">
            <a:extLst>
              <a:ext uri="{FF2B5EF4-FFF2-40B4-BE49-F238E27FC236}">
                <a16:creationId xmlns:a16="http://schemas.microsoft.com/office/drawing/2014/main" id="{300E701F-EFF9-2C23-9D2B-62BC95FA1C4B}"/>
              </a:ext>
            </a:extLst>
          </p:cNvPr>
          <p:cNvSpPr>
            <a:spLocks noGrp="1"/>
          </p:cNvSpPr>
          <p:nvPr>
            <p:ph type="body" sz="quarter" idx="11"/>
          </p:nvPr>
        </p:nvSpPr>
        <p:spPr>
          <a:xfrm>
            <a:off x="255588" y="671513"/>
            <a:ext cx="3040062" cy="423862"/>
          </a:xfrm>
        </p:spPr>
        <p:txBody>
          <a:bodyPr/>
          <a:lstStyle/>
          <a:p>
            <a:r>
              <a:rPr lang="en-US" dirty="0"/>
              <a:t>Drive Partition </a:t>
            </a:r>
          </a:p>
        </p:txBody>
      </p:sp>
    </p:spTree>
    <p:extLst>
      <p:ext uri="{BB962C8B-B14F-4D97-AF65-F5344CB8AC3E}">
        <p14:creationId xmlns:p14="http://schemas.microsoft.com/office/powerpoint/2010/main" val="13479911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IP Address Setup </a:t>
            </a:r>
          </a:p>
        </p:txBody>
      </p:sp>
      <p:graphicFrame>
        <p:nvGraphicFramePr>
          <p:cNvPr id="5" name="Table Placeholder 4"/>
          <p:cNvGraphicFramePr>
            <a:graphicFrameLocks/>
          </p:cNvGraphicFramePr>
          <p:nvPr>
            <p:extLst>
              <p:ext uri="{D42A27DB-BD31-4B8C-83A1-F6EECF244321}">
                <p14:modId xmlns:p14="http://schemas.microsoft.com/office/powerpoint/2010/main" val="2398193963"/>
              </p:ext>
            </p:extLst>
          </p:nvPr>
        </p:nvGraphicFramePr>
        <p:xfrm>
          <a:off x="152596" y="1063271"/>
          <a:ext cx="8643446" cy="1188776"/>
        </p:xfrm>
        <a:graphic>
          <a:graphicData uri="http://schemas.openxmlformats.org/drawingml/2006/table">
            <a:tbl>
              <a:tblPr firstRow="1" bandRow="1">
                <a:tableStyleId>{5C22544A-7EE6-4342-B048-85BDC9FD1C3A}</a:tableStyleId>
              </a:tblPr>
              <a:tblGrid>
                <a:gridCol w="635941">
                  <a:extLst>
                    <a:ext uri="{9D8B030D-6E8A-4147-A177-3AD203B41FA5}">
                      <a16:colId xmlns:a16="http://schemas.microsoft.com/office/drawing/2014/main" val="20000"/>
                    </a:ext>
                  </a:extLst>
                </a:gridCol>
                <a:gridCol w="8007505">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the internet icon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on Open Network &amp; Internet Settings (Photo # 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on Change Adapter Options (Photo # 12)</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AA15F8E8-00DF-8FE5-EB44-8FFF5BE99458}"/>
              </a:ext>
            </a:extLst>
          </p:cNvPr>
          <p:cNvPicPr>
            <a:picLocks noChangeAspect="1"/>
          </p:cNvPicPr>
          <p:nvPr/>
        </p:nvPicPr>
        <p:blipFill rotWithShape="1">
          <a:blip r:embed="rId2">
            <a:extLst>
              <a:ext uri="{28A0092B-C50C-407E-A947-70E740481C1C}">
                <a14:useLocalDpi xmlns:a14="http://schemas.microsoft.com/office/drawing/2010/main" val="0"/>
              </a:ext>
            </a:extLst>
          </a:blip>
          <a:srcRect l="80994" t="83626"/>
          <a:stretch/>
        </p:blipFill>
        <p:spPr>
          <a:xfrm>
            <a:off x="443608" y="2712041"/>
            <a:ext cx="2662990" cy="1433917"/>
          </a:xfrm>
          <a:prstGeom prst="rect">
            <a:avLst/>
          </a:prstGeom>
        </p:spPr>
      </p:pic>
      <p:pic>
        <p:nvPicPr>
          <p:cNvPr id="10" name="Picture 9">
            <a:extLst>
              <a:ext uri="{FF2B5EF4-FFF2-40B4-BE49-F238E27FC236}">
                <a16:creationId xmlns:a16="http://schemas.microsoft.com/office/drawing/2014/main" id="{1FA847D6-D63A-17A1-E55E-9BA3E884B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1996" y="2712041"/>
            <a:ext cx="4247555" cy="3158593"/>
          </a:xfrm>
          <a:prstGeom prst="rect">
            <a:avLst/>
          </a:prstGeom>
        </p:spPr>
      </p:pic>
      <p:sp>
        <p:nvSpPr>
          <p:cNvPr id="11" name="TextBox 10">
            <a:extLst>
              <a:ext uri="{FF2B5EF4-FFF2-40B4-BE49-F238E27FC236}">
                <a16:creationId xmlns:a16="http://schemas.microsoft.com/office/drawing/2014/main" id="{0D973E65-F159-390E-09C0-317DF31519E9}"/>
              </a:ext>
            </a:extLst>
          </p:cNvPr>
          <p:cNvSpPr txBox="1"/>
          <p:nvPr/>
        </p:nvSpPr>
        <p:spPr>
          <a:xfrm>
            <a:off x="6936141" y="5308578"/>
            <a:ext cx="450080" cy="307777"/>
          </a:xfrm>
          <a:prstGeom prst="rect">
            <a:avLst/>
          </a:prstGeom>
          <a:solidFill>
            <a:srgbClr val="FFFF00"/>
          </a:solidFill>
          <a:ln w="19050">
            <a:solidFill>
              <a:srgbClr val="FF0000"/>
            </a:solidFill>
          </a:ln>
        </p:spPr>
        <p:txBody>
          <a:bodyPr wrap="square" rtlCol="0" anchor="ctr">
            <a:spAutoFit/>
          </a:bodyPr>
          <a:lstStyle/>
          <a:p>
            <a:pPr algn="ctr"/>
            <a:r>
              <a:rPr lang="en-US" sz="1400" dirty="0"/>
              <a:t>12</a:t>
            </a:r>
          </a:p>
        </p:txBody>
      </p:sp>
      <p:sp>
        <p:nvSpPr>
          <p:cNvPr id="20" name="TextBox 19">
            <a:extLst>
              <a:ext uri="{FF2B5EF4-FFF2-40B4-BE49-F238E27FC236}">
                <a16:creationId xmlns:a16="http://schemas.microsoft.com/office/drawing/2014/main" id="{BDE66340-A0EB-40B4-F757-AE124633EE65}"/>
              </a:ext>
            </a:extLst>
          </p:cNvPr>
          <p:cNvSpPr txBox="1"/>
          <p:nvPr/>
        </p:nvSpPr>
        <p:spPr>
          <a:xfrm>
            <a:off x="2704169" y="3753074"/>
            <a:ext cx="402429" cy="307777"/>
          </a:xfrm>
          <a:prstGeom prst="rect">
            <a:avLst/>
          </a:prstGeom>
          <a:solidFill>
            <a:srgbClr val="FFFF00"/>
          </a:solidFill>
          <a:ln w="19050">
            <a:solidFill>
              <a:srgbClr val="FF0000"/>
            </a:solidFill>
          </a:ln>
        </p:spPr>
        <p:txBody>
          <a:bodyPr wrap="square" rtlCol="0" anchor="ctr">
            <a:spAutoFit/>
          </a:bodyPr>
          <a:lstStyle/>
          <a:p>
            <a:pPr algn="ctr"/>
            <a:r>
              <a:rPr lang="en-US" sz="1400" dirty="0"/>
              <a:t>11</a:t>
            </a:r>
          </a:p>
        </p:txBody>
      </p:sp>
      <p:sp>
        <p:nvSpPr>
          <p:cNvPr id="12" name="Oval 11">
            <a:extLst>
              <a:ext uri="{FF2B5EF4-FFF2-40B4-BE49-F238E27FC236}">
                <a16:creationId xmlns:a16="http://schemas.microsoft.com/office/drawing/2014/main" id="{A05ADDFC-6552-D107-9FA3-BA6E8B94F3CE}"/>
              </a:ext>
            </a:extLst>
          </p:cNvPr>
          <p:cNvSpPr/>
          <p:nvPr/>
        </p:nvSpPr>
        <p:spPr>
          <a:xfrm>
            <a:off x="4242146" y="3476625"/>
            <a:ext cx="2482504" cy="470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F4B960D-D8E3-CDEA-4A1E-D98E394BF57F}"/>
              </a:ext>
            </a:extLst>
          </p:cNvPr>
          <p:cNvSpPr/>
          <p:nvPr/>
        </p:nvSpPr>
        <p:spPr>
          <a:xfrm>
            <a:off x="870296" y="3086100"/>
            <a:ext cx="1606799" cy="3849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358110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graphicFrame>
        <p:nvGraphicFramePr>
          <p:cNvPr id="5" name="Table Placeholder 4"/>
          <p:cNvGraphicFramePr>
            <a:graphicFrameLocks/>
          </p:cNvGraphicFramePr>
          <p:nvPr>
            <p:extLst>
              <p:ext uri="{D42A27DB-BD31-4B8C-83A1-F6EECF244321}">
                <p14:modId xmlns:p14="http://schemas.microsoft.com/office/powerpoint/2010/main" val="2221023751"/>
              </p:ext>
            </p:extLst>
          </p:nvPr>
        </p:nvGraphicFramePr>
        <p:xfrm>
          <a:off x="110585" y="1125123"/>
          <a:ext cx="8820581" cy="1188776"/>
        </p:xfrm>
        <a:graphic>
          <a:graphicData uri="http://schemas.openxmlformats.org/drawingml/2006/table">
            <a:tbl>
              <a:tblPr firstRow="1" bandRow="1">
                <a:tableStyleId>{5C22544A-7EE6-4342-B048-85BDC9FD1C3A}</a:tableStyleId>
              </a:tblPr>
              <a:tblGrid>
                <a:gridCol w="639618">
                  <a:extLst>
                    <a:ext uri="{9D8B030D-6E8A-4147-A177-3AD203B41FA5}">
                      <a16:colId xmlns:a16="http://schemas.microsoft.com/office/drawing/2014/main" val="20000"/>
                    </a:ext>
                  </a:extLst>
                </a:gridCol>
                <a:gridCol w="8180963">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1Gb Eth #1 (Photo #13), Click on Properties, double click “Internet Protocol Version 4” (Photo #14), Check the bubble saying “Use the following IP address”  (Photo #15)</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 name="Text Placeholder 12">
            <a:extLst>
              <a:ext uri="{FF2B5EF4-FFF2-40B4-BE49-F238E27FC236}">
                <a16:creationId xmlns:a16="http://schemas.microsoft.com/office/drawing/2014/main" id="{6570139A-AA88-1EFF-5A06-35EAEE20561A}"/>
              </a:ext>
            </a:extLst>
          </p:cNvPr>
          <p:cNvSpPr>
            <a:spLocks noGrp="1"/>
          </p:cNvSpPr>
          <p:nvPr>
            <p:ph type="body" sz="quarter" idx="11"/>
          </p:nvPr>
        </p:nvSpPr>
        <p:spPr>
          <a:xfrm>
            <a:off x="255588" y="671513"/>
            <a:ext cx="3040062" cy="423862"/>
          </a:xfrm>
        </p:spPr>
        <p:txBody>
          <a:bodyPr/>
          <a:lstStyle/>
          <a:p>
            <a:r>
              <a:rPr lang="en-US" dirty="0"/>
              <a:t>IP Address Setup </a:t>
            </a:r>
          </a:p>
        </p:txBody>
      </p:sp>
      <p:pic>
        <p:nvPicPr>
          <p:cNvPr id="7" name="Content Placeholder 5">
            <a:extLst>
              <a:ext uri="{FF2B5EF4-FFF2-40B4-BE49-F238E27FC236}">
                <a16:creationId xmlns:a16="http://schemas.microsoft.com/office/drawing/2014/main" id="{C4D2C3AC-C05E-CDFA-CA10-ED0D0262E6BA}"/>
              </a:ext>
            </a:extLst>
          </p:cNvPr>
          <p:cNvPicPr>
            <a:picLocks noChangeAspect="1"/>
          </p:cNvPicPr>
          <p:nvPr/>
        </p:nvPicPr>
        <p:blipFill rotWithShape="1">
          <a:blip r:embed="rId2">
            <a:extLst>
              <a:ext uri="{28A0092B-C50C-407E-A947-70E740481C1C}">
                <a14:useLocalDpi xmlns:a14="http://schemas.microsoft.com/office/drawing/2010/main" val="0"/>
              </a:ext>
            </a:extLst>
          </a:blip>
          <a:srcRect b="60815"/>
          <a:stretch/>
        </p:blipFill>
        <p:spPr>
          <a:xfrm>
            <a:off x="330983" y="2452591"/>
            <a:ext cx="5181600" cy="1146595"/>
          </a:xfrm>
          <a:prstGeom prst="rect">
            <a:avLst/>
          </a:prstGeom>
        </p:spPr>
      </p:pic>
      <p:pic>
        <p:nvPicPr>
          <p:cNvPr id="10" name="Picture 9">
            <a:extLst>
              <a:ext uri="{FF2B5EF4-FFF2-40B4-BE49-F238E27FC236}">
                <a16:creationId xmlns:a16="http://schemas.microsoft.com/office/drawing/2014/main" id="{E98D6E45-7823-0033-2F43-515E9710B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483" y="3599186"/>
            <a:ext cx="2675566" cy="3237287"/>
          </a:xfrm>
          <a:prstGeom prst="rect">
            <a:avLst/>
          </a:prstGeom>
        </p:spPr>
      </p:pic>
      <p:pic>
        <p:nvPicPr>
          <p:cNvPr id="11" name="Picture 10">
            <a:extLst>
              <a:ext uri="{FF2B5EF4-FFF2-40B4-BE49-F238E27FC236}">
                <a16:creationId xmlns:a16="http://schemas.microsoft.com/office/drawing/2014/main" id="{B8D785BC-0F36-A522-45F6-C8B85E98EF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438" y="3087082"/>
            <a:ext cx="2950322" cy="3398472"/>
          </a:xfrm>
          <a:prstGeom prst="rect">
            <a:avLst/>
          </a:prstGeom>
        </p:spPr>
      </p:pic>
      <p:sp>
        <p:nvSpPr>
          <p:cNvPr id="20" name="TextBox 19">
            <a:extLst>
              <a:ext uri="{FF2B5EF4-FFF2-40B4-BE49-F238E27FC236}">
                <a16:creationId xmlns:a16="http://schemas.microsoft.com/office/drawing/2014/main" id="{BDE66340-A0EB-40B4-F757-AE124633EE65}"/>
              </a:ext>
            </a:extLst>
          </p:cNvPr>
          <p:cNvSpPr txBox="1"/>
          <p:nvPr/>
        </p:nvSpPr>
        <p:spPr>
          <a:xfrm>
            <a:off x="4991100" y="3198312"/>
            <a:ext cx="426017" cy="307777"/>
          </a:xfrm>
          <a:prstGeom prst="rect">
            <a:avLst/>
          </a:prstGeom>
          <a:solidFill>
            <a:srgbClr val="FFFF00"/>
          </a:solidFill>
          <a:ln w="19050">
            <a:solidFill>
              <a:srgbClr val="FF0000"/>
            </a:solidFill>
          </a:ln>
        </p:spPr>
        <p:txBody>
          <a:bodyPr wrap="square" rtlCol="0" anchor="ctr">
            <a:spAutoFit/>
          </a:bodyPr>
          <a:lstStyle/>
          <a:p>
            <a:pPr algn="ctr"/>
            <a:r>
              <a:rPr lang="en-US" sz="1400" dirty="0"/>
              <a:t>13</a:t>
            </a:r>
          </a:p>
        </p:txBody>
      </p:sp>
      <p:sp>
        <p:nvSpPr>
          <p:cNvPr id="12" name="TextBox 11">
            <a:extLst>
              <a:ext uri="{FF2B5EF4-FFF2-40B4-BE49-F238E27FC236}">
                <a16:creationId xmlns:a16="http://schemas.microsoft.com/office/drawing/2014/main" id="{CF210081-DE7C-EAF6-DA5D-AB5142ED2F86}"/>
              </a:ext>
            </a:extLst>
          </p:cNvPr>
          <p:cNvSpPr txBox="1"/>
          <p:nvPr/>
        </p:nvSpPr>
        <p:spPr>
          <a:xfrm>
            <a:off x="2781300" y="6100833"/>
            <a:ext cx="425273" cy="307777"/>
          </a:xfrm>
          <a:prstGeom prst="rect">
            <a:avLst/>
          </a:prstGeom>
          <a:solidFill>
            <a:srgbClr val="FFFF00"/>
          </a:solidFill>
          <a:ln w="19050">
            <a:solidFill>
              <a:srgbClr val="FF0000"/>
            </a:solidFill>
          </a:ln>
        </p:spPr>
        <p:txBody>
          <a:bodyPr wrap="square" rtlCol="0" anchor="ctr">
            <a:spAutoFit/>
          </a:bodyPr>
          <a:lstStyle/>
          <a:p>
            <a:pPr algn="ctr"/>
            <a:r>
              <a:rPr lang="en-US" sz="1400" dirty="0"/>
              <a:t>14</a:t>
            </a:r>
          </a:p>
        </p:txBody>
      </p:sp>
      <p:sp>
        <p:nvSpPr>
          <p:cNvPr id="14" name="TextBox 13">
            <a:extLst>
              <a:ext uri="{FF2B5EF4-FFF2-40B4-BE49-F238E27FC236}">
                <a16:creationId xmlns:a16="http://schemas.microsoft.com/office/drawing/2014/main" id="{C4CCCC4C-7B8E-D069-6079-498170B70458}"/>
              </a:ext>
            </a:extLst>
          </p:cNvPr>
          <p:cNvSpPr txBox="1"/>
          <p:nvPr/>
        </p:nvSpPr>
        <p:spPr>
          <a:xfrm>
            <a:off x="8134350" y="5767266"/>
            <a:ext cx="3966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15</a:t>
            </a:r>
          </a:p>
        </p:txBody>
      </p:sp>
    </p:spTree>
    <p:extLst>
      <p:ext uri="{BB962C8B-B14F-4D97-AF65-F5344CB8AC3E}">
        <p14:creationId xmlns:p14="http://schemas.microsoft.com/office/powerpoint/2010/main" val="387287573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5</a:t>
            </a:r>
          </a:p>
        </p:txBody>
      </p:sp>
      <p:graphicFrame>
        <p:nvGraphicFramePr>
          <p:cNvPr id="5" name="Table Placeholder 4"/>
          <p:cNvGraphicFramePr>
            <a:graphicFrameLocks/>
          </p:cNvGraphicFramePr>
          <p:nvPr>
            <p:extLst>
              <p:ext uri="{D42A27DB-BD31-4B8C-83A1-F6EECF244321}">
                <p14:modId xmlns:p14="http://schemas.microsoft.com/office/powerpoint/2010/main" val="1856470188"/>
              </p:ext>
            </p:extLst>
          </p:nvPr>
        </p:nvGraphicFramePr>
        <p:xfrm>
          <a:off x="255072" y="1241645"/>
          <a:ext cx="8431213" cy="3718644"/>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Change IP Address and Subnet Mask to the following (Photo # 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IP Address: 192.168.1.1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Subnet Mask: 255.255.255.0</a:t>
                      </a:r>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16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Repeat step 14 for all the network connections.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#1 – 192.168.1.1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#2 – 192.168.2.1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#3 – 192.168.3.1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#4 – 192.168.4.1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10Gb Eth #1 – 192.167.10.1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10Gb Eth #2 – 192.168.20.1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MGNT – 192.168.0.14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Note the Subnet Mask will be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 for all connections </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 name="Text Placeholder 12">
            <a:extLst>
              <a:ext uri="{FF2B5EF4-FFF2-40B4-BE49-F238E27FC236}">
                <a16:creationId xmlns:a16="http://schemas.microsoft.com/office/drawing/2014/main" id="{660FE319-5F01-9DB4-7371-12F0725D8CE9}"/>
              </a:ext>
            </a:extLst>
          </p:cNvPr>
          <p:cNvSpPr>
            <a:spLocks noGrp="1"/>
          </p:cNvSpPr>
          <p:nvPr>
            <p:ph type="body" sz="quarter" idx="11"/>
          </p:nvPr>
        </p:nvSpPr>
        <p:spPr>
          <a:xfrm>
            <a:off x="255588" y="671513"/>
            <a:ext cx="3040062" cy="423862"/>
          </a:xfrm>
        </p:spPr>
        <p:txBody>
          <a:bodyPr/>
          <a:lstStyle/>
          <a:p>
            <a:r>
              <a:rPr lang="en-US" dirty="0"/>
              <a:t>IP Address Setup </a:t>
            </a:r>
          </a:p>
        </p:txBody>
      </p:sp>
      <p:pic>
        <p:nvPicPr>
          <p:cNvPr id="7" name="Picture 6">
            <a:extLst>
              <a:ext uri="{FF2B5EF4-FFF2-40B4-BE49-F238E27FC236}">
                <a16:creationId xmlns:a16="http://schemas.microsoft.com/office/drawing/2014/main" id="{718335F8-D923-0662-0E16-D6A4969FF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606" y="2852067"/>
            <a:ext cx="2950322" cy="3398472"/>
          </a:xfrm>
          <a:prstGeom prst="rect">
            <a:avLst/>
          </a:prstGeom>
        </p:spPr>
      </p:pic>
      <p:sp>
        <p:nvSpPr>
          <p:cNvPr id="10" name="TextBox 9">
            <a:extLst>
              <a:ext uri="{FF2B5EF4-FFF2-40B4-BE49-F238E27FC236}">
                <a16:creationId xmlns:a16="http://schemas.microsoft.com/office/drawing/2014/main" id="{9E07CBD2-5C49-15BD-CEEE-FCDCB44CF999}"/>
              </a:ext>
            </a:extLst>
          </p:cNvPr>
          <p:cNvSpPr txBox="1"/>
          <p:nvPr/>
        </p:nvSpPr>
        <p:spPr>
          <a:xfrm>
            <a:off x="8343901" y="5840028"/>
            <a:ext cx="436824" cy="307777"/>
          </a:xfrm>
          <a:prstGeom prst="rect">
            <a:avLst/>
          </a:prstGeom>
          <a:solidFill>
            <a:srgbClr val="FFFF00"/>
          </a:solidFill>
          <a:ln w="19050">
            <a:solidFill>
              <a:srgbClr val="FF0000"/>
            </a:solidFill>
          </a:ln>
        </p:spPr>
        <p:txBody>
          <a:bodyPr wrap="square" rtlCol="0" anchor="ctr">
            <a:spAutoFit/>
          </a:bodyPr>
          <a:lstStyle/>
          <a:p>
            <a:pPr algn="ctr"/>
            <a:r>
              <a:rPr lang="en-US" sz="1400" dirty="0"/>
              <a:t>16</a:t>
            </a:r>
          </a:p>
        </p:txBody>
      </p:sp>
    </p:spTree>
    <p:extLst>
      <p:ext uri="{BB962C8B-B14F-4D97-AF65-F5344CB8AC3E}">
        <p14:creationId xmlns:p14="http://schemas.microsoft.com/office/powerpoint/2010/main" val="17928826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80EBA3-A0A1-78C1-BCA6-D18473849657}"/>
              </a:ext>
            </a:extLst>
          </p:cNvPr>
          <p:cNvPicPr>
            <a:picLocks noChangeAspect="1"/>
          </p:cNvPicPr>
          <p:nvPr/>
        </p:nvPicPr>
        <p:blipFill>
          <a:blip r:embed="rId2"/>
          <a:stretch>
            <a:fillRect/>
          </a:stretch>
        </p:blipFill>
        <p:spPr>
          <a:xfrm>
            <a:off x="933635" y="3429000"/>
            <a:ext cx="3352800" cy="2085975"/>
          </a:xfrm>
          <a:prstGeom prst="rect">
            <a:avLst/>
          </a:prstGeom>
        </p:spPr>
      </p:pic>
      <p:sp>
        <p:nvSpPr>
          <p:cNvPr id="3" name="Text Placeholder 2"/>
          <p:cNvSpPr>
            <a:spLocks noGrp="1"/>
          </p:cNvSpPr>
          <p:nvPr>
            <p:ph type="body" sz="quarter" idx="10"/>
          </p:nvPr>
        </p:nvSpPr>
        <p:spPr/>
        <p:txBody>
          <a:bodyPr/>
          <a:lstStyle/>
          <a:p>
            <a:pPr algn="ctr"/>
            <a:r>
              <a:rPr lang="en-US" dirty="0"/>
              <a:t>10</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4278113754"/>
              </p:ext>
            </p:extLst>
          </p:nvPr>
        </p:nvGraphicFramePr>
        <p:xfrm>
          <a:off x="255072" y="1241645"/>
          <a:ext cx="8431213" cy="1599446"/>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26991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427356">
                <a:tc>
                  <a:txBody>
                    <a:bodyPr/>
                    <a:lstStyle/>
                    <a:p>
                      <a:pPr algn="ctr"/>
                      <a:r>
                        <a:rPr lang="en-US" sz="1800" dirty="0"/>
                        <a:t>17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Transfer the “New Eve Software” from your storage device to the Downloads folder on the Eve Kit. </a:t>
                      </a:r>
                    </a:p>
                  </a:txBody>
                  <a:tcPr marL="91443" marR="91443" marT="45734" marB="45734"/>
                </a:tc>
                <a:extLst>
                  <a:ext uri="{0D108BD9-81ED-4DB2-BD59-A6C34878D82A}">
                    <a16:rowId xmlns:a16="http://schemas.microsoft.com/office/drawing/2014/main" val="10001"/>
                  </a:ext>
                </a:extLst>
              </a:tr>
              <a:tr h="654510">
                <a:tc>
                  <a:txBody>
                    <a:bodyPr/>
                    <a:lstStyle/>
                    <a:p>
                      <a:pPr algn="ctr"/>
                      <a:r>
                        <a:rPr lang="en-US" sz="1800" dirty="0"/>
                        <a:t>18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Open the </a:t>
                      </a:r>
                      <a:r>
                        <a:rPr lang="en-US" sz="1600" dirty="0" err="1">
                          <a:solidFill>
                            <a:schemeClr val="tx1"/>
                          </a:solidFill>
                        </a:rPr>
                        <a:t>BlfReader</a:t>
                      </a:r>
                      <a:r>
                        <a:rPr lang="en-US" sz="1600" dirty="0">
                          <a:solidFill>
                            <a:schemeClr val="tx1"/>
                          </a:solidFill>
                        </a:rPr>
                        <a:t> folder and double click on BlfReader.exe file, and it will begin downloading.  (Photo # 17)</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0" name="TextBox 19">
            <a:extLst>
              <a:ext uri="{FF2B5EF4-FFF2-40B4-BE49-F238E27FC236}">
                <a16:creationId xmlns:a16="http://schemas.microsoft.com/office/drawing/2014/main" id="{BDE66340-A0EB-40B4-F757-AE124633EE65}"/>
              </a:ext>
            </a:extLst>
          </p:cNvPr>
          <p:cNvSpPr txBox="1"/>
          <p:nvPr/>
        </p:nvSpPr>
        <p:spPr>
          <a:xfrm>
            <a:off x="3784296" y="5049540"/>
            <a:ext cx="458408" cy="307777"/>
          </a:xfrm>
          <a:prstGeom prst="rect">
            <a:avLst/>
          </a:prstGeom>
          <a:solidFill>
            <a:srgbClr val="FFFF00"/>
          </a:solidFill>
          <a:ln w="19050">
            <a:solidFill>
              <a:srgbClr val="FF0000"/>
            </a:solidFill>
          </a:ln>
        </p:spPr>
        <p:txBody>
          <a:bodyPr wrap="square" rtlCol="0" anchor="ctr">
            <a:spAutoFit/>
          </a:bodyPr>
          <a:lstStyle/>
          <a:p>
            <a:pPr algn="ctr"/>
            <a:r>
              <a:rPr lang="en-US" sz="1400" dirty="0"/>
              <a:t>17</a:t>
            </a:r>
          </a:p>
        </p:txBody>
      </p:sp>
      <p:sp>
        <p:nvSpPr>
          <p:cNvPr id="10" name="Oval 9">
            <a:extLst>
              <a:ext uri="{FF2B5EF4-FFF2-40B4-BE49-F238E27FC236}">
                <a16:creationId xmlns:a16="http://schemas.microsoft.com/office/drawing/2014/main" id="{9F14E2B8-4397-A5E7-F077-A89F54EB8075}"/>
              </a:ext>
            </a:extLst>
          </p:cNvPr>
          <p:cNvSpPr/>
          <p:nvPr/>
        </p:nvSpPr>
        <p:spPr>
          <a:xfrm>
            <a:off x="932440" y="3565494"/>
            <a:ext cx="1606799" cy="3849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66355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9</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2546973250"/>
              </p:ext>
            </p:extLst>
          </p:nvPr>
        </p:nvGraphicFramePr>
        <p:xfrm>
          <a:off x="255073" y="1241644"/>
          <a:ext cx="4316928" cy="3019637"/>
        </p:xfrm>
        <a:graphic>
          <a:graphicData uri="http://schemas.openxmlformats.org/drawingml/2006/table">
            <a:tbl>
              <a:tblPr firstRow="1" bandRow="1">
                <a:tableStyleId>{5C22544A-7EE6-4342-B048-85BDC9FD1C3A}</a:tableStyleId>
              </a:tblPr>
              <a:tblGrid>
                <a:gridCol w="647222">
                  <a:extLst>
                    <a:ext uri="{9D8B030D-6E8A-4147-A177-3AD203B41FA5}">
                      <a16:colId xmlns:a16="http://schemas.microsoft.com/office/drawing/2014/main" val="20000"/>
                    </a:ext>
                  </a:extLst>
                </a:gridCol>
                <a:gridCol w="3669706">
                  <a:extLst>
                    <a:ext uri="{9D8B030D-6E8A-4147-A177-3AD203B41FA5}">
                      <a16:colId xmlns:a16="http://schemas.microsoft.com/office/drawing/2014/main" val="20001"/>
                    </a:ext>
                  </a:extLst>
                </a:gridCol>
              </a:tblGrid>
              <a:tr h="416525">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2603112">
                <a:tc>
                  <a:txBody>
                    <a:bodyPr/>
                    <a:lstStyle/>
                    <a:p>
                      <a:pPr algn="ctr"/>
                      <a:r>
                        <a:rPr lang="en-US" sz="1800" dirty="0"/>
                        <a:t>19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 18 for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Powershell-7.1.3-win-x64.msi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LibreOffice_7.0.4_Win_x64.mis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vlc-3.0.17.4-win64.exe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ffmpeg.exe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ChromeStandaloneSetup64.exe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Gpst1_7 (1).exe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FastCopy351_Installer64.exe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7z1900-x64.exe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(Photo # 18)</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7" name="Picture 6">
            <a:extLst>
              <a:ext uri="{FF2B5EF4-FFF2-40B4-BE49-F238E27FC236}">
                <a16:creationId xmlns:a16="http://schemas.microsoft.com/office/drawing/2014/main" id="{A65EE006-8E2E-FD01-8DF7-00D1F60AD10E}"/>
              </a:ext>
            </a:extLst>
          </p:cNvPr>
          <p:cNvPicPr>
            <a:picLocks noChangeAspect="1"/>
          </p:cNvPicPr>
          <p:nvPr/>
        </p:nvPicPr>
        <p:blipFill>
          <a:blip r:embed="rId2"/>
          <a:stretch>
            <a:fillRect/>
          </a:stretch>
        </p:blipFill>
        <p:spPr>
          <a:xfrm>
            <a:off x="4669218" y="979167"/>
            <a:ext cx="3484797" cy="5240038"/>
          </a:xfrm>
          <a:prstGeom prst="rect">
            <a:avLst/>
          </a:prstGeom>
        </p:spPr>
      </p:pic>
      <p:sp>
        <p:nvSpPr>
          <p:cNvPr id="20" name="TextBox 19">
            <a:extLst>
              <a:ext uri="{FF2B5EF4-FFF2-40B4-BE49-F238E27FC236}">
                <a16:creationId xmlns:a16="http://schemas.microsoft.com/office/drawing/2014/main" id="{BDE66340-A0EB-40B4-F757-AE124633EE65}"/>
              </a:ext>
            </a:extLst>
          </p:cNvPr>
          <p:cNvSpPr txBox="1"/>
          <p:nvPr/>
        </p:nvSpPr>
        <p:spPr>
          <a:xfrm>
            <a:off x="7818901" y="5610632"/>
            <a:ext cx="507515" cy="307777"/>
          </a:xfrm>
          <a:prstGeom prst="rect">
            <a:avLst/>
          </a:prstGeom>
          <a:solidFill>
            <a:srgbClr val="FFFF00"/>
          </a:solidFill>
          <a:ln w="19050">
            <a:solidFill>
              <a:srgbClr val="FF0000"/>
            </a:solidFill>
          </a:ln>
        </p:spPr>
        <p:txBody>
          <a:bodyPr wrap="square" rtlCol="0" anchor="ctr">
            <a:spAutoFit/>
          </a:bodyPr>
          <a:lstStyle/>
          <a:p>
            <a:pPr algn="ctr"/>
            <a:r>
              <a:rPr lang="en-US" sz="1400" dirty="0"/>
              <a:t>18</a:t>
            </a:r>
          </a:p>
        </p:txBody>
      </p:sp>
      <p:cxnSp>
        <p:nvCxnSpPr>
          <p:cNvPr id="11" name="Straight Arrow Connector 10">
            <a:extLst>
              <a:ext uri="{FF2B5EF4-FFF2-40B4-BE49-F238E27FC236}">
                <a16:creationId xmlns:a16="http://schemas.microsoft.com/office/drawing/2014/main" id="{0F82F125-7298-8083-9829-F835C0FF3894}"/>
              </a:ext>
            </a:extLst>
          </p:cNvPr>
          <p:cNvCxnSpPr/>
          <p:nvPr/>
        </p:nvCxnSpPr>
        <p:spPr bwMode="auto">
          <a:xfrm flipH="1">
            <a:off x="7029520" y="3162910"/>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5E140CE5-A91D-1B71-D82B-9E61E92D6CE6}"/>
              </a:ext>
            </a:extLst>
          </p:cNvPr>
          <p:cNvCxnSpPr/>
          <p:nvPr/>
        </p:nvCxnSpPr>
        <p:spPr bwMode="auto">
          <a:xfrm flipH="1">
            <a:off x="7029520" y="3539817"/>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982C2399-8A00-2601-05A1-82414173410F}"/>
              </a:ext>
            </a:extLst>
          </p:cNvPr>
          <p:cNvCxnSpPr/>
          <p:nvPr/>
        </p:nvCxnSpPr>
        <p:spPr bwMode="auto">
          <a:xfrm flipH="1">
            <a:off x="7029520" y="3925304"/>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5F4F3568-7690-7973-E8B4-3BD1730C32AF}"/>
              </a:ext>
            </a:extLst>
          </p:cNvPr>
          <p:cNvCxnSpPr/>
          <p:nvPr/>
        </p:nvCxnSpPr>
        <p:spPr bwMode="auto">
          <a:xfrm flipH="1">
            <a:off x="7043314" y="4305910"/>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ED43B934-CE65-85E6-6B53-FA9D5F8646E6}"/>
              </a:ext>
            </a:extLst>
          </p:cNvPr>
          <p:cNvCxnSpPr/>
          <p:nvPr/>
        </p:nvCxnSpPr>
        <p:spPr bwMode="auto">
          <a:xfrm flipH="1">
            <a:off x="7043314" y="4682817"/>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7FA78C28-FDB7-E84D-5A79-F6F4E20C5434}"/>
              </a:ext>
            </a:extLst>
          </p:cNvPr>
          <p:cNvCxnSpPr/>
          <p:nvPr/>
        </p:nvCxnSpPr>
        <p:spPr bwMode="auto">
          <a:xfrm flipH="1">
            <a:off x="7043314" y="5068304"/>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4C3AFE6B-A34A-109A-4386-60F71B6EA28F}"/>
              </a:ext>
            </a:extLst>
          </p:cNvPr>
          <p:cNvCxnSpPr/>
          <p:nvPr/>
        </p:nvCxnSpPr>
        <p:spPr bwMode="auto">
          <a:xfrm flipH="1">
            <a:off x="7057107" y="5439737"/>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0BC7B7A7-CC69-002E-F29F-6DB5BE2BF886}"/>
              </a:ext>
            </a:extLst>
          </p:cNvPr>
          <p:cNvCxnSpPr/>
          <p:nvPr/>
        </p:nvCxnSpPr>
        <p:spPr bwMode="auto">
          <a:xfrm flipH="1">
            <a:off x="7057107" y="5825224"/>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0129123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583358650"/>
              </p:ext>
            </p:extLst>
          </p:nvPr>
        </p:nvGraphicFramePr>
        <p:xfrm>
          <a:off x="28764" y="1049977"/>
          <a:ext cx="8799926" cy="2011764"/>
        </p:xfrm>
        <a:graphic>
          <a:graphicData uri="http://schemas.openxmlformats.org/drawingml/2006/table">
            <a:tbl>
              <a:tblPr firstRow="1" bandRow="1">
                <a:tableStyleId>{5C22544A-7EE6-4342-B048-85BDC9FD1C3A}</a:tableStyleId>
              </a:tblPr>
              <a:tblGrid>
                <a:gridCol w="638120">
                  <a:extLst>
                    <a:ext uri="{9D8B030D-6E8A-4147-A177-3AD203B41FA5}">
                      <a16:colId xmlns:a16="http://schemas.microsoft.com/office/drawing/2014/main" val="20000"/>
                    </a:ext>
                  </a:extLst>
                </a:gridCol>
                <a:gridCol w="8161806">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20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Unzip and download the CANape21.0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Double click Setup.exe to begin install</a:t>
                      </a:r>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21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Install to C:\Program Files\Vector CANape21.0 (Photo # 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Select the Fully Featured or Test Version (Photo # 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Note the Eve Kit may restart a couple times during install </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Content Placeholder 15">
            <a:extLst>
              <a:ext uri="{FF2B5EF4-FFF2-40B4-BE49-F238E27FC236}">
                <a16:creationId xmlns:a16="http://schemas.microsoft.com/office/drawing/2014/main" id="{5A00C43D-36D2-78A6-7203-D2CB26B6912C}"/>
              </a:ext>
            </a:extLst>
          </p:cNvPr>
          <p:cNvPicPr>
            <a:picLocks noChangeAspect="1"/>
          </p:cNvPicPr>
          <p:nvPr/>
        </p:nvPicPr>
        <p:blipFill rotWithShape="1">
          <a:blip r:embed="rId2">
            <a:extLst>
              <a:ext uri="{28A0092B-C50C-407E-A947-70E740481C1C}">
                <a14:useLocalDpi xmlns:a14="http://schemas.microsoft.com/office/drawing/2010/main" val="0"/>
              </a:ext>
            </a:extLst>
          </a:blip>
          <a:srcRect t="6031"/>
          <a:stretch/>
        </p:blipFill>
        <p:spPr>
          <a:xfrm>
            <a:off x="448889" y="3250323"/>
            <a:ext cx="3189204" cy="2274523"/>
          </a:xfrm>
          <a:prstGeom prst="rect">
            <a:avLst/>
          </a:prstGeom>
        </p:spPr>
      </p:pic>
      <p:pic>
        <p:nvPicPr>
          <p:cNvPr id="7" name="Picture 6">
            <a:extLst>
              <a:ext uri="{FF2B5EF4-FFF2-40B4-BE49-F238E27FC236}">
                <a16:creationId xmlns:a16="http://schemas.microsoft.com/office/drawing/2014/main" id="{9FD2D7C2-5B85-5349-DD34-DCBE6CD32548}"/>
              </a:ext>
            </a:extLst>
          </p:cNvPr>
          <p:cNvPicPr>
            <a:picLocks noChangeAspect="1"/>
          </p:cNvPicPr>
          <p:nvPr/>
        </p:nvPicPr>
        <p:blipFill rotWithShape="1">
          <a:blip r:embed="rId3">
            <a:extLst>
              <a:ext uri="{28A0092B-C50C-407E-A947-70E740481C1C}">
                <a14:useLocalDpi xmlns:a14="http://schemas.microsoft.com/office/drawing/2010/main" val="0"/>
              </a:ext>
            </a:extLst>
          </a:blip>
          <a:srcRect t="5703"/>
          <a:stretch/>
        </p:blipFill>
        <p:spPr>
          <a:xfrm>
            <a:off x="2607414" y="3613234"/>
            <a:ext cx="3273914" cy="2330773"/>
          </a:xfrm>
          <a:prstGeom prst="rect">
            <a:avLst/>
          </a:prstGeom>
        </p:spPr>
      </p:pic>
      <p:pic>
        <p:nvPicPr>
          <p:cNvPr id="10" name="Picture 9">
            <a:extLst>
              <a:ext uri="{FF2B5EF4-FFF2-40B4-BE49-F238E27FC236}">
                <a16:creationId xmlns:a16="http://schemas.microsoft.com/office/drawing/2014/main" id="{146E3688-D630-79E7-AC0B-A6E0F425EFDE}"/>
              </a:ext>
            </a:extLst>
          </p:cNvPr>
          <p:cNvPicPr>
            <a:picLocks noChangeAspect="1"/>
          </p:cNvPicPr>
          <p:nvPr/>
        </p:nvPicPr>
        <p:blipFill rotWithShape="1">
          <a:blip r:embed="rId4">
            <a:extLst>
              <a:ext uri="{28A0092B-C50C-407E-A947-70E740481C1C}">
                <a14:useLocalDpi xmlns:a14="http://schemas.microsoft.com/office/drawing/2010/main" val="0"/>
              </a:ext>
            </a:extLst>
          </a:blip>
          <a:srcRect t="5550" b="153"/>
          <a:stretch/>
        </p:blipFill>
        <p:spPr>
          <a:xfrm>
            <a:off x="5472917" y="3916465"/>
            <a:ext cx="3252290" cy="2330772"/>
          </a:xfrm>
          <a:prstGeom prst="rect">
            <a:avLst/>
          </a:prstGeom>
        </p:spPr>
      </p:pic>
      <p:sp>
        <p:nvSpPr>
          <p:cNvPr id="11" name="Rectangle 10">
            <a:extLst>
              <a:ext uri="{FF2B5EF4-FFF2-40B4-BE49-F238E27FC236}">
                <a16:creationId xmlns:a16="http://schemas.microsoft.com/office/drawing/2014/main" id="{FACFBCDB-0ED3-3787-7EF7-DF6E03701563}"/>
              </a:ext>
            </a:extLst>
          </p:cNvPr>
          <p:cNvSpPr/>
          <p:nvPr/>
        </p:nvSpPr>
        <p:spPr bwMode="auto">
          <a:xfrm>
            <a:off x="4102485" y="4614982"/>
            <a:ext cx="69273" cy="83127"/>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2" name="TextBox 11">
            <a:extLst>
              <a:ext uri="{FF2B5EF4-FFF2-40B4-BE49-F238E27FC236}">
                <a16:creationId xmlns:a16="http://schemas.microsoft.com/office/drawing/2014/main" id="{6A2890C4-A89B-6684-3E9A-97D20E6A961E}"/>
              </a:ext>
            </a:extLst>
          </p:cNvPr>
          <p:cNvSpPr txBox="1"/>
          <p:nvPr/>
        </p:nvSpPr>
        <p:spPr>
          <a:xfrm>
            <a:off x="4004103" y="4564877"/>
            <a:ext cx="678872" cy="184666"/>
          </a:xfrm>
          <a:prstGeom prst="rect">
            <a:avLst/>
          </a:prstGeom>
          <a:noFill/>
        </p:spPr>
        <p:txBody>
          <a:bodyPr wrap="square" rtlCol="0">
            <a:spAutoFit/>
          </a:bodyPr>
          <a:lstStyle/>
          <a:p>
            <a:r>
              <a:rPr lang="en-US" sz="600" b="0" dirty="0"/>
              <a:t>21</a:t>
            </a:r>
            <a:endParaRPr lang="en-US" sz="700" b="0" dirty="0"/>
          </a:p>
        </p:txBody>
      </p:sp>
      <p:sp>
        <p:nvSpPr>
          <p:cNvPr id="20" name="TextBox 19">
            <a:extLst>
              <a:ext uri="{FF2B5EF4-FFF2-40B4-BE49-F238E27FC236}">
                <a16:creationId xmlns:a16="http://schemas.microsoft.com/office/drawing/2014/main" id="{BDE66340-A0EB-40B4-F757-AE124633EE65}"/>
              </a:ext>
            </a:extLst>
          </p:cNvPr>
          <p:cNvSpPr txBox="1"/>
          <p:nvPr/>
        </p:nvSpPr>
        <p:spPr>
          <a:xfrm>
            <a:off x="2755628" y="5582566"/>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19</a:t>
            </a:r>
          </a:p>
        </p:txBody>
      </p:sp>
      <p:sp>
        <p:nvSpPr>
          <p:cNvPr id="14" name="TextBox 13">
            <a:extLst>
              <a:ext uri="{FF2B5EF4-FFF2-40B4-BE49-F238E27FC236}">
                <a16:creationId xmlns:a16="http://schemas.microsoft.com/office/drawing/2014/main" id="{76B97D68-D878-95B7-2B8C-0E6B9A35CF6D}"/>
              </a:ext>
            </a:extLst>
          </p:cNvPr>
          <p:cNvSpPr txBox="1"/>
          <p:nvPr/>
        </p:nvSpPr>
        <p:spPr>
          <a:xfrm>
            <a:off x="5621131" y="5852038"/>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20</a:t>
            </a:r>
          </a:p>
        </p:txBody>
      </p:sp>
    </p:spTree>
    <p:extLst>
      <p:ext uri="{BB962C8B-B14F-4D97-AF65-F5344CB8AC3E}">
        <p14:creationId xmlns:p14="http://schemas.microsoft.com/office/powerpoint/2010/main" val="59372041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103580432"/>
              </p:ext>
            </p:extLst>
          </p:nvPr>
        </p:nvGraphicFramePr>
        <p:xfrm>
          <a:off x="255072" y="1241644"/>
          <a:ext cx="5123752" cy="4410587"/>
        </p:xfrm>
        <a:graphic>
          <a:graphicData uri="http://schemas.openxmlformats.org/drawingml/2006/table">
            <a:tbl>
              <a:tblPr firstRow="1" bandRow="1">
                <a:tableStyleId>{5C22544A-7EE6-4342-B048-85BDC9FD1C3A}</a:tableStyleId>
              </a:tblPr>
              <a:tblGrid>
                <a:gridCol w="856552">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0337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1748180">
                <a:tc>
                  <a:txBody>
                    <a:bodyPr/>
                    <a:lstStyle/>
                    <a:p>
                      <a:pPr algn="ctr"/>
                      <a:r>
                        <a:rPr lang="en-US" sz="1800" dirty="0"/>
                        <a:t>22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u="none" strike="noStrike" kern="1200" dirty="0">
                          <a:solidFill>
                            <a:schemeClr val="dk1"/>
                          </a:solidFill>
                          <a:effectLst/>
                          <a:latin typeface="+mn-lt"/>
                          <a:ea typeface="+mn-ea"/>
                          <a:cs typeface="+mn-cs"/>
                        </a:rPr>
                        <a:t>Vector_Driver_Setup_080824 &gt; Vector_Driver_Setup_24_20_2 &gt; </a:t>
                      </a:r>
                      <a:r>
                        <a:rPr lang="en-US" sz="1600" b="0" kern="1200" dirty="0">
                          <a:solidFill>
                            <a:schemeClr val="dk1"/>
                          </a:solidFill>
                          <a:effectLst/>
                          <a:latin typeface="+mn-lt"/>
                          <a:ea typeface="+mn-ea"/>
                          <a:cs typeface="+mn-cs"/>
                        </a:rPr>
                        <a:t>Drivers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dk1"/>
                          </a:solidFill>
                          <a:effectLst/>
                          <a:latin typeface="+mn-lt"/>
                          <a:ea typeface="+mn-ea"/>
                          <a:cs typeface="+mn-cs"/>
                        </a:rPr>
                        <a:t>Double click on setup.exe to download the vector tools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marL="91443" marR="91443" marT="45734" marB="45734"/>
                </a:tc>
                <a:extLst>
                  <a:ext uri="{0D108BD9-81ED-4DB2-BD59-A6C34878D82A}">
                    <a16:rowId xmlns:a16="http://schemas.microsoft.com/office/drawing/2014/main" val="10001"/>
                  </a:ext>
                </a:extLst>
              </a:tr>
              <a:tr h="2296619">
                <a:tc>
                  <a:txBody>
                    <a:bodyPr/>
                    <a:lstStyle/>
                    <a:p>
                      <a:pPr algn="ctr"/>
                      <a:r>
                        <a:rPr lang="en-US" sz="1800" dirty="0"/>
                        <a:t>23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Check the boxes to install the following drivers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VN1530/VN1531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VN1610/VN1611/VN1630/VN1640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VN5650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Vector Time Sync Service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GNSS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(Photo # 21)</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Content Placeholder 5">
            <a:extLst>
              <a:ext uri="{FF2B5EF4-FFF2-40B4-BE49-F238E27FC236}">
                <a16:creationId xmlns:a16="http://schemas.microsoft.com/office/drawing/2014/main" id="{82A8F99E-DC19-73A8-85E8-8EBEFE292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7412" y="905006"/>
            <a:ext cx="3372028" cy="5230579"/>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5621131" y="5852038"/>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21</a:t>
            </a:r>
          </a:p>
        </p:txBody>
      </p:sp>
    </p:spTree>
    <p:extLst>
      <p:ext uri="{BB962C8B-B14F-4D97-AF65-F5344CB8AC3E}">
        <p14:creationId xmlns:p14="http://schemas.microsoft.com/office/powerpoint/2010/main" val="410937856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a:xfrm>
            <a:off x="255071" y="671813"/>
            <a:ext cx="3465281" cy="423863"/>
          </a:xfrm>
        </p:spPr>
        <p:txBody>
          <a:bodyPr/>
          <a:lstStyle/>
          <a:p>
            <a:r>
              <a:rPr lang="en-US" dirty="0"/>
              <a:t>Vector License Client </a:t>
            </a:r>
          </a:p>
        </p:txBody>
      </p:sp>
      <p:graphicFrame>
        <p:nvGraphicFramePr>
          <p:cNvPr id="5" name="Table Placeholder 4"/>
          <p:cNvGraphicFramePr>
            <a:graphicFrameLocks/>
          </p:cNvGraphicFramePr>
          <p:nvPr>
            <p:extLst>
              <p:ext uri="{D42A27DB-BD31-4B8C-83A1-F6EECF244321}">
                <p14:modId xmlns:p14="http://schemas.microsoft.com/office/powerpoint/2010/main" val="589544576"/>
              </p:ext>
            </p:extLst>
          </p:nvPr>
        </p:nvGraphicFramePr>
        <p:xfrm>
          <a:off x="255070" y="1083411"/>
          <a:ext cx="8521375" cy="975619"/>
        </p:xfrm>
        <a:graphic>
          <a:graphicData uri="http://schemas.openxmlformats.org/drawingml/2006/table">
            <a:tbl>
              <a:tblPr firstRow="1" bandRow="1">
                <a:tableStyleId>{5C22544A-7EE6-4342-B048-85BDC9FD1C3A}</a:tableStyleId>
              </a:tblPr>
              <a:tblGrid>
                <a:gridCol w="690861">
                  <a:extLst>
                    <a:ext uri="{9D8B030D-6E8A-4147-A177-3AD203B41FA5}">
                      <a16:colId xmlns:a16="http://schemas.microsoft.com/office/drawing/2014/main" val="20000"/>
                    </a:ext>
                  </a:extLst>
                </a:gridCol>
                <a:gridCol w="7830514">
                  <a:extLst>
                    <a:ext uri="{9D8B030D-6E8A-4147-A177-3AD203B41FA5}">
                      <a16:colId xmlns:a16="http://schemas.microsoft.com/office/drawing/2014/main" val="20001"/>
                    </a:ext>
                  </a:extLst>
                </a:gridCol>
              </a:tblGrid>
              <a:tr h="253908">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609831">
                <a:tc>
                  <a:txBody>
                    <a:bodyPr/>
                    <a:lstStyle/>
                    <a:p>
                      <a:pPr algn="ctr"/>
                      <a:r>
                        <a:rPr lang="en-US" sz="1800" dirty="0"/>
                        <a:t>24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Work with Andre Apostol, Ryan Bednar, or Michael Clayton to install Vector License to Eve Kit (Photo # 22)</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7" name="TextBox 6">
            <a:extLst>
              <a:ext uri="{FF2B5EF4-FFF2-40B4-BE49-F238E27FC236}">
                <a16:creationId xmlns:a16="http://schemas.microsoft.com/office/drawing/2014/main" id="{1A652E8D-A034-0C89-B6E6-14C75E97E061}"/>
              </a:ext>
            </a:extLst>
          </p:cNvPr>
          <p:cNvSpPr txBox="1"/>
          <p:nvPr/>
        </p:nvSpPr>
        <p:spPr>
          <a:xfrm>
            <a:off x="4448961" y="4034220"/>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22</a:t>
            </a:r>
          </a:p>
        </p:txBody>
      </p:sp>
      <p:pic>
        <p:nvPicPr>
          <p:cNvPr id="10" name="Picture 9">
            <a:extLst>
              <a:ext uri="{FF2B5EF4-FFF2-40B4-BE49-F238E27FC236}">
                <a16:creationId xmlns:a16="http://schemas.microsoft.com/office/drawing/2014/main" id="{18EE8301-1350-19AE-2B3C-D473102B6097}"/>
              </a:ext>
            </a:extLst>
          </p:cNvPr>
          <p:cNvPicPr>
            <a:picLocks noChangeAspect="1"/>
          </p:cNvPicPr>
          <p:nvPr/>
        </p:nvPicPr>
        <p:blipFill>
          <a:blip r:embed="rId2"/>
          <a:stretch>
            <a:fillRect/>
          </a:stretch>
        </p:blipFill>
        <p:spPr>
          <a:xfrm>
            <a:off x="139461" y="2059030"/>
            <a:ext cx="3395748" cy="2304993"/>
          </a:xfrm>
          <a:prstGeom prst="rect">
            <a:avLst/>
          </a:prstGeom>
        </p:spPr>
      </p:pic>
      <p:pic>
        <p:nvPicPr>
          <p:cNvPr id="12" name="Picture 11">
            <a:extLst>
              <a:ext uri="{FF2B5EF4-FFF2-40B4-BE49-F238E27FC236}">
                <a16:creationId xmlns:a16="http://schemas.microsoft.com/office/drawing/2014/main" id="{B4D4EF0A-7D23-81FE-2ABC-9FA1404F909C}"/>
              </a:ext>
            </a:extLst>
          </p:cNvPr>
          <p:cNvPicPr>
            <a:picLocks noChangeAspect="1"/>
          </p:cNvPicPr>
          <p:nvPr/>
        </p:nvPicPr>
        <p:blipFill>
          <a:blip r:embed="rId3"/>
          <a:stretch>
            <a:fillRect/>
          </a:stretch>
        </p:blipFill>
        <p:spPr>
          <a:xfrm>
            <a:off x="2756178" y="4466766"/>
            <a:ext cx="3446614" cy="2310186"/>
          </a:xfrm>
          <a:prstGeom prst="rect">
            <a:avLst/>
          </a:prstGeom>
        </p:spPr>
      </p:pic>
      <p:pic>
        <p:nvPicPr>
          <p:cNvPr id="15" name="Picture 14">
            <a:extLst>
              <a:ext uri="{FF2B5EF4-FFF2-40B4-BE49-F238E27FC236}">
                <a16:creationId xmlns:a16="http://schemas.microsoft.com/office/drawing/2014/main" id="{66BADCEB-D238-FE64-5CAA-EC3574FC5014}"/>
              </a:ext>
            </a:extLst>
          </p:cNvPr>
          <p:cNvPicPr>
            <a:picLocks noChangeAspect="1"/>
          </p:cNvPicPr>
          <p:nvPr/>
        </p:nvPicPr>
        <p:blipFill>
          <a:blip r:embed="rId4"/>
          <a:stretch>
            <a:fillRect/>
          </a:stretch>
        </p:blipFill>
        <p:spPr>
          <a:xfrm>
            <a:off x="5812555" y="2138661"/>
            <a:ext cx="3191984" cy="2317258"/>
          </a:xfrm>
          <a:prstGeom prst="rect">
            <a:avLst/>
          </a:prstGeom>
        </p:spPr>
      </p:pic>
    </p:spTree>
    <p:extLst>
      <p:ext uri="{BB962C8B-B14F-4D97-AF65-F5344CB8AC3E}">
        <p14:creationId xmlns:p14="http://schemas.microsoft.com/office/powerpoint/2010/main" val="81974030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1868142316"/>
              </p:ext>
            </p:extLst>
          </p:nvPr>
        </p:nvGraphicFramePr>
        <p:xfrm>
          <a:off x="255071" y="1241644"/>
          <a:ext cx="8521375" cy="2621392"/>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122073">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25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Open Vector Hardware Config</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26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 the Network Devices tab, make sure both the VN5650 and VN1670 are available.  If they are not available, click the Scan Network icon, once available, right click and select connect on each device. (Photo # 23)</a:t>
                      </a: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27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each deice to change IP Address and Mode.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VN1670 – Mode: Static, IP: 192.168.4.4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VN1670 – Mode: Static, IP: 19.168.10.10</a:t>
                      </a: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Content Placeholder 4">
            <a:extLst>
              <a:ext uri="{FF2B5EF4-FFF2-40B4-BE49-F238E27FC236}">
                <a16:creationId xmlns:a16="http://schemas.microsoft.com/office/drawing/2014/main" id="{21B933CC-A15A-B2A3-EDFB-D04AC113754D}"/>
              </a:ext>
            </a:extLst>
          </p:cNvPr>
          <p:cNvPicPr>
            <a:picLocks noChangeAspect="1"/>
          </p:cNvPicPr>
          <p:nvPr/>
        </p:nvPicPr>
        <p:blipFill rotWithShape="1">
          <a:blip r:embed="rId2">
            <a:extLst>
              <a:ext uri="{28A0092B-C50C-407E-A947-70E740481C1C}">
                <a14:useLocalDpi xmlns:a14="http://schemas.microsoft.com/office/drawing/2010/main" val="0"/>
              </a:ext>
            </a:extLst>
          </a:blip>
          <a:srcRect r="38470" b="47578"/>
          <a:stretch/>
        </p:blipFill>
        <p:spPr>
          <a:xfrm>
            <a:off x="225598" y="4087990"/>
            <a:ext cx="3623425" cy="1565452"/>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3161877" y="5257270"/>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23</a:t>
            </a:r>
          </a:p>
        </p:txBody>
      </p:sp>
      <p:pic>
        <p:nvPicPr>
          <p:cNvPr id="10" name="Picture 9">
            <a:extLst>
              <a:ext uri="{FF2B5EF4-FFF2-40B4-BE49-F238E27FC236}">
                <a16:creationId xmlns:a16="http://schemas.microsoft.com/office/drawing/2014/main" id="{A2021FAB-DF22-F46D-E9E8-BAE19921EF30}"/>
              </a:ext>
            </a:extLst>
          </p:cNvPr>
          <p:cNvPicPr>
            <a:picLocks noChangeAspect="1"/>
          </p:cNvPicPr>
          <p:nvPr/>
        </p:nvPicPr>
        <p:blipFill rotWithShape="1">
          <a:blip r:embed="rId3">
            <a:extLst>
              <a:ext uri="{28A0092B-C50C-407E-A947-70E740481C1C}">
                <a14:useLocalDpi xmlns:a14="http://schemas.microsoft.com/office/drawing/2010/main" val="0"/>
              </a:ext>
            </a:extLst>
          </a:blip>
          <a:srcRect r="2729" b="38781"/>
          <a:stretch/>
        </p:blipFill>
        <p:spPr>
          <a:xfrm>
            <a:off x="4138315" y="4029670"/>
            <a:ext cx="4490107" cy="1988221"/>
          </a:xfrm>
          <a:prstGeom prst="rect">
            <a:avLst/>
          </a:prstGeom>
        </p:spPr>
      </p:pic>
      <p:sp>
        <p:nvSpPr>
          <p:cNvPr id="11" name="Oval 10">
            <a:extLst>
              <a:ext uri="{FF2B5EF4-FFF2-40B4-BE49-F238E27FC236}">
                <a16:creationId xmlns:a16="http://schemas.microsoft.com/office/drawing/2014/main" id="{6274A2E1-3A2E-7B4E-56C9-76C25E38CE10}"/>
              </a:ext>
            </a:extLst>
          </p:cNvPr>
          <p:cNvSpPr/>
          <p:nvPr/>
        </p:nvSpPr>
        <p:spPr>
          <a:xfrm>
            <a:off x="1758232" y="4291048"/>
            <a:ext cx="1194619" cy="3613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F6768DB-6EA9-3EFE-0C1D-1F38F563A714}"/>
              </a:ext>
            </a:extLst>
          </p:cNvPr>
          <p:cNvCxnSpPr>
            <a:cxnSpLocks/>
          </p:cNvCxnSpPr>
          <p:nvPr/>
        </p:nvCxnSpPr>
        <p:spPr bwMode="auto">
          <a:xfrm>
            <a:off x="2952851" y="4471717"/>
            <a:ext cx="1297858" cy="195416"/>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3BA66F1-99D6-7BBF-BE02-9F8A1EA0032D}"/>
              </a:ext>
            </a:extLst>
          </p:cNvPr>
          <p:cNvCxnSpPr>
            <a:cxnSpLocks/>
            <a:stCxn id="11" idx="6"/>
          </p:cNvCxnSpPr>
          <p:nvPr/>
        </p:nvCxnSpPr>
        <p:spPr bwMode="auto">
          <a:xfrm>
            <a:off x="2952851" y="4471717"/>
            <a:ext cx="1334729" cy="0"/>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28253876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1935585326"/>
              </p:ext>
            </p:extLst>
          </p:nvPr>
        </p:nvGraphicFramePr>
        <p:xfrm>
          <a:off x="84281" y="1079416"/>
          <a:ext cx="8902064" cy="2666687"/>
        </p:xfrm>
        <a:graphic>
          <a:graphicData uri="http://schemas.openxmlformats.org/drawingml/2006/table">
            <a:tbl>
              <a:tblPr firstRow="1" bandRow="1">
                <a:tableStyleId>{5C22544A-7EE6-4342-B048-85BDC9FD1C3A}</a:tableStyleId>
              </a:tblPr>
              <a:tblGrid>
                <a:gridCol w="577871">
                  <a:extLst>
                    <a:ext uri="{9D8B030D-6E8A-4147-A177-3AD203B41FA5}">
                      <a16:colId xmlns:a16="http://schemas.microsoft.com/office/drawing/2014/main" val="20000"/>
                    </a:ext>
                  </a:extLst>
                </a:gridCol>
                <a:gridCol w="8324193">
                  <a:extLst>
                    <a:ext uri="{9D8B030D-6E8A-4147-A177-3AD203B41FA5}">
                      <a16:colId xmlns:a16="http://schemas.microsoft.com/office/drawing/2014/main" val="20001"/>
                    </a:ext>
                  </a:extLst>
                </a:gridCol>
              </a:tblGrid>
              <a:tr h="39542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28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Expand the Application tab </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29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CANape and select Application Channel Usage (Photo #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Assign CAN to 18 Channels and LIN to 5 Channels then click “OK” (Photo # 25)</a:t>
                      </a: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30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each can channel and assign each can channel as show in Photo #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CAN 1-10 = VN1670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CAN 11-16 = VN1530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CAN 17-18 = VN5650</a:t>
                      </a: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15" name="Content Placeholder 9">
            <a:extLst>
              <a:ext uri="{FF2B5EF4-FFF2-40B4-BE49-F238E27FC236}">
                <a16:creationId xmlns:a16="http://schemas.microsoft.com/office/drawing/2014/main" id="{99B17BD8-9791-E573-4612-C5A0F9ADC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3500" y="3116044"/>
            <a:ext cx="4712946" cy="3369510"/>
          </a:xfrm>
          <a:prstGeom prst="rect">
            <a:avLst/>
          </a:prstGeom>
        </p:spPr>
      </p:pic>
      <p:pic>
        <p:nvPicPr>
          <p:cNvPr id="16" name="Picture 15">
            <a:extLst>
              <a:ext uri="{FF2B5EF4-FFF2-40B4-BE49-F238E27FC236}">
                <a16:creationId xmlns:a16="http://schemas.microsoft.com/office/drawing/2014/main" id="{96EDFCC4-6B77-A4BD-CAC8-D7147886B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036" y="4168799"/>
            <a:ext cx="2830318" cy="2284471"/>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2774332" y="5876261"/>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25</a:t>
            </a:r>
          </a:p>
        </p:txBody>
      </p:sp>
      <p:sp>
        <p:nvSpPr>
          <p:cNvPr id="17" name="TextBox 16">
            <a:extLst>
              <a:ext uri="{FF2B5EF4-FFF2-40B4-BE49-F238E27FC236}">
                <a16:creationId xmlns:a16="http://schemas.microsoft.com/office/drawing/2014/main" id="{4870160E-13C6-DEE4-114F-F7AA6A878032}"/>
              </a:ext>
            </a:extLst>
          </p:cNvPr>
          <p:cNvSpPr txBox="1"/>
          <p:nvPr/>
        </p:nvSpPr>
        <p:spPr>
          <a:xfrm>
            <a:off x="8159122" y="5979922"/>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24</a:t>
            </a:r>
          </a:p>
        </p:txBody>
      </p:sp>
      <p:sp>
        <p:nvSpPr>
          <p:cNvPr id="18" name="Oval 17">
            <a:extLst>
              <a:ext uri="{FF2B5EF4-FFF2-40B4-BE49-F238E27FC236}">
                <a16:creationId xmlns:a16="http://schemas.microsoft.com/office/drawing/2014/main" id="{B8748FC1-188E-57FA-70FA-25655F505799}"/>
              </a:ext>
            </a:extLst>
          </p:cNvPr>
          <p:cNvSpPr/>
          <p:nvPr/>
        </p:nvSpPr>
        <p:spPr>
          <a:xfrm>
            <a:off x="4328651" y="4869786"/>
            <a:ext cx="398207" cy="2036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E907F7A-89A3-D8ED-F62D-3FBCC74B8770}"/>
              </a:ext>
            </a:extLst>
          </p:cNvPr>
          <p:cNvCxnSpPr>
            <a:cxnSpLocks/>
            <a:stCxn id="18" idx="2"/>
          </p:cNvCxnSpPr>
          <p:nvPr/>
        </p:nvCxnSpPr>
        <p:spPr bwMode="auto">
          <a:xfrm flipH="1">
            <a:off x="3207774" y="4971616"/>
            <a:ext cx="1120877" cy="713294"/>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61816050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5025FB-6439-D71B-AB88-9D679D1DC7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5072" y="3526573"/>
            <a:ext cx="4056548" cy="2927518"/>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509906706"/>
              </p:ext>
            </p:extLst>
          </p:nvPr>
        </p:nvGraphicFramePr>
        <p:xfrm>
          <a:off x="255071" y="1079416"/>
          <a:ext cx="8521375" cy="2422847"/>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39542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31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VN5650 and select Ethernet Device Configuration </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32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Drag the “Link” Segment and Physical ports 1 and 2 to the light blue box in the center of the screen (Photo # 26)</a:t>
                      </a: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33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 Rename the name to ETH1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2 Rename Port 1 to </a:t>
                      </a:r>
                      <a:r>
                        <a:rPr lang="en-US" sz="1600" dirty="0" err="1">
                          <a:solidFill>
                            <a:schemeClr val="tx1"/>
                          </a:solidFill>
                        </a:rPr>
                        <a:t>RadarSensor</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3 Rename Port 2 to </a:t>
                      </a:r>
                      <a:r>
                        <a:rPr lang="en-US" sz="1600" dirty="0" err="1">
                          <a:solidFill>
                            <a:schemeClr val="tx1"/>
                          </a:solidFill>
                        </a:rPr>
                        <a:t>RadarECU</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4 Rename Link to </a:t>
                      </a:r>
                      <a:r>
                        <a:rPr lang="en-US" sz="1600" dirty="0" err="1">
                          <a:solidFill>
                            <a:schemeClr val="tx1"/>
                          </a:solidFill>
                        </a:rPr>
                        <a:t>RadarEth</a:t>
                      </a:r>
                      <a:r>
                        <a:rPr lang="en-US" sz="1600" dirty="0">
                          <a:solidFill>
                            <a:schemeClr val="tx1"/>
                          </a:solidFill>
                        </a:rPr>
                        <a:t> (Photo # 27)</a:t>
                      </a: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7" name="TextBox 6">
            <a:extLst>
              <a:ext uri="{FF2B5EF4-FFF2-40B4-BE49-F238E27FC236}">
                <a16:creationId xmlns:a16="http://schemas.microsoft.com/office/drawing/2014/main" id="{1A652E8D-A034-0C89-B6E6-14C75E97E061}"/>
              </a:ext>
            </a:extLst>
          </p:cNvPr>
          <p:cNvSpPr txBox="1"/>
          <p:nvPr/>
        </p:nvSpPr>
        <p:spPr>
          <a:xfrm>
            <a:off x="3745026" y="5984808"/>
            <a:ext cx="434480" cy="307777"/>
          </a:xfrm>
          <a:prstGeom prst="rect">
            <a:avLst/>
          </a:prstGeom>
          <a:solidFill>
            <a:srgbClr val="FFFF00"/>
          </a:solidFill>
          <a:ln w="19050">
            <a:solidFill>
              <a:srgbClr val="FF0000"/>
            </a:solidFill>
          </a:ln>
        </p:spPr>
        <p:txBody>
          <a:bodyPr wrap="square" rtlCol="0" anchor="ctr">
            <a:spAutoFit/>
          </a:bodyPr>
          <a:lstStyle/>
          <a:p>
            <a:pPr algn="ctr"/>
            <a:r>
              <a:rPr lang="en-US" sz="1400" dirty="0"/>
              <a:t>26</a:t>
            </a:r>
          </a:p>
        </p:txBody>
      </p:sp>
      <p:sp>
        <p:nvSpPr>
          <p:cNvPr id="17" name="TextBox 16">
            <a:extLst>
              <a:ext uri="{FF2B5EF4-FFF2-40B4-BE49-F238E27FC236}">
                <a16:creationId xmlns:a16="http://schemas.microsoft.com/office/drawing/2014/main" id="{4870160E-13C6-DEE4-114F-F7AA6A878032}"/>
              </a:ext>
            </a:extLst>
          </p:cNvPr>
          <p:cNvSpPr txBox="1"/>
          <p:nvPr/>
        </p:nvSpPr>
        <p:spPr>
          <a:xfrm>
            <a:off x="8159122" y="5979922"/>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27</a:t>
            </a:r>
          </a:p>
        </p:txBody>
      </p:sp>
      <p:cxnSp>
        <p:nvCxnSpPr>
          <p:cNvPr id="19" name="Straight Arrow Connector 18">
            <a:extLst>
              <a:ext uri="{FF2B5EF4-FFF2-40B4-BE49-F238E27FC236}">
                <a16:creationId xmlns:a16="http://schemas.microsoft.com/office/drawing/2014/main" id="{1E907F7A-89A3-D8ED-F62D-3FBCC74B8770}"/>
              </a:ext>
            </a:extLst>
          </p:cNvPr>
          <p:cNvCxnSpPr>
            <a:cxnSpLocks/>
          </p:cNvCxnSpPr>
          <p:nvPr/>
        </p:nvCxnSpPr>
        <p:spPr bwMode="auto">
          <a:xfrm flipV="1">
            <a:off x="602401" y="4372704"/>
            <a:ext cx="659249" cy="405773"/>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46EE2336-D795-BDCD-9DBB-DDA9802DDA75}"/>
              </a:ext>
            </a:extLst>
          </p:cNvPr>
          <p:cNvCxnSpPr>
            <a:cxnSpLocks/>
          </p:cNvCxnSpPr>
          <p:nvPr/>
        </p:nvCxnSpPr>
        <p:spPr bwMode="auto">
          <a:xfrm flipV="1">
            <a:off x="602401" y="4429368"/>
            <a:ext cx="953628" cy="1079155"/>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211CF645-0C61-3177-C640-6A5F052FDCF1}"/>
              </a:ext>
            </a:extLst>
          </p:cNvPr>
          <p:cNvCxnSpPr>
            <a:cxnSpLocks/>
          </p:cNvCxnSpPr>
          <p:nvPr/>
        </p:nvCxnSpPr>
        <p:spPr bwMode="auto">
          <a:xfrm flipV="1">
            <a:off x="619432" y="4429368"/>
            <a:ext cx="1324042" cy="1182393"/>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pic>
        <p:nvPicPr>
          <p:cNvPr id="28" name="Picture 27">
            <a:extLst>
              <a:ext uri="{FF2B5EF4-FFF2-40B4-BE49-F238E27FC236}">
                <a16:creationId xmlns:a16="http://schemas.microsoft.com/office/drawing/2014/main" id="{355052DA-D6E0-9B09-4D4C-E47686BA2E23}"/>
              </a:ext>
            </a:extLst>
          </p:cNvPr>
          <p:cNvPicPr>
            <a:picLocks noChangeAspect="1"/>
          </p:cNvPicPr>
          <p:nvPr/>
        </p:nvPicPr>
        <p:blipFill rotWithShape="1">
          <a:blip r:embed="rId3">
            <a:extLst>
              <a:ext uri="{28A0092B-C50C-407E-A947-70E740481C1C}">
                <a14:useLocalDpi xmlns:a14="http://schemas.microsoft.com/office/drawing/2010/main" val="0"/>
              </a:ext>
            </a:extLst>
          </a:blip>
          <a:srcRect l="18861" t="8345" b="55426"/>
          <a:stretch/>
        </p:blipFill>
        <p:spPr>
          <a:xfrm>
            <a:off x="4320417" y="3599186"/>
            <a:ext cx="4621303" cy="1500511"/>
          </a:xfrm>
          <a:prstGeom prst="rect">
            <a:avLst/>
          </a:prstGeom>
        </p:spPr>
      </p:pic>
      <p:sp>
        <p:nvSpPr>
          <p:cNvPr id="29" name="TextBox 28">
            <a:extLst>
              <a:ext uri="{FF2B5EF4-FFF2-40B4-BE49-F238E27FC236}">
                <a16:creationId xmlns:a16="http://schemas.microsoft.com/office/drawing/2014/main" id="{C9003EDA-F035-04CF-CB8C-73175D321386}"/>
              </a:ext>
            </a:extLst>
          </p:cNvPr>
          <p:cNvSpPr txBox="1"/>
          <p:nvPr/>
        </p:nvSpPr>
        <p:spPr>
          <a:xfrm>
            <a:off x="8119568" y="4388780"/>
            <a:ext cx="155135" cy="253916"/>
          </a:xfrm>
          <a:prstGeom prst="rect">
            <a:avLst/>
          </a:prstGeom>
          <a:noFill/>
          <a:ln w="19050">
            <a:solidFill>
              <a:srgbClr val="FF0000"/>
            </a:solidFill>
          </a:ln>
        </p:spPr>
        <p:txBody>
          <a:bodyPr wrap="square" rtlCol="0" anchor="ctr">
            <a:spAutoFit/>
          </a:bodyPr>
          <a:lstStyle/>
          <a:p>
            <a:pPr algn="ctr"/>
            <a:r>
              <a:rPr lang="en-US" sz="1050" dirty="0"/>
              <a:t>1</a:t>
            </a:r>
          </a:p>
        </p:txBody>
      </p:sp>
      <p:sp>
        <p:nvSpPr>
          <p:cNvPr id="30" name="TextBox 29">
            <a:extLst>
              <a:ext uri="{FF2B5EF4-FFF2-40B4-BE49-F238E27FC236}">
                <a16:creationId xmlns:a16="http://schemas.microsoft.com/office/drawing/2014/main" id="{4F50E7AC-2AAF-8DB1-0FEF-4BF1C2EAE590}"/>
              </a:ext>
            </a:extLst>
          </p:cNvPr>
          <p:cNvSpPr txBox="1"/>
          <p:nvPr/>
        </p:nvSpPr>
        <p:spPr>
          <a:xfrm>
            <a:off x="4789340" y="4307749"/>
            <a:ext cx="155135" cy="253916"/>
          </a:xfrm>
          <a:prstGeom prst="rect">
            <a:avLst/>
          </a:prstGeom>
          <a:noFill/>
          <a:ln w="19050">
            <a:solidFill>
              <a:srgbClr val="FF0000"/>
            </a:solidFill>
          </a:ln>
        </p:spPr>
        <p:txBody>
          <a:bodyPr wrap="square" rtlCol="0" anchor="ctr">
            <a:spAutoFit/>
          </a:bodyPr>
          <a:lstStyle/>
          <a:p>
            <a:pPr algn="ctr"/>
            <a:r>
              <a:rPr lang="en-US" sz="1050" dirty="0"/>
              <a:t>2</a:t>
            </a:r>
          </a:p>
        </p:txBody>
      </p:sp>
      <p:sp>
        <p:nvSpPr>
          <p:cNvPr id="31" name="TextBox 30">
            <a:extLst>
              <a:ext uri="{FF2B5EF4-FFF2-40B4-BE49-F238E27FC236}">
                <a16:creationId xmlns:a16="http://schemas.microsoft.com/office/drawing/2014/main" id="{0530BDCE-CA7C-7C39-E636-9C09F86D5F66}"/>
              </a:ext>
            </a:extLst>
          </p:cNvPr>
          <p:cNvSpPr txBox="1"/>
          <p:nvPr/>
        </p:nvSpPr>
        <p:spPr>
          <a:xfrm>
            <a:off x="4866907" y="4630085"/>
            <a:ext cx="155135" cy="253916"/>
          </a:xfrm>
          <a:prstGeom prst="rect">
            <a:avLst/>
          </a:prstGeom>
          <a:noFill/>
          <a:ln w="19050">
            <a:solidFill>
              <a:srgbClr val="FF0000"/>
            </a:solidFill>
          </a:ln>
        </p:spPr>
        <p:txBody>
          <a:bodyPr wrap="square" rtlCol="0" anchor="ctr">
            <a:spAutoFit/>
          </a:bodyPr>
          <a:lstStyle/>
          <a:p>
            <a:pPr algn="ctr"/>
            <a:r>
              <a:rPr lang="en-US" sz="1050" dirty="0"/>
              <a:t>3</a:t>
            </a:r>
          </a:p>
        </p:txBody>
      </p:sp>
      <p:sp>
        <p:nvSpPr>
          <p:cNvPr id="32" name="TextBox 31">
            <a:extLst>
              <a:ext uri="{FF2B5EF4-FFF2-40B4-BE49-F238E27FC236}">
                <a16:creationId xmlns:a16="http://schemas.microsoft.com/office/drawing/2014/main" id="{5DE569F8-C300-DBD1-D8C9-206E356A41D2}"/>
              </a:ext>
            </a:extLst>
          </p:cNvPr>
          <p:cNvSpPr txBox="1"/>
          <p:nvPr/>
        </p:nvSpPr>
        <p:spPr>
          <a:xfrm>
            <a:off x="5744031" y="4069361"/>
            <a:ext cx="155135" cy="253916"/>
          </a:xfrm>
          <a:prstGeom prst="rect">
            <a:avLst/>
          </a:prstGeom>
          <a:noFill/>
          <a:ln w="19050">
            <a:solidFill>
              <a:srgbClr val="FF0000"/>
            </a:solidFill>
          </a:ln>
        </p:spPr>
        <p:txBody>
          <a:bodyPr wrap="square" rtlCol="0" anchor="ctr">
            <a:spAutoFit/>
          </a:bodyPr>
          <a:lstStyle/>
          <a:p>
            <a:pPr algn="ctr"/>
            <a:r>
              <a:rPr lang="en-US" sz="1050" dirty="0"/>
              <a:t>4</a:t>
            </a:r>
          </a:p>
        </p:txBody>
      </p:sp>
    </p:spTree>
    <p:extLst>
      <p:ext uri="{BB962C8B-B14F-4D97-AF65-F5344CB8AC3E}">
        <p14:creationId xmlns:p14="http://schemas.microsoft.com/office/powerpoint/2010/main" val="335991211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10</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533616619"/>
              </p:ext>
            </p:extLst>
          </p:nvPr>
        </p:nvGraphicFramePr>
        <p:xfrm>
          <a:off x="255071" y="1094161"/>
          <a:ext cx="8521375" cy="3352912"/>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34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steps 26 and 27 for the Camera and Map (Photo # 28)</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35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 Note Camera will use Ports 3 and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the name to ETH2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3 to </a:t>
                      </a:r>
                      <a:r>
                        <a:rPr lang="en-US" sz="1600" dirty="0" err="1">
                          <a:solidFill>
                            <a:schemeClr val="tx1"/>
                          </a:solidFill>
                        </a:rPr>
                        <a:t>CamSensor</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4 to </a:t>
                      </a:r>
                      <a:r>
                        <a:rPr lang="en-US" sz="1600" dirty="0" err="1">
                          <a:solidFill>
                            <a:schemeClr val="tx1"/>
                          </a:solidFill>
                        </a:rPr>
                        <a:t>CamECU</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Link to </a:t>
                      </a:r>
                      <a:r>
                        <a:rPr lang="en-US" sz="1600" dirty="0" err="1">
                          <a:solidFill>
                            <a:schemeClr val="tx1"/>
                          </a:solidFill>
                        </a:rPr>
                        <a:t>CameraEth</a:t>
                      </a:r>
                      <a:endParaRPr lang="en-US" sz="1600" dirty="0">
                        <a:solidFill>
                          <a:schemeClr val="tx1"/>
                        </a:solidFill>
                      </a:endParaRP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36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2 Note Map will use ports 5 and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the name to ETH3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5 to ADASECU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6 to </a:t>
                      </a:r>
                      <a:r>
                        <a:rPr lang="en-US" sz="1600" dirty="0" err="1">
                          <a:solidFill>
                            <a:schemeClr val="tx1"/>
                          </a:solidFill>
                        </a:rPr>
                        <a:t>MapECU</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Link to </a:t>
                      </a:r>
                      <a:r>
                        <a:rPr lang="en-US" sz="1600" dirty="0" err="1">
                          <a:solidFill>
                            <a:schemeClr val="tx1"/>
                          </a:solidFill>
                        </a:rPr>
                        <a:t>MapEth</a:t>
                      </a:r>
                      <a:endParaRPr lang="en-US" sz="1600" dirty="0">
                        <a:solidFill>
                          <a:schemeClr val="tx1"/>
                        </a:solidFill>
                      </a:endParaRP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48A0E717-F8C3-B043-B05A-3FC1930D984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047" b="21122"/>
          <a:stretch/>
        </p:blipFill>
        <p:spPr>
          <a:xfrm>
            <a:off x="4031850" y="4068699"/>
            <a:ext cx="4703038" cy="2263280"/>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8003487" y="5917727"/>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28</a:t>
            </a:r>
          </a:p>
        </p:txBody>
      </p:sp>
      <p:sp>
        <p:nvSpPr>
          <p:cNvPr id="10" name="TextBox 9">
            <a:extLst>
              <a:ext uri="{FF2B5EF4-FFF2-40B4-BE49-F238E27FC236}">
                <a16:creationId xmlns:a16="http://schemas.microsoft.com/office/drawing/2014/main" id="{BE4A50B8-0A94-EA61-DC00-E8BE9130B352}"/>
              </a:ext>
            </a:extLst>
          </p:cNvPr>
          <p:cNvSpPr txBox="1"/>
          <p:nvPr/>
        </p:nvSpPr>
        <p:spPr>
          <a:xfrm>
            <a:off x="6441160" y="5326325"/>
            <a:ext cx="155135" cy="253916"/>
          </a:xfrm>
          <a:prstGeom prst="rect">
            <a:avLst/>
          </a:prstGeom>
          <a:noFill/>
          <a:ln w="19050">
            <a:solidFill>
              <a:srgbClr val="FF0000"/>
            </a:solidFill>
          </a:ln>
        </p:spPr>
        <p:txBody>
          <a:bodyPr wrap="square" rtlCol="0" anchor="ctr">
            <a:spAutoFit/>
          </a:bodyPr>
          <a:lstStyle/>
          <a:p>
            <a:pPr algn="ctr"/>
            <a:r>
              <a:rPr lang="en-US" sz="1050" dirty="0"/>
              <a:t>1</a:t>
            </a:r>
          </a:p>
        </p:txBody>
      </p:sp>
      <p:sp>
        <p:nvSpPr>
          <p:cNvPr id="11" name="TextBox 10">
            <a:extLst>
              <a:ext uri="{FF2B5EF4-FFF2-40B4-BE49-F238E27FC236}">
                <a16:creationId xmlns:a16="http://schemas.microsoft.com/office/drawing/2014/main" id="{7BB569EE-6D2B-2A80-6E85-16C165917524}"/>
              </a:ext>
            </a:extLst>
          </p:cNvPr>
          <p:cNvSpPr txBox="1"/>
          <p:nvPr/>
        </p:nvSpPr>
        <p:spPr>
          <a:xfrm>
            <a:off x="6441160" y="5857352"/>
            <a:ext cx="155135" cy="253916"/>
          </a:xfrm>
          <a:prstGeom prst="rect">
            <a:avLst/>
          </a:prstGeom>
          <a:noFill/>
          <a:ln w="19050">
            <a:solidFill>
              <a:srgbClr val="FF0000"/>
            </a:solidFill>
          </a:ln>
        </p:spPr>
        <p:txBody>
          <a:bodyPr wrap="square" rtlCol="0" anchor="ctr">
            <a:spAutoFit/>
          </a:bodyPr>
          <a:lstStyle/>
          <a:p>
            <a:pPr algn="ctr"/>
            <a:r>
              <a:rPr lang="en-US" sz="1050" dirty="0"/>
              <a:t>2</a:t>
            </a:r>
          </a:p>
        </p:txBody>
      </p:sp>
    </p:spTree>
    <p:extLst>
      <p:ext uri="{BB962C8B-B14F-4D97-AF65-F5344CB8AC3E}">
        <p14:creationId xmlns:p14="http://schemas.microsoft.com/office/powerpoint/2010/main" val="362031733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4152584381"/>
              </p:ext>
            </p:extLst>
          </p:nvPr>
        </p:nvGraphicFramePr>
        <p:xfrm>
          <a:off x="255071" y="1241644"/>
          <a:ext cx="8521375" cy="1432616"/>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37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“Write” in the top left corner to write the configuration to the VN5650. (Photo # 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Once complete a popup will say “Device Successfully </a:t>
                      </a:r>
                      <a:r>
                        <a:rPr lang="en-US" sz="1600" dirty="0" err="1"/>
                        <a:t>ConPhoto</a:t>
                      </a:r>
                      <a:r>
                        <a:rPr lang="en-US" sz="1600" dirty="0"/>
                        <a:t> #d” (Photo # 30)</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F380AF58-47EF-A57E-2F3A-5C12756790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8987" y="3013662"/>
            <a:ext cx="4703038" cy="3241060"/>
          </a:xfrm>
          <a:prstGeom prst="rect">
            <a:avLst/>
          </a:prstGeom>
        </p:spPr>
      </p:pic>
      <p:pic>
        <p:nvPicPr>
          <p:cNvPr id="10" name="Picture 9">
            <a:extLst>
              <a:ext uri="{FF2B5EF4-FFF2-40B4-BE49-F238E27FC236}">
                <a16:creationId xmlns:a16="http://schemas.microsoft.com/office/drawing/2014/main" id="{229DBBBA-822B-FA7A-02F0-D3A638373E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609" y="5549963"/>
            <a:ext cx="2354445" cy="671017"/>
          </a:xfrm>
          <a:prstGeom prst="rect">
            <a:avLst/>
          </a:prstGeom>
        </p:spPr>
      </p:pic>
      <p:sp>
        <p:nvSpPr>
          <p:cNvPr id="11" name="TextBox 10">
            <a:extLst>
              <a:ext uri="{FF2B5EF4-FFF2-40B4-BE49-F238E27FC236}">
                <a16:creationId xmlns:a16="http://schemas.microsoft.com/office/drawing/2014/main" id="{73C1162B-C8DE-C5E4-B6AF-EEF59A48D223}"/>
              </a:ext>
            </a:extLst>
          </p:cNvPr>
          <p:cNvSpPr txBox="1"/>
          <p:nvPr/>
        </p:nvSpPr>
        <p:spPr>
          <a:xfrm>
            <a:off x="8074079" y="5852986"/>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30</a:t>
            </a:r>
          </a:p>
        </p:txBody>
      </p:sp>
      <p:sp>
        <p:nvSpPr>
          <p:cNvPr id="7" name="TextBox 6">
            <a:extLst>
              <a:ext uri="{FF2B5EF4-FFF2-40B4-BE49-F238E27FC236}">
                <a16:creationId xmlns:a16="http://schemas.microsoft.com/office/drawing/2014/main" id="{1A652E8D-A034-0C89-B6E6-14C75E97E061}"/>
              </a:ext>
            </a:extLst>
          </p:cNvPr>
          <p:cNvSpPr txBox="1"/>
          <p:nvPr/>
        </p:nvSpPr>
        <p:spPr>
          <a:xfrm>
            <a:off x="4579829" y="5850181"/>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29</a:t>
            </a:r>
          </a:p>
        </p:txBody>
      </p:sp>
    </p:spTree>
    <p:extLst>
      <p:ext uri="{BB962C8B-B14F-4D97-AF65-F5344CB8AC3E}">
        <p14:creationId xmlns:p14="http://schemas.microsoft.com/office/powerpoint/2010/main" val="105594261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err="1"/>
              <a:t>Powershell</a:t>
            </a:r>
            <a:endParaRPr lang="en-US" dirty="0"/>
          </a:p>
        </p:txBody>
      </p:sp>
      <p:graphicFrame>
        <p:nvGraphicFramePr>
          <p:cNvPr id="5" name="Table Placeholder 4"/>
          <p:cNvGraphicFramePr>
            <a:graphicFrameLocks/>
          </p:cNvGraphicFramePr>
          <p:nvPr>
            <p:extLst>
              <p:ext uri="{D42A27DB-BD31-4B8C-83A1-F6EECF244321}">
                <p14:modId xmlns:p14="http://schemas.microsoft.com/office/powerpoint/2010/main" val="1119273245"/>
              </p:ext>
            </p:extLst>
          </p:nvPr>
        </p:nvGraphicFramePr>
        <p:xfrm>
          <a:off x="84281" y="1112234"/>
          <a:ext cx="8846885" cy="2875669"/>
        </p:xfrm>
        <a:graphic>
          <a:graphicData uri="http://schemas.openxmlformats.org/drawingml/2006/table">
            <a:tbl>
              <a:tblPr firstRow="1" bandRow="1">
                <a:tableStyleId>{5C22544A-7EE6-4342-B048-85BDC9FD1C3A}</a:tableStyleId>
              </a:tblPr>
              <a:tblGrid>
                <a:gridCol w="641525">
                  <a:extLst>
                    <a:ext uri="{9D8B030D-6E8A-4147-A177-3AD203B41FA5}">
                      <a16:colId xmlns:a16="http://schemas.microsoft.com/office/drawing/2014/main" val="20000"/>
                    </a:ext>
                  </a:extLst>
                </a:gridCol>
                <a:gridCol w="820536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76225">
                <a:tc>
                  <a:txBody>
                    <a:bodyPr/>
                    <a:lstStyle/>
                    <a:p>
                      <a:pPr algn="ctr"/>
                      <a:r>
                        <a:rPr lang="en-US" sz="1800" dirty="0"/>
                        <a:t>38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Open File Explore folder on task bar</a:t>
                      </a:r>
                    </a:p>
                  </a:txBody>
                  <a:tcPr marL="91443" marR="91443" marT="45734" marB="45734"/>
                </a:tc>
                <a:extLst>
                  <a:ext uri="{0D108BD9-81ED-4DB2-BD59-A6C34878D82A}">
                    <a16:rowId xmlns:a16="http://schemas.microsoft.com/office/drawing/2014/main" val="10001"/>
                  </a:ext>
                </a:extLst>
              </a:tr>
              <a:tr h="656993">
                <a:tc>
                  <a:txBody>
                    <a:bodyPr/>
                    <a:lstStyle/>
                    <a:p>
                      <a:pPr algn="ctr"/>
                      <a:r>
                        <a:rPr lang="en-US" sz="1800" dirty="0"/>
                        <a:t>39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This PC &gt; Windows(C</a:t>
                      </a:r>
                      <a:r>
                        <a:rPr lang="en-US" sz="1600" dirty="0">
                          <a:solidFill>
                            <a:schemeClr val="tx1"/>
                          </a:solidFill>
                          <a:sym typeface="Wingdings" panose="05000000000000000000" pitchFamily="2" charset="2"/>
                        </a:rPr>
                        <a:t>:) &gt; System32 &gt; </a:t>
                      </a:r>
                      <a:r>
                        <a:rPr lang="en-US" sz="1600" dirty="0" err="1">
                          <a:solidFill>
                            <a:schemeClr val="tx1"/>
                          </a:solidFill>
                          <a:sym typeface="Wingdings" panose="05000000000000000000" pitchFamily="2" charset="2"/>
                        </a:rPr>
                        <a:t>WindowsPowerShell</a:t>
                      </a:r>
                      <a:r>
                        <a:rPr lang="en-US" sz="1600" dirty="0">
                          <a:solidFill>
                            <a:schemeClr val="tx1"/>
                          </a:solidFill>
                          <a:sym typeface="Wingdings" panose="05000000000000000000" pitchFamily="2" charset="2"/>
                        </a:rPr>
                        <a:t> &gt; v1.0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sym typeface="Wingdings" panose="05000000000000000000" pitchFamily="2" charset="2"/>
                        </a:rPr>
                        <a:t>Scroll down to Powershell.exe, right click and Run and Administrator (Photo # 31) </a:t>
                      </a:r>
                      <a:endParaRPr lang="en-US" sz="1600" dirty="0">
                        <a:solidFill>
                          <a:schemeClr val="tx1"/>
                        </a:solidFill>
                      </a:endParaRPr>
                    </a:p>
                  </a:txBody>
                  <a:tcPr marL="91443" marR="91443" marT="45734" marB="45734"/>
                </a:tc>
                <a:extLst>
                  <a:ext uri="{0D108BD9-81ED-4DB2-BD59-A6C34878D82A}">
                    <a16:rowId xmlns:a16="http://schemas.microsoft.com/office/drawing/2014/main" val="10002"/>
                  </a:ext>
                </a:extLst>
              </a:tr>
              <a:tr h="886983">
                <a:tc>
                  <a:txBody>
                    <a:bodyPr/>
                    <a:lstStyle/>
                    <a:p>
                      <a:pPr algn="ctr"/>
                      <a:r>
                        <a:rPr lang="en-US" sz="1800" dirty="0"/>
                        <a:t>40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 the command window   (Photo # 32)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 Type $</a:t>
                      </a:r>
                      <a:r>
                        <a:rPr lang="en-US" sz="1600" dirty="0" err="1">
                          <a:solidFill>
                            <a:schemeClr val="tx1"/>
                          </a:solidFill>
                        </a:rPr>
                        <a:t>PSVersionTable</a:t>
                      </a:r>
                      <a:r>
                        <a:rPr lang="en-US" sz="1600" dirty="0">
                          <a:solidFill>
                            <a:schemeClr val="tx1"/>
                          </a:solidFill>
                        </a:rPr>
                        <a:t> *enter*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	Ensure “</a:t>
                      </a:r>
                      <a:r>
                        <a:rPr lang="en-US" sz="1600" dirty="0" err="1">
                          <a:solidFill>
                            <a:schemeClr val="tx1"/>
                          </a:solidFill>
                        </a:rPr>
                        <a:t>PSVersion</a:t>
                      </a:r>
                      <a:r>
                        <a:rPr lang="en-US" sz="1600" dirty="0">
                          <a:solidFill>
                            <a:schemeClr val="tx1"/>
                          </a:solidFill>
                        </a:rPr>
                        <a:t>” = 5.1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(2) Type set-</a:t>
                      </a:r>
                      <a:r>
                        <a:rPr lang="en-US" sz="1600" dirty="0" err="1">
                          <a:solidFill>
                            <a:schemeClr val="tx1"/>
                          </a:solidFill>
                        </a:rPr>
                        <a:t>executionpolicy</a:t>
                      </a:r>
                      <a:r>
                        <a:rPr lang="en-US" sz="1600" dirty="0">
                          <a:solidFill>
                            <a:schemeClr val="tx1"/>
                          </a:solidFill>
                        </a:rPr>
                        <a:t> </a:t>
                      </a:r>
                      <a:r>
                        <a:rPr lang="en-US" sz="1600" dirty="0" err="1">
                          <a:solidFill>
                            <a:schemeClr val="tx1"/>
                          </a:solidFill>
                        </a:rPr>
                        <a:t>remotesigned</a:t>
                      </a:r>
                      <a:r>
                        <a:rPr lang="en-US" sz="1600" dirty="0">
                          <a:solidFill>
                            <a:schemeClr val="tx1"/>
                          </a:solidFill>
                        </a:rPr>
                        <a:t> *enter*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	type “A” = Yes to All 	</a:t>
                      </a:r>
                    </a:p>
                  </a:txBody>
                  <a:tcPr marL="91443" marR="91443" marT="45734" marB="45734"/>
                </a:tc>
                <a:extLst>
                  <a:ext uri="{0D108BD9-81ED-4DB2-BD59-A6C34878D82A}">
                    <a16:rowId xmlns:a16="http://schemas.microsoft.com/office/drawing/2014/main" val="1575303407"/>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D0BF5CAA-F826-073B-B43E-C9EAE7C6B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566" y="4138449"/>
            <a:ext cx="3415935" cy="2556816"/>
          </a:xfrm>
          <a:prstGeom prst="rect">
            <a:avLst/>
          </a:prstGeom>
        </p:spPr>
      </p:pic>
      <p:pic>
        <p:nvPicPr>
          <p:cNvPr id="7" name="Picture 6">
            <a:extLst>
              <a:ext uri="{FF2B5EF4-FFF2-40B4-BE49-F238E27FC236}">
                <a16:creationId xmlns:a16="http://schemas.microsoft.com/office/drawing/2014/main" id="{CE801433-C8FE-4288-1B0C-F7AA95EB0F2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7867"/>
          <a:stretch/>
        </p:blipFill>
        <p:spPr>
          <a:xfrm>
            <a:off x="4569754" y="4436373"/>
            <a:ext cx="4264429" cy="1988322"/>
          </a:xfrm>
          <a:prstGeom prst="rect">
            <a:avLst/>
          </a:prstGeom>
        </p:spPr>
      </p:pic>
      <p:sp>
        <p:nvSpPr>
          <p:cNvPr id="10" name="Oval 9">
            <a:extLst>
              <a:ext uri="{FF2B5EF4-FFF2-40B4-BE49-F238E27FC236}">
                <a16:creationId xmlns:a16="http://schemas.microsoft.com/office/drawing/2014/main" id="{0463D7F6-0522-A7D0-B7F5-4EE735158744}"/>
              </a:ext>
            </a:extLst>
          </p:cNvPr>
          <p:cNvSpPr/>
          <p:nvPr/>
        </p:nvSpPr>
        <p:spPr bwMode="auto">
          <a:xfrm>
            <a:off x="1519300" y="5953548"/>
            <a:ext cx="465222" cy="84221"/>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F8F30162-30C5-56E9-B9B7-9E004BBF014F}"/>
              </a:ext>
            </a:extLst>
          </p:cNvPr>
          <p:cNvSpPr txBox="1"/>
          <p:nvPr/>
        </p:nvSpPr>
        <p:spPr>
          <a:xfrm>
            <a:off x="3480048" y="6216436"/>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31</a:t>
            </a:r>
          </a:p>
        </p:txBody>
      </p:sp>
      <p:sp>
        <p:nvSpPr>
          <p:cNvPr id="12" name="TextBox 11">
            <a:extLst>
              <a:ext uri="{FF2B5EF4-FFF2-40B4-BE49-F238E27FC236}">
                <a16:creationId xmlns:a16="http://schemas.microsoft.com/office/drawing/2014/main" id="{DD79EBEF-D5B8-1A59-3610-BBF8A04BB8ED}"/>
              </a:ext>
            </a:extLst>
          </p:cNvPr>
          <p:cNvSpPr txBox="1"/>
          <p:nvPr/>
        </p:nvSpPr>
        <p:spPr>
          <a:xfrm>
            <a:off x="8220722" y="6004805"/>
            <a:ext cx="465563" cy="307777"/>
          </a:xfrm>
          <a:prstGeom prst="rect">
            <a:avLst/>
          </a:prstGeom>
          <a:solidFill>
            <a:srgbClr val="FFFF00"/>
          </a:solidFill>
          <a:ln w="19050">
            <a:solidFill>
              <a:srgbClr val="FF0000"/>
            </a:solidFill>
          </a:ln>
        </p:spPr>
        <p:txBody>
          <a:bodyPr wrap="square" rtlCol="0" anchor="ctr">
            <a:spAutoFit/>
          </a:bodyPr>
          <a:lstStyle/>
          <a:p>
            <a:pPr algn="ctr"/>
            <a:r>
              <a:rPr lang="en-US" sz="1400" dirty="0"/>
              <a:t>32</a:t>
            </a:r>
          </a:p>
        </p:txBody>
      </p:sp>
      <p:sp>
        <p:nvSpPr>
          <p:cNvPr id="14" name="TextBox 13">
            <a:extLst>
              <a:ext uri="{FF2B5EF4-FFF2-40B4-BE49-F238E27FC236}">
                <a16:creationId xmlns:a16="http://schemas.microsoft.com/office/drawing/2014/main" id="{175F0B1B-7154-9D48-0395-27E70CA09620}"/>
              </a:ext>
            </a:extLst>
          </p:cNvPr>
          <p:cNvSpPr txBox="1"/>
          <p:nvPr/>
        </p:nvSpPr>
        <p:spPr>
          <a:xfrm>
            <a:off x="6385007" y="4692814"/>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7505806-7456-E058-BD0B-BA879C177B7F}"/>
              </a:ext>
            </a:extLst>
          </p:cNvPr>
          <p:cNvSpPr txBox="1"/>
          <p:nvPr/>
        </p:nvSpPr>
        <p:spPr>
          <a:xfrm>
            <a:off x="6723511" y="5401806"/>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13567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2</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49618907"/>
              </p:ext>
            </p:extLst>
          </p:nvPr>
        </p:nvGraphicFramePr>
        <p:xfrm>
          <a:off x="255072" y="1241646"/>
          <a:ext cx="8431213" cy="108638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Unplug the green power connector from the second Axis Encoder (Photo # 33)</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1" name="Picture 20" descr="A close up of a machine&#10;&#10;Description automatically generated">
            <a:extLst>
              <a:ext uri="{FF2B5EF4-FFF2-40B4-BE49-F238E27FC236}">
                <a16:creationId xmlns:a16="http://schemas.microsoft.com/office/drawing/2014/main" id="{E895EDF1-4CCB-7175-A8A0-CE4F1D76295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708" t="12947" r="9745" b="22883"/>
          <a:stretch/>
        </p:blipFill>
        <p:spPr>
          <a:xfrm>
            <a:off x="1682583" y="2474003"/>
            <a:ext cx="5280191" cy="3116297"/>
          </a:xfrm>
          <a:prstGeom prst="rect">
            <a:avLst/>
          </a:prstGeom>
        </p:spPr>
      </p:pic>
      <p:sp>
        <p:nvSpPr>
          <p:cNvPr id="22" name="TextBox 21">
            <a:extLst>
              <a:ext uri="{FF2B5EF4-FFF2-40B4-BE49-F238E27FC236}">
                <a16:creationId xmlns:a16="http://schemas.microsoft.com/office/drawing/2014/main" id="{70FCBB28-A3BE-E35E-3230-C62997CACCA7}"/>
              </a:ext>
            </a:extLst>
          </p:cNvPr>
          <p:cNvSpPr txBox="1"/>
          <p:nvPr/>
        </p:nvSpPr>
        <p:spPr>
          <a:xfrm>
            <a:off x="2266991" y="5932198"/>
            <a:ext cx="1637071" cy="369332"/>
          </a:xfrm>
          <a:prstGeom prst="rect">
            <a:avLst/>
          </a:prstGeom>
          <a:noFill/>
        </p:spPr>
        <p:txBody>
          <a:bodyPr wrap="square" rtlCol="0">
            <a:spAutoFit/>
          </a:bodyPr>
          <a:lstStyle/>
          <a:p>
            <a:pPr algn="ctr"/>
            <a:r>
              <a:rPr lang="en-US" b="0" dirty="0"/>
              <a:t>Encoder #1</a:t>
            </a:r>
          </a:p>
        </p:txBody>
      </p:sp>
      <p:cxnSp>
        <p:nvCxnSpPr>
          <p:cNvPr id="23" name="Straight Arrow Connector 22">
            <a:extLst>
              <a:ext uri="{FF2B5EF4-FFF2-40B4-BE49-F238E27FC236}">
                <a16:creationId xmlns:a16="http://schemas.microsoft.com/office/drawing/2014/main" id="{6F3DE942-FC0B-ACCA-D439-FDD95BA6BF23}"/>
              </a:ext>
            </a:extLst>
          </p:cNvPr>
          <p:cNvCxnSpPr>
            <a:cxnSpLocks/>
          </p:cNvCxnSpPr>
          <p:nvPr/>
        </p:nvCxnSpPr>
        <p:spPr bwMode="auto">
          <a:xfrm flipV="1">
            <a:off x="3013435" y="4950835"/>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427655B7-229E-BF45-3E4C-AF205A826470}"/>
              </a:ext>
            </a:extLst>
          </p:cNvPr>
          <p:cNvSpPr txBox="1"/>
          <p:nvPr/>
        </p:nvSpPr>
        <p:spPr>
          <a:xfrm>
            <a:off x="4744071" y="5949083"/>
            <a:ext cx="1637071" cy="369332"/>
          </a:xfrm>
          <a:prstGeom prst="rect">
            <a:avLst/>
          </a:prstGeom>
          <a:noFill/>
        </p:spPr>
        <p:txBody>
          <a:bodyPr wrap="square" rtlCol="0">
            <a:spAutoFit/>
          </a:bodyPr>
          <a:lstStyle/>
          <a:p>
            <a:pPr algn="ctr"/>
            <a:r>
              <a:rPr lang="en-US" b="0" dirty="0"/>
              <a:t>Encoder #2</a:t>
            </a:r>
          </a:p>
        </p:txBody>
      </p:sp>
      <p:cxnSp>
        <p:nvCxnSpPr>
          <p:cNvPr id="25" name="Straight Arrow Connector 24">
            <a:extLst>
              <a:ext uri="{FF2B5EF4-FFF2-40B4-BE49-F238E27FC236}">
                <a16:creationId xmlns:a16="http://schemas.microsoft.com/office/drawing/2014/main" id="{E3951D98-6F5A-01A2-2469-C85ACBA107FE}"/>
              </a:ext>
            </a:extLst>
          </p:cNvPr>
          <p:cNvCxnSpPr>
            <a:cxnSpLocks/>
          </p:cNvCxnSpPr>
          <p:nvPr/>
        </p:nvCxnSpPr>
        <p:spPr bwMode="auto">
          <a:xfrm flipV="1">
            <a:off x="5490515" y="4967720"/>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6" name="Oval 25">
            <a:extLst>
              <a:ext uri="{FF2B5EF4-FFF2-40B4-BE49-F238E27FC236}">
                <a16:creationId xmlns:a16="http://schemas.microsoft.com/office/drawing/2014/main" id="{2F374C7C-77DB-F01B-6C94-A20591A0F105}"/>
              </a:ext>
            </a:extLst>
          </p:cNvPr>
          <p:cNvSpPr/>
          <p:nvPr/>
        </p:nvSpPr>
        <p:spPr>
          <a:xfrm>
            <a:off x="5676906" y="3989960"/>
            <a:ext cx="657326" cy="6708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C3E4E2E-E509-A638-81F4-E94D55612AAF}"/>
              </a:ext>
            </a:extLst>
          </p:cNvPr>
          <p:cNvCxnSpPr>
            <a:cxnSpLocks/>
          </p:cNvCxnSpPr>
          <p:nvPr/>
        </p:nvCxnSpPr>
        <p:spPr bwMode="auto">
          <a:xfrm flipH="1">
            <a:off x="6336155" y="4255028"/>
            <a:ext cx="1125262" cy="0"/>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
        <p:nvSpPr>
          <p:cNvPr id="29" name="TextBox 28">
            <a:extLst>
              <a:ext uri="{FF2B5EF4-FFF2-40B4-BE49-F238E27FC236}">
                <a16:creationId xmlns:a16="http://schemas.microsoft.com/office/drawing/2014/main" id="{B0C9CFBA-3F06-0AB7-5ACB-332F8178DCF5}"/>
              </a:ext>
            </a:extLst>
          </p:cNvPr>
          <p:cNvSpPr txBox="1"/>
          <p:nvPr/>
        </p:nvSpPr>
        <p:spPr>
          <a:xfrm>
            <a:off x="7074690" y="3886838"/>
            <a:ext cx="1637071" cy="646331"/>
          </a:xfrm>
          <a:prstGeom prst="rect">
            <a:avLst/>
          </a:prstGeom>
          <a:noFill/>
        </p:spPr>
        <p:txBody>
          <a:bodyPr wrap="square" rtlCol="0">
            <a:spAutoFit/>
          </a:bodyPr>
          <a:lstStyle/>
          <a:p>
            <a:pPr algn="ctr"/>
            <a:r>
              <a:rPr lang="en-US" b="0" dirty="0"/>
              <a:t>Power connector</a:t>
            </a:r>
          </a:p>
        </p:txBody>
      </p:sp>
      <p:sp>
        <p:nvSpPr>
          <p:cNvPr id="17" name="TextBox 16">
            <a:extLst>
              <a:ext uri="{FF2B5EF4-FFF2-40B4-BE49-F238E27FC236}">
                <a16:creationId xmlns:a16="http://schemas.microsoft.com/office/drawing/2014/main" id="{371B9BCE-48C2-8697-F3E1-A648315F0B99}"/>
              </a:ext>
            </a:extLst>
          </p:cNvPr>
          <p:cNvSpPr txBox="1"/>
          <p:nvPr/>
        </p:nvSpPr>
        <p:spPr>
          <a:xfrm>
            <a:off x="6479066" y="5185763"/>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33</a:t>
            </a:r>
          </a:p>
        </p:txBody>
      </p:sp>
    </p:spTree>
    <p:extLst>
      <p:ext uri="{BB962C8B-B14F-4D97-AF65-F5344CB8AC3E}">
        <p14:creationId xmlns:p14="http://schemas.microsoft.com/office/powerpoint/2010/main" val="105514438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6B28924B-DF18-8D9A-5938-B439E4ABD9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5072" y="3214270"/>
            <a:ext cx="4022629" cy="3040452"/>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BA1CB910-4081-4419-08B9-34F9372A9A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5680" y="3214270"/>
            <a:ext cx="4350060" cy="3037070"/>
          </a:xfrm>
          <a:prstGeom prst="rect">
            <a:avLst/>
          </a:prstGeom>
        </p:spPr>
      </p:pic>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602863015"/>
              </p:ext>
            </p:extLst>
          </p:nvPr>
        </p:nvGraphicFramePr>
        <p:xfrm>
          <a:off x="255072" y="1241646"/>
          <a:ext cx="8431213" cy="1965408"/>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the network icon in the bottom right to go to network settings (1) .  Once in network settings, click on “Change adapter options” (2) (Photo # 34) </a:t>
                      </a:r>
                    </a:p>
                  </a:txBody>
                  <a:tcPr marL="91443" marR="91443" marT="45734" marB="45734"/>
                </a:tc>
                <a:extLst>
                  <a:ext uri="{0D108BD9-81ED-4DB2-BD59-A6C34878D82A}">
                    <a16:rowId xmlns:a16="http://schemas.microsoft.com/office/drawing/2014/main" val="10001"/>
                  </a:ext>
                </a:extLst>
              </a:tr>
              <a:tr h="776632">
                <a:tc>
                  <a:txBody>
                    <a:bodyPr/>
                    <a:lstStyle/>
                    <a:p>
                      <a:pPr algn="ctr"/>
                      <a:r>
                        <a:rPr lang="en-US" sz="1800" dirty="0"/>
                        <a:t>43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the “1G 1” network and go down to properties. (Photo # 35)</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735111" y="5177749"/>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34</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343150" y="5818420"/>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35</a:t>
            </a:r>
          </a:p>
        </p:txBody>
      </p:sp>
      <p:sp>
        <p:nvSpPr>
          <p:cNvPr id="19" name="TextBox 18">
            <a:extLst>
              <a:ext uri="{FF2B5EF4-FFF2-40B4-BE49-F238E27FC236}">
                <a16:creationId xmlns:a16="http://schemas.microsoft.com/office/drawing/2014/main" id="{766960D2-CFBB-B4F9-902E-315697A16DBF}"/>
              </a:ext>
            </a:extLst>
          </p:cNvPr>
          <p:cNvSpPr txBox="1"/>
          <p:nvPr/>
        </p:nvSpPr>
        <p:spPr>
          <a:xfrm>
            <a:off x="3295134" y="5572199"/>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ED92B1E-D5D9-F9D5-0DD8-B43E5430EBEC}"/>
              </a:ext>
            </a:extLst>
          </p:cNvPr>
          <p:cNvSpPr txBox="1"/>
          <p:nvPr/>
        </p:nvSpPr>
        <p:spPr>
          <a:xfrm>
            <a:off x="1867425" y="4806172"/>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5352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screenshot of a computer&#10;&#10;Description automatically generated">
            <a:extLst>
              <a:ext uri="{FF2B5EF4-FFF2-40B4-BE49-F238E27FC236}">
                <a16:creationId xmlns:a16="http://schemas.microsoft.com/office/drawing/2014/main" id="{E1C948B7-230F-1CFA-34A6-C3E07E7D08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6413" y="3429000"/>
            <a:ext cx="4348683" cy="2446134"/>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FC8DED76-3A51-D788-1125-538C757F7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063" y="3429000"/>
            <a:ext cx="4348683" cy="2446134"/>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25680181"/>
              </p:ext>
            </p:extLst>
          </p:nvPr>
        </p:nvGraphicFramePr>
        <p:xfrm>
          <a:off x="255072" y="1241646"/>
          <a:ext cx="8431213" cy="1452175"/>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on “Internet Protocol Version 4 (TCP/IPv4)” then click properties  (Photo # 36) </a:t>
                      </a:r>
                    </a:p>
                  </a:txBody>
                  <a:tcPr marL="91443" marR="91443" marT="45734" marB="45734"/>
                </a:tc>
                <a:extLst>
                  <a:ext uri="{0D108BD9-81ED-4DB2-BD59-A6C34878D82A}">
                    <a16:rowId xmlns:a16="http://schemas.microsoft.com/office/drawing/2014/main" val="10001"/>
                  </a:ext>
                </a:extLst>
              </a:tr>
              <a:tr h="162919">
                <a:tc>
                  <a:txBody>
                    <a:bodyPr/>
                    <a:lstStyle/>
                    <a:p>
                      <a:pPr algn="ctr"/>
                      <a:r>
                        <a:rPr lang="en-US" sz="1800" dirty="0"/>
                        <a:t>45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IP Address to 192.168.0.10 and click OK (Photo # 37)</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944971" y="544683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36</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362828" y="544230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37</a:t>
            </a:r>
          </a:p>
        </p:txBody>
      </p:sp>
    </p:spTree>
    <p:extLst>
      <p:ext uri="{BB962C8B-B14F-4D97-AF65-F5344CB8AC3E}">
        <p14:creationId xmlns:p14="http://schemas.microsoft.com/office/powerpoint/2010/main" val="67056835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DEBE5FEC-2B92-D671-AE1E-A366F84CEB01}"/>
              </a:ext>
            </a:extLst>
          </p:cNvPr>
          <p:cNvPicPr>
            <a:picLocks noChangeAspect="1"/>
          </p:cNvPicPr>
          <p:nvPr/>
        </p:nvPicPr>
        <p:blipFill rotWithShape="1">
          <a:blip r:embed="rId2">
            <a:extLst>
              <a:ext uri="{28A0092B-C50C-407E-A947-70E740481C1C}">
                <a14:useLocalDpi xmlns:a14="http://schemas.microsoft.com/office/drawing/2010/main" val="0"/>
              </a:ext>
            </a:extLst>
          </a:blip>
          <a:srcRect r="22039" b="40856"/>
          <a:stretch/>
        </p:blipFill>
        <p:spPr>
          <a:xfrm>
            <a:off x="668489" y="3228483"/>
            <a:ext cx="7471378" cy="3188258"/>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809189413"/>
              </p:ext>
            </p:extLst>
          </p:nvPr>
        </p:nvGraphicFramePr>
        <p:xfrm>
          <a:off x="89534" y="1001824"/>
          <a:ext cx="8431213" cy="1920296"/>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Go to google chrome and type in 192.168.0.90 in the search bar,  This will take you to the Axis log in page.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For Username: root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For Password: root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You will then be sent back to the sign in page (Photo # 38) </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6375501" y="5946945"/>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38</a:t>
            </a:r>
          </a:p>
        </p:txBody>
      </p:sp>
      <p:sp>
        <p:nvSpPr>
          <p:cNvPr id="11" name="TextBox 10">
            <a:extLst>
              <a:ext uri="{FF2B5EF4-FFF2-40B4-BE49-F238E27FC236}">
                <a16:creationId xmlns:a16="http://schemas.microsoft.com/office/drawing/2014/main" id="{2E309B34-B87D-1579-D761-8D174BF7E333}"/>
              </a:ext>
            </a:extLst>
          </p:cNvPr>
          <p:cNvSpPr txBox="1"/>
          <p:nvPr/>
        </p:nvSpPr>
        <p:spPr>
          <a:xfrm>
            <a:off x="4206149" y="4177731"/>
            <a:ext cx="1406301" cy="200055"/>
          </a:xfrm>
          <a:prstGeom prst="rect">
            <a:avLst/>
          </a:prstGeom>
          <a:noFill/>
        </p:spPr>
        <p:txBody>
          <a:bodyPr wrap="square" rtlCol="0">
            <a:spAutoFit/>
          </a:bodyPr>
          <a:lstStyle/>
          <a:p>
            <a:r>
              <a:rPr lang="en-US" sz="700" dirty="0">
                <a:solidFill>
                  <a:srgbClr val="FF0000"/>
                </a:solidFill>
              </a:rPr>
              <a:t>root</a:t>
            </a:r>
            <a:endParaRPr lang="en-US" sz="1000" dirty="0">
              <a:solidFill>
                <a:srgbClr val="FF0000"/>
              </a:solidFill>
            </a:endParaRPr>
          </a:p>
        </p:txBody>
      </p:sp>
    </p:spTree>
    <p:extLst>
      <p:ext uri="{BB962C8B-B14F-4D97-AF65-F5344CB8AC3E}">
        <p14:creationId xmlns:p14="http://schemas.microsoft.com/office/powerpoint/2010/main" val="281527335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 shot of a video player&#10;&#10;Description automatically generated">
            <a:extLst>
              <a:ext uri="{FF2B5EF4-FFF2-40B4-BE49-F238E27FC236}">
                <a16:creationId xmlns:a16="http://schemas.microsoft.com/office/drawing/2014/main" id="{EF1AD20A-D3E4-EEC6-2950-E579F99C975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12420"/>
          <a:stretch/>
        </p:blipFill>
        <p:spPr>
          <a:xfrm>
            <a:off x="255072" y="3296991"/>
            <a:ext cx="4109619" cy="2639483"/>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4A4AADA9-DEE8-CA66-3AAE-AA3ACCEDE7F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992"/>
          <a:stretch/>
        </p:blipFill>
        <p:spPr>
          <a:xfrm>
            <a:off x="4470678" y="3258814"/>
            <a:ext cx="4374445" cy="2703759"/>
          </a:xfrm>
          <a:prstGeom prst="rect">
            <a:avLst/>
          </a:prstGeom>
        </p:spPr>
      </p:pic>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1648151335"/>
              </p:ext>
            </p:extLst>
          </p:nvPr>
        </p:nvGraphicFramePr>
        <p:xfrm>
          <a:off x="255072" y="1241646"/>
          <a:ext cx="8431213" cy="1909375"/>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the yellow Change (1) button on the right side to change the video display settings. (Photo # 39) </a:t>
                      </a:r>
                    </a:p>
                  </a:txBody>
                  <a:tcPr marL="91443" marR="91443" marT="45734" marB="45734"/>
                </a:tc>
                <a:extLst>
                  <a:ext uri="{0D108BD9-81ED-4DB2-BD59-A6C34878D82A}">
                    <a16:rowId xmlns:a16="http://schemas.microsoft.com/office/drawing/2014/main" val="10001"/>
                  </a:ext>
                </a:extLst>
              </a:tr>
              <a:tr h="776632">
                <a:tc>
                  <a:txBody>
                    <a:bodyPr/>
                    <a:lstStyle/>
                    <a:p>
                      <a:pPr algn="ctr"/>
                      <a:r>
                        <a:rPr lang="en-US" sz="1800" dirty="0"/>
                        <a:t>48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all video settings to 1280x720 @50/60 fps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Click Save and restart.  This will prompt the Axis Encoder to restart (Photo # 40)</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944971" y="544683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39</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362828" y="544230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40</a:t>
            </a:r>
          </a:p>
        </p:txBody>
      </p:sp>
      <p:sp>
        <p:nvSpPr>
          <p:cNvPr id="15" name="TextBox 14">
            <a:extLst>
              <a:ext uri="{FF2B5EF4-FFF2-40B4-BE49-F238E27FC236}">
                <a16:creationId xmlns:a16="http://schemas.microsoft.com/office/drawing/2014/main" id="{32ECDF14-4CBB-8135-F7CF-43C18062561C}"/>
              </a:ext>
            </a:extLst>
          </p:cNvPr>
          <p:cNvSpPr txBox="1"/>
          <p:nvPr/>
        </p:nvSpPr>
        <p:spPr>
          <a:xfrm>
            <a:off x="3944971" y="3961706"/>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115710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screenshot of a computer&#10;&#10;Description automatically generated">
            <a:extLst>
              <a:ext uri="{FF2B5EF4-FFF2-40B4-BE49-F238E27FC236}">
                <a16:creationId xmlns:a16="http://schemas.microsoft.com/office/drawing/2014/main" id="{E8008448-51B3-E2BE-0F74-BE9B3C40C1C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7284"/>
          <a:stretch/>
        </p:blipFill>
        <p:spPr>
          <a:xfrm>
            <a:off x="4364691" y="3258814"/>
            <a:ext cx="4474071" cy="2582470"/>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D5F3BCA2-5C85-D13B-276C-FD8CFE832A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0463"/>
          <a:stretch/>
        </p:blipFill>
        <p:spPr>
          <a:xfrm>
            <a:off x="102815" y="3258814"/>
            <a:ext cx="4157647" cy="2611965"/>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641026191"/>
              </p:ext>
            </p:extLst>
          </p:nvPr>
        </p:nvGraphicFramePr>
        <p:xfrm>
          <a:off x="255072" y="1241646"/>
          <a:ext cx="8644562" cy="1863019"/>
        </p:xfrm>
        <a:graphic>
          <a:graphicData uri="http://schemas.openxmlformats.org/drawingml/2006/table">
            <a:tbl>
              <a:tblPr firstRow="1" bandRow="1">
                <a:tableStyleId>{5C22544A-7EE6-4342-B048-85BDC9FD1C3A}</a:tableStyleId>
              </a:tblPr>
              <a:tblGrid>
                <a:gridCol w="626854">
                  <a:extLst>
                    <a:ext uri="{9D8B030D-6E8A-4147-A177-3AD203B41FA5}">
                      <a16:colId xmlns:a16="http://schemas.microsoft.com/office/drawing/2014/main" val="20000"/>
                    </a:ext>
                  </a:extLst>
                </a:gridCol>
                <a:gridCol w="8017708">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Under Systems tab, go to Users and Allow Anonymous Viewing (Photo # 41) </a:t>
                      </a:r>
                    </a:p>
                  </a:txBody>
                  <a:tcPr marL="91443" marR="91443" marT="45734" marB="45734"/>
                </a:tc>
                <a:extLst>
                  <a:ext uri="{0D108BD9-81ED-4DB2-BD59-A6C34878D82A}">
                    <a16:rowId xmlns:a16="http://schemas.microsoft.com/office/drawing/2014/main" val="10001"/>
                  </a:ext>
                </a:extLst>
              </a:tr>
              <a:tr h="776632">
                <a:tc>
                  <a:txBody>
                    <a:bodyPr/>
                    <a:lstStyle/>
                    <a:p>
                      <a:pPr algn="ctr"/>
                      <a:r>
                        <a:rPr lang="en-US" sz="1800" dirty="0"/>
                        <a:t>50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Under Systems tab, go to Network, Uncheck Assign IPv4 Automatically (1)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IP Address to 192.168.1.95 and click Save.  (Photo # 42)</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734755" y="5410002"/>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41</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057591" y="5377241"/>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42</a:t>
            </a:r>
          </a:p>
        </p:txBody>
      </p:sp>
      <p:sp>
        <p:nvSpPr>
          <p:cNvPr id="11" name="Oval 10">
            <a:extLst>
              <a:ext uri="{FF2B5EF4-FFF2-40B4-BE49-F238E27FC236}">
                <a16:creationId xmlns:a16="http://schemas.microsoft.com/office/drawing/2014/main" id="{ED2C2D68-390D-1CC2-5F10-71FDA4602933}"/>
              </a:ext>
            </a:extLst>
          </p:cNvPr>
          <p:cNvSpPr/>
          <p:nvPr/>
        </p:nvSpPr>
        <p:spPr>
          <a:xfrm>
            <a:off x="1076717" y="4255765"/>
            <a:ext cx="784713" cy="3026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EFA3982-FF64-03B0-65EF-BF865A08E541}"/>
              </a:ext>
            </a:extLst>
          </p:cNvPr>
          <p:cNvSpPr txBox="1"/>
          <p:nvPr/>
        </p:nvSpPr>
        <p:spPr>
          <a:xfrm>
            <a:off x="6230307" y="3822101"/>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98983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FC8DED76-3A51-D788-1125-538C757F7C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998" y="3303951"/>
            <a:ext cx="4348683" cy="2446134"/>
          </a:xfrm>
          <a:prstGeom prst="rect">
            <a:avLst/>
          </a:prstGeom>
        </p:spPr>
      </p:pic>
      <p:sp>
        <p:nvSpPr>
          <p:cNvPr id="3" name="Text Placeholder 2"/>
          <p:cNvSpPr>
            <a:spLocks noGrp="1"/>
          </p:cNvSpPr>
          <p:nvPr>
            <p:ph type="body" sz="quarter" idx="10"/>
          </p:nvPr>
        </p:nvSpPr>
        <p:spPr>
          <a:xfrm>
            <a:off x="6383369" y="295464"/>
            <a:ext cx="823705" cy="368300"/>
          </a:xfrm>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1879929434"/>
              </p:ext>
            </p:extLst>
          </p:nvPr>
        </p:nvGraphicFramePr>
        <p:xfrm>
          <a:off x="255072" y="1241646"/>
          <a:ext cx="8431213" cy="1452175"/>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51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Go back to the network adapters for 1G 1, click on “Internet Protocol Version 4 (TCP/IPv4)” then click properties  (Photo # 43) </a:t>
                      </a:r>
                    </a:p>
                  </a:txBody>
                  <a:tcPr marL="91443" marR="91443" marT="45734" marB="45734"/>
                </a:tc>
                <a:extLst>
                  <a:ext uri="{0D108BD9-81ED-4DB2-BD59-A6C34878D82A}">
                    <a16:rowId xmlns:a16="http://schemas.microsoft.com/office/drawing/2014/main" val="10001"/>
                  </a:ext>
                </a:extLst>
              </a:tr>
              <a:tr h="194450">
                <a:tc>
                  <a:txBody>
                    <a:bodyPr/>
                    <a:lstStyle/>
                    <a:p>
                      <a:pPr algn="ctr"/>
                      <a:r>
                        <a:rPr lang="en-US" sz="1800" dirty="0"/>
                        <a:t>52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IP Address back to 192.168.1.1 and click OK (Photo # 44)</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4353906" y="5321789"/>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43</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057129" y="5750085"/>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44</a:t>
            </a:r>
          </a:p>
        </p:txBody>
      </p:sp>
      <p:pic>
        <p:nvPicPr>
          <p:cNvPr id="7" name="Picture 6" descr="A screenshot of a computer screen&#10;&#10;Description automatically generated">
            <a:extLst>
              <a:ext uri="{FF2B5EF4-FFF2-40B4-BE49-F238E27FC236}">
                <a16:creationId xmlns:a16="http://schemas.microsoft.com/office/drawing/2014/main" id="{100C2EA8-0334-9BAC-0AC0-CF5FA7583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580" y="3175520"/>
            <a:ext cx="2465282" cy="2953093"/>
          </a:xfrm>
          <a:prstGeom prst="rect">
            <a:avLst/>
          </a:prstGeom>
        </p:spPr>
      </p:pic>
    </p:spTree>
    <p:extLst>
      <p:ext uri="{BB962C8B-B14F-4D97-AF65-F5344CB8AC3E}">
        <p14:creationId xmlns:p14="http://schemas.microsoft.com/office/powerpoint/2010/main" val="325188649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a:t>5</a:t>
            </a:r>
            <a:endParaRPr lang="en-US" dirty="0"/>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2187734427"/>
              </p:ext>
            </p:extLst>
          </p:nvPr>
        </p:nvGraphicFramePr>
        <p:xfrm>
          <a:off x="255072" y="1241646"/>
          <a:ext cx="8431213" cy="108638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53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Unplug the green power connector from the first Axis Encoder and plug power connector in for second Axis Encoder (Photo # 45)</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1" name="Picture 20" descr="A close up of a machine&#10;&#10;Description automatically generated">
            <a:extLst>
              <a:ext uri="{FF2B5EF4-FFF2-40B4-BE49-F238E27FC236}">
                <a16:creationId xmlns:a16="http://schemas.microsoft.com/office/drawing/2014/main" id="{E895EDF1-4CCB-7175-A8A0-CE4F1D76295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708" t="12947" r="9745" b="22883"/>
          <a:stretch/>
        </p:blipFill>
        <p:spPr>
          <a:xfrm>
            <a:off x="1682583" y="2474003"/>
            <a:ext cx="5280191" cy="3116297"/>
          </a:xfrm>
          <a:prstGeom prst="rect">
            <a:avLst/>
          </a:prstGeom>
        </p:spPr>
      </p:pic>
      <p:sp>
        <p:nvSpPr>
          <p:cNvPr id="22" name="TextBox 21">
            <a:extLst>
              <a:ext uri="{FF2B5EF4-FFF2-40B4-BE49-F238E27FC236}">
                <a16:creationId xmlns:a16="http://schemas.microsoft.com/office/drawing/2014/main" id="{70FCBB28-A3BE-E35E-3230-C62997CACCA7}"/>
              </a:ext>
            </a:extLst>
          </p:cNvPr>
          <p:cNvSpPr txBox="1"/>
          <p:nvPr/>
        </p:nvSpPr>
        <p:spPr>
          <a:xfrm>
            <a:off x="2266991" y="5932198"/>
            <a:ext cx="1637071" cy="369332"/>
          </a:xfrm>
          <a:prstGeom prst="rect">
            <a:avLst/>
          </a:prstGeom>
          <a:noFill/>
        </p:spPr>
        <p:txBody>
          <a:bodyPr wrap="square" rtlCol="0">
            <a:spAutoFit/>
          </a:bodyPr>
          <a:lstStyle/>
          <a:p>
            <a:pPr algn="ctr"/>
            <a:r>
              <a:rPr lang="en-US" b="0" dirty="0"/>
              <a:t>Encoder #1</a:t>
            </a:r>
          </a:p>
        </p:txBody>
      </p:sp>
      <p:cxnSp>
        <p:nvCxnSpPr>
          <p:cNvPr id="23" name="Straight Arrow Connector 22">
            <a:extLst>
              <a:ext uri="{FF2B5EF4-FFF2-40B4-BE49-F238E27FC236}">
                <a16:creationId xmlns:a16="http://schemas.microsoft.com/office/drawing/2014/main" id="{6F3DE942-FC0B-ACCA-D439-FDD95BA6BF23}"/>
              </a:ext>
            </a:extLst>
          </p:cNvPr>
          <p:cNvCxnSpPr>
            <a:cxnSpLocks/>
          </p:cNvCxnSpPr>
          <p:nvPr/>
        </p:nvCxnSpPr>
        <p:spPr bwMode="auto">
          <a:xfrm flipV="1">
            <a:off x="3013435" y="4950835"/>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427655B7-229E-BF45-3E4C-AF205A826470}"/>
              </a:ext>
            </a:extLst>
          </p:cNvPr>
          <p:cNvSpPr txBox="1"/>
          <p:nvPr/>
        </p:nvSpPr>
        <p:spPr>
          <a:xfrm>
            <a:off x="4744071" y="5949083"/>
            <a:ext cx="1637071" cy="369332"/>
          </a:xfrm>
          <a:prstGeom prst="rect">
            <a:avLst/>
          </a:prstGeom>
          <a:noFill/>
        </p:spPr>
        <p:txBody>
          <a:bodyPr wrap="square" rtlCol="0">
            <a:spAutoFit/>
          </a:bodyPr>
          <a:lstStyle/>
          <a:p>
            <a:pPr algn="ctr"/>
            <a:r>
              <a:rPr lang="en-US" b="0" dirty="0"/>
              <a:t>Encoder #2</a:t>
            </a:r>
          </a:p>
        </p:txBody>
      </p:sp>
      <p:cxnSp>
        <p:nvCxnSpPr>
          <p:cNvPr id="25" name="Straight Arrow Connector 24">
            <a:extLst>
              <a:ext uri="{FF2B5EF4-FFF2-40B4-BE49-F238E27FC236}">
                <a16:creationId xmlns:a16="http://schemas.microsoft.com/office/drawing/2014/main" id="{E3951D98-6F5A-01A2-2469-C85ACBA107FE}"/>
              </a:ext>
            </a:extLst>
          </p:cNvPr>
          <p:cNvCxnSpPr>
            <a:cxnSpLocks/>
          </p:cNvCxnSpPr>
          <p:nvPr/>
        </p:nvCxnSpPr>
        <p:spPr bwMode="auto">
          <a:xfrm flipV="1">
            <a:off x="5490515" y="4967720"/>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6" name="Oval 25">
            <a:extLst>
              <a:ext uri="{FF2B5EF4-FFF2-40B4-BE49-F238E27FC236}">
                <a16:creationId xmlns:a16="http://schemas.microsoft.com/office/drawing/2014/main" id="{2F374C7C-77DB-F01B-6C94-A20591A0F105}"/>
              </a:ext>
            </a:extLst>
          </p:cNvPr>
          <p:cNvSpPr/>
          <p:nvPr/>
        </p:nvSpPr>
        <p:spPr>
          <a:xfrm>
            <a:off x="5676906" y="3989960"/>
            <a:ext cx="657326" cy="6708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C3E4E2E-E509-A638-81F4-E94D55612AAF}"/>
              </a:ext>
            </a:extLst>
          </p:cNvPr>
          <p:cNvCxnSpPr>
            <a:cxnSpLocks/>
          </p:cNvCxnSpPr>
          <p:nvPr/>
        </p:nvCxnSpPr>
        <p:spPr bwMode="auto">
          <a:xfrm flipH="1">
            <a:off x="6336155" y="4255028"/>
            <a:ext cx="1125262" cy="0"/>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
        <p:nvSpPr>
          <p:cNvPr id="29" name="TextBox 28">
            <a:extLst>
              <a:ext uri="{FF2B5EF4-FFF2-40B4-BE49-F238E27FC236}">
                <a16:creationId xmlns:a16="http://schemas.microsoft.com/office/drawing/2014/main" id="{B0C9CFBA-3F06-0AB7-5ACB-332F8178DCF5}"/>
              </a:ext>
            </a:extLst>
          </p:cNvPr>
          <p:cNvSpPr txBox="1"/>
          <p:nvPr/>
        </p:nvSpPr>
        <p:spPr>
          <a:xfrm>
            <a:off x="7074690" y="3886838"/>
            <a:ext cx="1637071" cy="646331"/>
          </a:xfrm>
          <a:prstGeom prst="rect">
            <a:avLst/>
          </a:prstGeom>
          <a:noFill/>
        </p:spPr>
        <p:txBody>
          <a:bodyPr wrap="square" rtlCol="0">
            <a:spAutoFit/>
          </a:bodyPr>
          <a:lstStyle/>
          <a:p>
            <a:pPr algn="ctr"/>
            <a:r>
              <a:rPr lang="en-US" b="0" dirty="0"/>
              <a:t>Power connector</a:t>
            </a:r>
          </a:p>
        </p:txBody>
      </p:sp>
      <p:sp>
        <p:nvSpPr>
          <p:cNvPr id="17" name="TextBox 16">
            <a:extLst>
              <a:ext uri="{FF2B5EF4-FFF2-40B4-BE49-F238E27FC236}">
                <a16:creationId xmlns:a16="http://schemas.microsoft.com/office/drawing/2014/main" id="{371B9BCE-48C2-8697-F3E1-A648315F0B99}"/>
              </a:ext>
            </a:extLst>
          </p:cNvPr>
          <p:cNvSpPr txBox="1"/>
          <p:nvPr/>
        </p:nvSpPr>
        <p:spPr>
          <a:xfrm>
            <a:off x="6479066" y="5185763"/>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45</a:t>
            </a:r>
          </a:p>
        </p:txBody>
      </p:sp>
    </p:spTree>
    <p:extLst>
      <p:ext uri="{BB962C8B-B14F-4D97-AF65-F5344CB8AC3E}">
        <p14:creationId xmlns:p14="http://schemas.microsoft.com/office/powerpoint/2010/main" val="232781726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20</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67330823"/>
              </p:ext>
            </p:extLst>
          </p:nvPr>
        </p:nvGraphicFramePr>
        <p:xfrm>
          <a:off x="255072" y="1241647"/>
          <a:ext cx="8431213" cy="274933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2251">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680035">
                <a:tc>
                  <a:txBody>
                    <a:bodyPr/>
                    <a:lstStyle/>
                    <a:p>
                      <a:pPr algn="ctr"/>
                      <a:r>
                        <a:rPr lang="en-US" sz="1800" dirty="0"/>
                        <a:t>54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steps 36-45 but for Network 1G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43 the IP address will be 192.168.2.96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45 the IP address will be 192.168.2.1</a:t>
                      </a:r>
                    </a:p>
                  </a:txBody>
                  <a:tcPr marL="91443" marR="91443" marT="45734" marB="45734"/>
                </a:tc>
                <a:extLst>
                  <a:ext uri="{0D108BD9-81ED-4DB2-BD59-A6C34878D82A}">
                    <a16:rowId xmlns:a16="http://schemas.microsoft.com/office/drawing/2014/main" val="10001"/>
                  </a:ext>
                </a:extLst>
              </a:tr>
              <a:tr h="881520">
                <a:tc>
                  <a:txBody>
                    <a:bodyPr/>
                    <a:lstStyle/>
                    <a:p>
                      <a:pPr algn="ctr"/>
                      <a:r>
                        <a:rPr lang="en-US" sz="1800" dirty="0"/>
                        <a:t>55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If there is a 3</a:t>
                      </a:r>
                      <a:r>
                        <a:rPr lang="en-US" sz="1600" baseline="30000" dirty="0">
                          <a:solidFill>
                            <a:schemeClr val="tx1"/>
                          </a:solidFill>
                        </a:rPr>
                        <a:t>rd</a:t>
                      </a:r>
                      <a:r>
                        <a:rPr lang="en-US" sz="1600" dirty="0">
                          <a:solidFill>
                            <a:schemeClr val="tx1"/>
                          </a:solidFill>
                        </a:rPr>
                        <a:t> Axis Encoder;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steps 36-45 but for Network 1G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43 the IP address will be 192.168.3.97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45 the IP address will be 192.168.3.1</a:t>
                      </a:r>
                    </a:p>
                  </a:txBody>
                  <a:tcPr marL="91443" marR="91443" marT="45734" marB="45734"/>
                </a:tc>
                <a:extLst>
                  <a:ext uri="{0D108BD9-81ED-4DB2-BD59-A6C34878D82A}">
                    <a16:rowId xmlns:a16="http://schemas.microsoft.com/office/drawing/2014/main" val="10002"/>
                  </a:ext>
                </a:extLst>
              </a:tr>
              <a:tr h="493733">
                <a:tc gridSpan="2">
                  <a:txBody>
                    <a:bodyPr/>
                    <a:lstStyle/>
                    <a:p>
                      <a:pPr algn="ctr"/>
                      <a:r>
                        <a:rPr lang="en-US" sz="1800" dirty="0"/>
                        <a:t>End of Test</a:t>
                      </a:r>
                    </a:p>
                  </a:txBody>
                  <a:tcPr marL="91443" marR="91443" marT="45734" marB="45734"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marL="91443" marR="91443" marT="45734" marB="45734"/>
                </a:tc>
                <a:extLst>
                  <a:ext uri="{0D108BD9-81ED-4DB2-BD59-A6C34878D82A}">
                    <a16:rowId xmlns:a16="http://schemas.microsoft.com/office/drawing/2014/main" val="1985225980"/>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Tree>
    <p:extLst>
      <p:ext uri="{BB962C8B-B14F-4D97-AF65-F5344CB8AC3E}">
        <p14:creationId xmlns:p14="http://schemas.microsoft.com/office/powerpoint/2010/main" val="360637751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17"/>
          <p:cNvSpPr>
            <a:spLocks noChangeShapeType="1"/>
          </p:cNvSpPr>
          <p:nvPr/>
        </p:nvSpPr>
        <p:spPr bwMode="auto">
          <a:xfrm flipV="1">
            <a:off x="9037638" y="779463"/>
            <a:ext cx="0" cy="5751512"/>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6" name="TextBox 5"/>
          <p:cNvSpPr txBox="1"/>
          <p:nvPr/>
        </p:nvSpPr>
        <p:spPr>
          <a:xfrm>
            <a:off x="1892300" y="2295525"/>
            <a:ext cx="5057775" cy="584200"/>
          </a:xfrm>
          <a:prstGeom prst="rect">
            <a:avLst/>
          </a:prstGeom>
          <a:noFill/>
        </p:spPr>
        <p:txBody>
          <a:bodyPr>
            <a:spAutoFit/>
          </a:bodyPr>
          <a:lstStyle/>
          <a:p>
            <a:pPr algn="ctr" eaLnBrk="1" hangingPunct="1">
              <a:defRPr/>
            </a:pPr>
            <a:r>
              <a:rPr lang="en-US" sz="3200" dirty="0">
                <a:latin typeface="+mn-lt"/>
              </a:rPr>
              <a:t>APPENDIX</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F51AB7-6DF2-1D5D-EE83-AB2B6C68827E}"/>
              </a:ext>
            </a:extLst>
          </p:cNvPr>
          <p:cNvPicPr>
            <a:picLocks noChangeAspect="1"/>
          </p:cNvPicPr>
          <p:nvPr/>
        </p:nvPicPr>
        <p:blipFill>
          <a:blip r:embed="rId2"/>
          <a:stretch>
            <a:fillRect/>
          </a:stretch>
        </p:blipFill>
        <p:spPr>
          <a:xfrm>
            <a:off x="821093" y="1328989"/>
            <a:ext cx="7641771" cy="4345050"/>
          </a:xfrm>
          <a:prstGeom prst="rect">
            <a:avLst/>
          </a:prstGeom>
        </p:spPr>
      </p:pic>
    </p:spTree>
    <p:extLst>
      <p:ext uri="{BB962C8B-B14F-4D97-AF65-F5344CB8AC3E}">
        <p14:creationId xmlns:p14="http://schemas.microsoft.com/office/powerpoint/2010/main" val="57668214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dirty="0"/>
          </a:p>
        </p:txBody>
      </p:sp>
      <p:sp>
        <p:nvSpPr>
          <p:cNvPr id="3" name="Text Placeholder 2"/>
          <p:cNvSpPr>
            <a:spLocks noGrp="1"/>
          </p:cNvSpPr>
          <p:nvPr>
            <p:ph type="body" sz="quarter" idx="11"/>
          </p:nvPr>
        </p:nvSpPr>
        <p:spPr/>
        <p:txBody>
          <a:bodyPr/>
          <a:lstStyle/>
          <a:p>
            <a:endParaRPr lang="en-US"/>
          </a:p>
        </p:txBody>
      </p:sp>
      <p:sp>
        <p:nvSpPr>
          <p:cNvPr id="4" name="Text Placeholder 3"/>
          <p:cNvSpPr>
            <a:spLocks noGrp="1"/>
          </p:cNvSpPr>
          <p:nvPr>
            <p:ph type="body" sz="quarter" idx="12"/>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Text Placeholder 6"/>
          <p:cNvSpPr>
            <a:spLocks noGrp="1"/>
          </p:cNvSpPr>
          <p:nvPr>
            <p:ph type="body" sz="quarter" idx="15"/>
          </p:nvPr>
        </p:nvSpPr>
        <p:spPr/>
        <p:txBody>
          <a:bodyPr/>
          <a:lstStyle/>
          <a:p>
            <a:endParaRPr lang="en-US"/>
          </a:p>
        </p:txBody>
      </p:sp>
      <p:sp>
        <p:nvSpPr>
          <p:cNvPr id="8" name="Text Placeholder 7"/>
          <p:cNvSpPr>
            <a:spLocks noGrp="1"/>
          </p:cNvSpPr>
          <p:nvPr>
            <p:ph type="body" sz="quarter" idx="16"/>
          </p:nvPr>
        </p:nvSpPr>
        <p:spPr/>
        <p:txBody>
          <a:bodyPr/>
          <a:lstStyle/>
          <a:p>
            <a:endParaRPr lang="en-US"/>
          </a:p>
        </p:txBody>
      </p:sp>
      <p:sp>
        <p:nvSpPr>
          <p:cNvPr id="9" name="Text Placeholder 8"/>
          <p:cNvSpPr>
            <a:spLocks noGrp="1"/>
          </p:cNvSpPr>
          <p:nvPr>
            <p:ph type="body" sz="quarter" idx="17"/>
          </p:nvPr>
        </p:nvSpPr>
        <p:spPr/>
        <p:txBody>
          <a:bodyPr/>
          <a:lstStyle/>
          <a:p>
            <a:endParaRPr lang="en-US"/>
          </a:p>
        </p:txBody>
      </p:sp>
      <p:sp>
        <p:nvSpPr>
          <p:cNvPr id="10" name="Text Placeholder 9"/>
          <p:cNvSpPr>
            <a:spLocks noGrp="1"/>
          </p:cNvSpPr>
          <p:nvPr>
            <p:ph type="body" sz="quarter" idx="18"/>
          </p:nvPr>
        </p:nvSpPr>
        <p:spPr/>
        <p:txBody>
          <a:bodyPr/>
          <a:lstStyle/>
          <a:p>
            <a:endParaRPr lang="en-US"/>
          </a:p>
        </p:txBody>
      </p:sp>
      <p:sp>
        <p:nvSpPr>
          <p:cNvPr id="11" name="Text Placeholder 10"/>
          <p:cNvSpPr>
            <a:spLocks noGrp="1"/>
          </p:cNvSpPr>
          <p:nvPr>
            <p:ph type="body" sz="quarter" idx="19"/>
          </p:nvPr>
        </p:nvSpPr>
        <p:spPr/>
        <p:txBody>
          <a:bodyPr/>
          <a:lstStyle/>
          <a:p>
            <a:endParaRPr lang="en-US"/>
          </a:p>
        </p:txBody>
      </p:sp>
      <p:sp>
        <p:nvSpPr>
          <p:cNvPr id="12" name="Text Placeholder 11"/>
          <p:cNvSpPr>
            <a:spLocks noGrp="1"/>
          </p:cNvSpPr>
          <p:nvPr>
            <p:ph type="body" sz="quarter" idx="20"/>
          </p:nvPr>
        </p:nvSpPr>
        <p:spPr/>
        <p:txBody>
          <a:bodyPr/>
          <a:lstStyle/>
          <a:p>
            <a:endParaRPr lang="en-US"/>
          </a:p>
        </p:txBody>
      </p:sp>
      <p:sp>
        <p:nvSpPr>
          <p:cNvPr id="13" name="Text Placeholder 12"/>
          <p:cNvSpPr>
            <a:spLocks noGrp="1"/>
          </p:cNvSpPr>
          <p:nvPr>
            <p:ph type="body" sz="quarter" idx="21"/>
          </p:nvPr>
        </p:nvSpPr>
        <p:spPr/>
        <p:txBody>
          <a:bodyPr/>
          <a:lstStyle/>
          <a:p>
            <a:endParaRPr lang="en-US"/>
          </a:p>
        </p:txBody>
      </p:sp>
      <p:sp>
        <p:nvSpPr>
          <p:cNvPr id="14" name="Text Placeholder 13"/>
          <p:cNvSpPr>
            <a:spLocks noGrp="1"/>
          </p:cNvSpPr>
          <p:nvPr>
            <p:ph type="body" sz="quarter" idx="22"/>
          </p:nvPr>
        </p:nvSpPr>
        <p:spPr/>
        <p:txBody>
          <a:bodyPr/>
          <a:lstStyle/>
          <a:p>
            <a:endParaRPr lang="en-US"/>
          </a:p>
        </p:txBody>
      </p:sp>
      <p:sp>
        <p:nvSpPr>
          <p:cNvPr id="15" name="Text Placeholder 14"/>
          <p:cNvSpPr>
            <a:spLocks noGrp="1"/>
          </p:cNvSpPr>
          <p:nvPr>
            <p:ph type="body" sz="quarter" idx="23"/>
          </p:nvPr>
        </p:nvSpPr>
        <p:spPr/>
        <p:txBody>
          <a:bodyPr/>
          <a:lstStyle/>
          <a:p>
            <a:endParaRPr lang="en-US"/>
          </a:p>
        </p:txBody>
      </p:sp>
      <p:sp>
        <p:nvSpPr>
          <p:cNvPr id="16" name="Text Placeholder 15"/>
          <p:cNvSpPr>
            <a:spLocks noGrp="1"/>
          </p:cNvSpPr>
          <p:nvPr>
            <p:ph type="body" sz="quarter" idx="24"/>
          </p:nvPr>
        </p:nvSpPr>
        <p:spPr/>
        <p:txBody>
          <a:bodyPr/>
          <a:lstStyle/>
          <a:p>
            <a:endParaRPr lang="en-US"/>
          </a:p>
        </p:txBody>
      </p:sp>
      <p:sp>
        <p:nvSpPr>
          <p:cNvPr id="17" name="Text Placeholder 16"/>
          <p:cNvSpPr>
            <a:spLocks noGrp="1"/>
          </p:cNvSpPr>
          <p:nvPr>
            <p:ph type="body" sz="quarter" idx="25"/>
          </p:nvPr>
        </p:nvSpPr>
        <p:spPr/>
        <p:txBody>
          <a:bodyPr/>
          <a:lstStyle/>
          <a:p>
            <a:endParaRPr lang="en-US"/>
          </a:p>
        </p:txBody>
      </p:sp>
      <p:sp>
        <p:nvSpPr>
          <p:cNvPr id="18" name="Text Placeholder 17"/>
          <p:cNvSpPr>
            <a:spLocks noGrp="1"/>
          </p:cNvSpPr>
          <p:nvPr>
            <p:ph type="body" sz="quarter" idx="26"/>
          </p:nvPr>
        </p:nvSpPr>
        <p:spPr/>
        <p:txBody>
          <a:bodyPr/>
          <a:lstStyle/>
          <a:p>
            <a:endParaRPr lang="en-US"/>
          </a:p>
        </p:txBody>
      </p:sp>
      <p:sp>
        <p:nvSpPr>
          <p:cNvPr id="19" name="Text Placeholder 18"/>
          <p:cNvSpPr>
            <a:spLocks noGrp="1"/>
          </p:cNvSpPr>
          <p:nvPr>
            <p:ph type="body" sz="quarter" idx="27"/>
          </p:nvPr>
        </p:nvSpPr>
        <p:spPr/>
        <p:txBody>
          <a:bodyPr/>
          <a:lstStyle/>
          <a:p>
            <a:endParaRPr lang="en-US"/>
          </a:p>
        </p:txBody>
      </p:sp>
      <p:sp>
        <p:nvSpPr>
          <p:cNvPr id="20" name="Text Placeholder 19"/>
          <p:cNvSpPr>
            <a:spLocks noGrp="1"/>
          </p:cNvSpPr>
          <p:nvPr>
            <p:ph type="body" sz="quarter" idx="28"/>
          </p:nvPr>
        </p:nvSpPr>
        <p:spPr/>
        <p:txBody>
          <a:bodyPr/>
          <a:lstStyle/>
          <a:p>
            <a:endParaRPr lang="en-US"/>
          </a:p>
        </p:txBody>
      </p:sp>
      <p:sp>
        <p:nvSpPr>
          <p:cNvPr id="21" name="Text Placeholder 20"/>
          <p:cNvSpPr>
            <a:spLocks noGrp="1"/>
          </p:cNvSpPr>
          <p:nvPr>
            <p:ph type="body" sz="quarter" idx="29"/>
          </p:nvPr>
        </p:nvSpPr>
        <p:spPr/>
        <p:txBody>
          <a:bodyPr/>
          <a:lstStyle/>
          <a:p>
            <a:endParaRPr lang="en-US"/>
          </a:p>
        </p:txBody>
      </p:sp>
      <p:sp>
        <p:nvSpPr>
          <p:cNvPr id="22" name="Text Placeholder 21"/>
          <p:cNvSpPr>
            <a:spLocks noGrp="1"/>
          </p:cNvSpPr>
          <p:nvPr>
            <p:ph type="body" sz="quarter" idx="30"/>
          </p:nvPr>
        </p:nvSpPr>
        <p:spPr/>
        <p:txBody>
          <a:bodyPr/>
          <a:lstStyle/>
          <a:p>
            <a:endParaRPr lang="en-US"/>
          </a:p>
        </p:txBody>
      </p:sp>
      <p:sp>
        <p:nvSpPr>
          <p:cNvPr id="23" name="Text Placeholder 22"/>
          <p:cNvSpPr>
            <a:spLocks noGrp="1"/>
          </p:cNvSpPr>
          <p:nvPr>
            <p:ph type="body" sz="quarter" idx="31"/>
          </p:nvPr>
        </p:nvSpPr>
        <p:spPr/>
        <p:txBody>
          <a:bodyPr/>
          <a:lstStyle/>
          <a:p>
            <a:endParaRPr lang="en-US"/>
          </a:p>
        </p:txBody>
      </p:sp>
      <p:sp>
        <p:nvSpPr>
          <p:cNvPr id="24" name="Text Placeholder 23"/>
          <p:cNvSpPr>
            <a:spLocks noGrp="1"/>
          </p:cNvSpPr>
          <p:nvPr>
            <p:ph type="body" sz="quarter" idx="32"/>
          </p:nvPr>
        </p:nvSpPr>
        <p:spPr/>
        <p:txBody>
          <a:bodyPr/>
          <a:lstStyle/>
          <a:p>
            <a:endParaRPr lang="en-US"/>
          </a:p>
        </p:txBody>
      </p:sp>
      <p:sp>
        <p:nvSpPr>
          <p:cNvPr id="25" name="Text Placeholder 24"/>
          <p:cNvSpPr>
            <a:spLocks noGrp="1"/>
          </p:cNvSpPr>
          <p:nvPr>
            <p:ph type="body" sz="quarter" idx="33"/>
          </p:nvPr>
        </p:nvSpPr>
        <p:spPr/>
        <p:txBody>
          <a:bodyPr/>
          <a:lstStyle/>
          <a:p>
            <a:endParaRPr lang="en-US"/>
          </a:p>
        </p:txBody>
      </p:sp>
      <p:sp>
        <p:nvSpPr>
          <p:cNvPr id="26" name="Text Placeholder 25"/>
          <p:cNvSpPr>
            <a:spLocks noGrp="1"/>
          </p:cNvSpPr>
          <p:nvPr>
            <p:ph type="body" sz="quarter" idx="34"/>
          </p:nvPr>
        </p:nvSpPr>
        <p:spPr/>
        <p:txBody>
          <a:bodyPr/>
          <a:lstStyle/>
          <a:p>
            <a:endParaRPr lang="en-US"/>
          </a:p>
        </p:txBody>
      </p:sp>
      <p:sp>
        <p:nvSpPr>
          <p:cNvPr id="27" name="Text Placeholder 26"/>
          <p:cNvSpPr>
            <a:spLocks noGrp="1"/>
          </p:cNvSpPr>
          <p:nvPr>
            <p:ph type="body" sz="quarter" idx="35"/>
          </p:nvPr>
        </p:nvSpPr>
        <p:spPr/>
        <p:txBody>
          <a:bodyPr/>
          <a:lstStyle/>
          <a:p>
            <a:endParaRPr lang="en-US"/>
          </a:p>
        </p:txBody>
      </p:sp>
      <p:sp>
        <p:nvSpPr>
          <p:cNvPr id="28" name="Text Placeholder 27"/>
          <p:cNvSpPr>
            <a:spLocks noGrp="1"/>
          </p:cNvSpPr>
          <p:nvPr>
            <p:ph type="body" sz="quarter" idx="36"/>
          </p:nvPr>
        </p:nvSpPr>
        <p:spPr/>
        <p:txBody>
          <a:bodyPr/>
          <a:lstStyle/>
          <a:p>
            <a:endParaRPr lang="en-US"/>
          </a:p>
        </p:txBody>
      </p:sp>
      <p:sp>
        <p:nvSpPr>
          <p:cNvPr id="29" name="Text Placeholder 28"/>
          <p:cNvSpPr>
            <a:spLocks noGrp="1"/>
          </p:cNvSpPr>
          <p:nvPr>
            <p:ph type="body" sz="quarter" idx="37"/>
          </p:nvPr>
        </p:nvSpPr>
        <p:spPr/>
        <p:txBody>
          <a:bodyPr/>
          <a:lstStyle/>
          <a:p>
            <a:endParaRPr lang="en-US"/>
          </a:p>
        </p:txBody>
      </p:sp>
      <p:sp>
        <p:nvSpPr>
          <p:cNvPr id="30" name="Text Placeholder 29"/>
          <p:cNvSpPr>
            <a:spLocks noGrp="1"/>
          </p:cNvSpPr>
          <p:nvPr>
            <p:ph type="body" sz="quarter" idx="38"/>
          </p:nvPr>
        </p:nvSpPr>
        <p:spPr/>
        <p:txBody>
          <a:bodyPr/>
          <a:lstStyle/>
          <a:p>
            <a:endParaRPr lang="en-US"/>
          </a:p>
        </p:txBody>
      </p:sp>
      <p:sp>
        <p:nvSpPr>
          <p:cNvPr id="31" name="Text Placeholder 30"/>
          <p:cNvSpPr>
            <a:spLocks noGrp="1"/>
          </p:cNvSpPr>
          <p:nvPr>
            <p:ph type="body" sz="quarter" idx="39"/>
          </p:nvPr>
        </p:nvSpPr>
        <p:spPr/>
        <p:txBody>
          <a:bodyPr/>
          <a:lstStyle/>
          <a:p>
            <a:endParaRPr lang="en-US"/>
          </a:p>
        </p:txBody>
      </p:sp>
      <p:sp>
        <p:nvSpPr>
          <p:cNvPr id="32" name="Text Placeholder 31"/>
          <p:cNvSpPr>
            <a:spLocks noGrp="1"/>
          </p:cNvSpPr>
          <p:nvPr>
            <p:ph type="body" sz="quarter" idx="40"/>
          </p:nvPr>
        </p:nvSpPr>
        <p:spPr/>
        <p:txBody>
          <a:bodyPr/>
          <a:lstStyle/>
          <a:p>
            <a:endParaRPr lang="en-US"/>
          </a:p>
        </p:txBody>
      </p:sp>
      <p:sp>
        <p:nvSpPr>
          <p:cNvPr id="33" name="Text Placeholder 32"/>
          <p:cNvSpPr>
            <a:spLocks noGrp="1"/>
          </p:cNvSpPr>
          <p:nvPr>
            <p:ph type="body" sz="quarter" idx="41"/>
          </p:nvPr>
        </p:nvSpPr>
        <p:spPr/>
        <p:txBody>
          <a:bodyPr/>
          <a:lstStyle/>
          <a:p>
            <a:endParaRPr lang="en-US"/>
          </a:p>
        </p:txBody>
      </p:sp>
      <p:sp>
        <p:nvSpPr>
          <p:cNvPr id="34" name="Text Placeholder 33"/>
          <p:cNvSpPr>
            <a:spLocks noGrp="1"/>
          </p:cNvSpPr>
          <p:nvPr>
            <p:ph type="body" sz="quarter" idx="42"/>
          </p:nvPr>
        </p:nvSpPr>
        <p:spPr/>
        <p:txBody>
          <a:bodyPr/>
          <a:lstStyle/>
          <a:p>
            <a:endParaRPr lang="en-US"/>
          </a:p>
        </p:txBody>
      </p:sp>
      <p:sp>
        <p:nvSpPr>
          <p:cNvPr id="35" name="Text Placeholder 34"/>
          <p:cNvSpPr>
            <a:spLocks noGrp="1"/>
          </p:cNvSpPr>
          <p:nvPr>
            <p:ph type="body" sz="quarter" idx="43"/>
          </p:nvPr>
        </p:nvSpPr>
        <p:spPr/>
        <p:txBody>
          <a:bodyPr/>
          <a:lstStyle/>
          <a:p>
            <a:endParaRPr lang="en-US"/>
          </a:p>
        </p:txBody>
      </p:sp>
      <p:sp>
        <p:nvSpPr>
          <p:cNvPr id="36" name="Text Placeholder 35"/>
          <p:cNvSpPr>
            <a:spLocks noGrp="1"/>
          </p:cNvSpPr>
          <p:nvPr>
            <p:ph type="body" sz="quarter" idx="44"/>
          </p:nvPr>
        </p:nvSpPr>
        <p:spPr/>
        <p:txBody>
          <a:bodyPr/>
          <a:lstStyle/>
          <a:p>
            <a:endParaRPr lang="en-US"/>
          </a:p>
        </p:txBody>
      </p:sp>
      <p:sp>
        <p:nvSpPr>
          <p:cNvPr id="37" name="Text Placeholder 36"/>
          <p:cNvSpPr>
            <a:spLocks noGrp="1"/>
          </p:cNvSpPr>
          <p:nvPr>
            <p:ph type="body" sz="quarter" idx="45"/>
          </p:nvPr>
        </p:nvSpPr>
        <p:spPr/>
        <p:txBody>
          <a:bodyPr/>
          <a:lstStyle/>
          <a:p>
            <a:endParaRPr lang="en-US"/>
          </a:p>
        </p:txBody>
      </p:sp>
      <p:sp>
        <p:nvSpPr>
          <p:cNvPr id="38" name="Text Placeholder 37"/>
          <p:cNvSpPr>
            <a:spLocks noGrp="1"/>
          </p:cNvSpPr>
          <p:nvPr>
            <p:ph type="body" sz="quarter" idx="46"/>
          </p:nvPr>
        </p:nvSpPr>
        <p:spPr/>
        <p:txBody>
          <a:bodyPr/>
          <a:lstStyle/>
          <a:p>
            <a:endParaRPr lang="en-US"/>
          </a:p>
        </p:txBody>
      </p:sp>
      <p:sp>
        <p:nvSpPr>
          <p:cNvPr id="39" name="Text Placeholder 38"/>
          <p:cNvSpPr>
            <a:spLocks noGrp="1"/>
          </p:cNvSpPr>
          <p:nvPr>
            <p:ph type="body" sz="quarter" idx="47"/>
          </p:nvPr>
        </p:nvSpPr>
        <p:spPr/>
        <p:txBody>
          <a:bodyPr/>
          <a:lstStyle/>
          <a:p>
            <a:endParaRPr lang="en-US"/>
          </a:p>
        </p:txBody>
      </p:sp>
      <p:sp>
        <p:nvSpPr>
          <p:cNvPr id="40" name="Text Placeholder 39"/>
          <p:cNvSpPr>
            <a:spLocks noGrp="1"/>
          </p:cNvSpPr>
          <p:nvPr>
            <p:ph type="body" sz="quarter" idx="48"/>
          </p:nvPr>
        </p:nvSpPr>
        <p:spPr/>
        <p:txBody>
          <a:bodyPr/>
          <a:lstStyle/>
          <a:p>
            <a:endParaRPr lang="en-US"/>
          </a:p>
        </p:txBody>
      </p:sp>
      <p:sp>
        <p:nvSpPr>
          <p:cNvPr id="41" name="Text Placeholder 40"/>
          <p:cNvSpPr>
            <a:spLocks noGrp="1"/>
          </p:cNvSpPr>
          <p:nvPr>
            <p:ph type="body" sz="quarter" idx="49"/>
          </p:nvPr>
        </p:nvSpPr>
        <p:spPr/>
        <p:txBody>
          <a:bodyPr/>
          <a:lstStyle/>
          <a:p>
            <a:endParaRPr lang="en-US"/>
          </a:p>
        </p:txBody>
      </p:sp>
      <p:sp>
        <p:nvSpPr>
          <p:cNvPr id="42" name="Text Placeholder 41"/>
          <p:cNvSpPr>
            <a:spLocks noGrp="1"/>
          </p:cNvSpPr>
          <p:nvPr>
            <p:ph type="body" sz="quarter" idx="50"/>
          </p:nvPr>
        </p:nvSpPr>
        <p:spPr/>
        <p:txBody>
          <a:bodyPr/>
          <a:lstStyle/>
          <a:p>
            <a:endParaRPr lang="en-US"/>
          </a:p>
        </p:txBody>
      </p:sp>
      <p:sp>
        <p:nvSpPr>
          <p:cNvPr id="43" name="Text Placeholder 42"/>
          <p:cNvSpPr>
            <a:spLocks noGrp="1"/>
          </p:cNvSpPr>
          <p:nvPr>
            <p:ph type="body" sz="quarter" idx="51"/>
          </p:nvPr>
        </p:nvSpPr>
        <p:spPr/>
        <p:txBody>
          <a:bodyPr/>
          <a:lstStyle/>
          <a:p>
            <a:endParaRPr lang="en-US"/>
          </a:p>
        </p:txBody>
      </p:sp>
      <p:sp>
        <p:nvSpPr>
          <p:cNvPr id="44" name="Text Placeholder 43"/>
          <p:cNvSpPr>
            <a:spLocks noGrp="1"/>
          </p:cNvSpPr>
          <p:nvPr>
            <p:ph type="body" sz="quarter" idx="52"/>
          </p:nvPr>
        </p:nvSpPr>
        <p:spPr/>
        <p:txBody>
          <a:bodyPr/>
          <a:lstStyle/>
          <a:p>
            <a:endParaRPr lang="en-US"/>
          </a:p>
        </p:txBody>
      </p:sp>
      <p:sp>
        <p:nvSpPr>
          <p:cNvPr id="45" name="Text Placeholder 44"/>
          <p:cNvSpPr>
            <a:spLocks noGrp="1"/>
          </p:cNvSpPr>
          <p:nvPr>
            <p:ph type="body" sz="quarter" idx="53"/>
          </p:nvPr>
        </p:nvSpPr>
        <p:spPr/>
        <p:txBody>
          <a:bodyPr/>
          <a:lstStyle/>
          <a:p>
            <a:endParaRPr lang="en-US"/>
          </a:p>
        </p:txBody>
      </p:sp>
      <p:sp>
        <p:nvSpPr>
          <p:cNvPr id="46" name="Text Placeholder 45"/>
          <p:cNvSpPr>
            <a:spLocks noGrp="1"/>
          </p:cNvSpPr>
          <p:nvPr>
            <p:ph type="body" sz="quarter" idx="54"/>
          </p:nvPr>
        </p:nvSpPr>
        <p:spPr/>
        <p:txBody>
          <a:bodyPr/>
          <a:lstStyle/>
          <a:p>
            <a:endParaRPr lang="en-US"/>
          </a:p>
        </p:txBody>
      </p:sp>
      <p:sp>
        <p:nvSpPr>
          <p:cNvPr id="47" name="Text Placeholder 46"/>
          <p:cNvSpPr>
            <a:spLocks noGrp="1"/>
          </p:cNvSpPr>
          <p:nvPr>
            <p:ph type="body" sz="quarter" idx="55"/>
          </p:nvPr>
        </p:nvSpPr>
        <p:spPr/>
        <p:txBody>
          <a:bodyPr/>
          <a:lstStyle/>
          <a:p>
            <a:endParaRPr lang="en-US"/>
          </a:p>
        </p:txBody>
      </p:sp>
      <p:sp>
        <p:nvSpPr>
          <p:cNvPr id="48" name="Text Placeholder 47"/>
          <p:cNvSpPr>
            <a:spLocks noGrp="1"/>
          </p:cNvSpPr>
          <p:nvPr>
            <p:ph type="body" sz="quarter" idx="56"/>
          </p:nvPr>
        </p:nvSpPr>
        <p:spPr/>
        <p:txBody>
          <a:bodyPr/>
          <a:lstStyle/>
          <a:p>
            <a:endParaRPr lang="en-US"/>
          </a:p>
        </p:txBody>
      </p:sp>
      <p:sp>
        <p:nvSpPr>
          <p:cNvPr id="49" name="Text Placeholder 48"/>
          <p:cNvSpPr>
            <a:spLocks noGrp="1"/>
          </p:cNvSpPr>
          <p:nvPr>
            <p:ph type="body" sz="quarter" idx="57"/>
          </p:nvPr>
        </p:nvSpPr>
        <p:spPr/>
        <p:txBody>
          <a:bodyPr/>
          <a:lstStyle/>
          <a:p>
            <a:endParaRPr lang="en-US"/>
          </a:p>
        </p:txBody>
      </p:sp>
    </p:spTree>
    <p:extLst>
      <p:ext uri="{BB962C8B-B14F-4D97-AF65-F5344CB8AC3E}">
        <p14:creationId xmlns:p14="http://schemas.microsoft.com/office/powerpoint/2010/main" val="298333619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rtical Text Placeholder 2"/>
          <p:cNvSpPr>
            <a:spLocks noGrp="1"/>
          </p:cNvSpPr>
          <p:nvPr>
            <p:ph type="body" orient="vert" idx="10"/>
          </p:nvPr>
        </p:nvSpPr>
        <p:spPr/>
        <p:txBody>
          <a:bodyPr/>
          <a:lstStyle/>
          <a:p>
            <a:r>
              <a:rPr lang="en-US" altLang="en-US" dirty="0"/>
              <a:t>Eve Kit Software Installation</a:t>
            </a:r>
            <a:endParaRPr lang="en-US" dirty="0"/>
          </a:p>
        </p:txBody>
      </p:sp>
      <p:sp>
        <p:nvSpPr>
          <p:cNvPr id="4" name="Vertical Text Placeholder 3"/>
          <p:cNvSpPr>
            <a:spLocks noGrp="1"/>
          </p:cNvSpPr>
          <p:nvPr>
            <p:ph type="body" orient="vert" idx="11"/>
          </p:nvPr>
        </p:nvSpPr>
        <p:spPr/>
        <p:txBody>
          <a:bodyPr/>
          <a:lstStyle/>
          <a:p>
            <a:r>
              <a:rPr lang="en-US" dirty="0"/>
              <a:t>TSP-J-5014</a:t>
            </a:r>
          </a:p>
        </p:txBody>
      </p:sp>
    </p:spTree>
    <p:extLst>
      <p:ext uri="{BB962C8B-B14F-4D97-AF65-F5344CB8AC3E}">
        <p14:creationId xmlns:p14="http://schemas.microsoft.com/office/powerpoint/2010/main" val="4129526905"/>
      </p:ext>
    </p:extLst>
  </p:cSld>
  <p:clrMapOvr>
    <a:masterClrMapping/>
  </p:clrMapOvr>
  <p:transition>
    <p:fade/>
  </p:transition>
</p:sld>
</file>

<file path=ppt/theme/theme1.xml><?xml version="1.0" encoding="utf-8"?>
<a:theme xmlns:a="http://schemas.openxmlformats.org/drawingml/2006/main" name="TSP Layout">
  <a:themeElements>
    <a:clrScheme name="">
      <a:dk1>
        <a:srgbClr val="000000"/>
      </a:dk1>
      <a:lt1>
        <a:srgbClr val="FFFFFF"/>
      </a:lt1>
      <a:dk2>
        <a:srgbClr val="000000"/>
      </a:dk2>
      <a:lt2>
        <a:srgbClr val="808080"/>
      </a:lt2>
      <a:accent1>
        <a:srgbClr val="000000"/>
      </a:accent1>
      <a:accent2>
        <a:srgbClr val="C71444"/>
      </a:accent2>
      <a:accent3>
        <a:srgbClr val="FFFFFF"/>
      </a:accent3>
      <a:accent4>
        <a:srgbClr val="000000"/>
      </a:accent4>
      <a:accent5>
        <a:srgbClr val="AAAAAA"/>
      </a:accent5>
      <a:accent6>
        <a:srgbClr val="B4113D"/>
      </a:accent6>
      <a:hlink>
        <a:srgbClr val="2E00F4"/>
      </a:hlink>
      <a:folHlink>
        <a:srgbClr val="B2B2B2"/>
      </a:folHlink>
    </a:clrScheme>
    <a:fontScheme name="vi-2000">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charset="0"/>
          </a:defRPr>
        </a:defPPr>
      </a:lstStyle>
    </a:lnDef>
  </a:objectDefaults>
  <a:extraClrSchemeLst>
    <a:extraClrScheme>
      <a:clrScheme name="vi-200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i-200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i-200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i-200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i-200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i-200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i-200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180A7147-CE8B-4ECB-A83F-89413E7800C2}" vid="{AFAE48DA-63BF-439C-BD5F-929F23E0027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11371</TotalTime>
  <Words>2199</Words>
  <Application>Microsoft Office PowerPoint</Application>
  <PresentationFormat>On-screen Show (4:3)</PresentationFormat>
  <Paragraphs>431</Paragraphs>
  <Slides>38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NissanAG-MedExt</vt:lpstr>
      <vt:lpstr>Arial</vt:lpstr>
      <vt:lpstr>Times New Roman</vt:lpstr>
      <vt:lpstr>Verdana</vt:lpstr>
      <vt:lpstr>Wingdings</vt:lpstr>
      <vt:lpstr>Wingdings 2</vt:lpstr>
      <vt:lpstr>TSP Layout</vt:lpstr>
      <vt:lpstr>Worksheet</vt:lpstr>
      <vt:lpstr>Eve Kit Software Installation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type Regulation #</dc:title>
  <dc:creator>Bayani, Wilbert</dc:creator>
  <cp:keywords/>
  <cp:lastModifiedBy>Tenorio, Aaron</cp:lastModifiedBy>
  <cp:revision>200</cp:revision>
  <cp:lastPrinted>2019-11-08T19:37:08Z</cp:lastPrinted>
  <dcterms:created xsi:type="dcterms:W3CDTF">2019-03-01T19:26:15Z</dcterms:created>
  <dcterms:modified xsi:type="dcterms:W3CDTF">2026-07-10T14:43:22Z</dcterms:modified>
  <cp:category>NONE</cp:category>
  <cp:contentStatus/>
</cp:coreProperties>
</file>