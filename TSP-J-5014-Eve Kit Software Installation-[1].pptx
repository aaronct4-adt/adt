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0"/>
  </p:notesMasterIdLst>
  <p:handoutMasterIdLst>
    <p:handoutMasterId r:id="rId41"/>
  </p:handoutMasterIdLst>
  <p:sldIdLst>
    <p:sldId id="1354" r:id="rId2"/>
    <p:sldId id="1352" r:id="rId3"/>
    <p:sldId id="1411" r:id="rId4"/>
    <p:sldId id="1406" r:id="rId5"/>
    <p:sldId id="1416" r:id="rId6"/>
    <p:sldId id="1388" r:id="rId7"/>
    <p:sldId id="1434" r:id="rId8"/>
    <p:sldId id="1437" r:id="rId9"/>
    <p:sldId id="1445" r:id="rId10"/>
    <p:sldId id="1479" r:id="rId52"/>
    <p:sldId id="1477" r:id="rId50"/>
    <p:sldId id="1478" r:id="rId51"/>
    <p:sldId id="1441" r:id="rId16"/>
    <p:sldId id="1442" r:id="rId17"/>
    <p:sldId id="1444" r:id="rId18"/>
    <p:sldId id="1443" r:id="rId19"/>
    <p:sldId id="1458" r:id="rId20"/>
    <p:sldId id="1480" r:id="rId53"/>
    <p:sldId id="1481" r:id="rId54"/>
    <p:sldId id="1482" r:id="rId55"/>
    <p:sldId id="1483" r:id="rId56"/>
    <p:sldId id="1463" r:id="rId26"/>
    <p:sldId id="1420" r:id="rId27"/>
    <p:sldId id="1465" r:id="rId28"/>
    <p:sldId id="1464" r:id="rId29"/>
    <p:sldId id="1466" r:id="rId30"/>
    <p:sldId id="1467" r:id="rId31"/>
    <p:sldId id="1468" r:id="rId32"/>
    <p:sldId id="1471" r:id="rId33"/>
    <p:sldId id="1472" r:id="rId34"/>
    <p:sldId id="1473" r:id="rId35"/>
    <p:sldId id="1474" r:id="rId47"/>
    <p:sldId id="1475" r:id="rId48"/>
    <p:sldId id="1476" r:id="rId49"/>
    <p:sldId id="1484" r:id="rId57"/>
    <p:sldId id="1485" r:id="rId58"/>
    <p:sldId id="1486" r:id="rId59"/>
    <p:sldId id="1487" r:id="rId60"/>
    <p:sldId id="1488" r:id="rId61"/>
    <p:sldId id="1489" r:id="rId62"/>
    <p:sldId id="1490" r:id="rId63"/>
    <p:sldId id="1491" r:id="rId64"/>
    <p:sldId id="1492" r:id="rId65"/>
    <p:sldId id="1493" r:id="rId66"/>
    <p:sldId id="1494" r:id="rId67"/>
    <p:sldId id="1495" r:id="rId68"/>
    <p:sldId id="1496" r:id="rId69"/>
    <p:sldId id="1355" r:id="rId36"/>
    <p:sldId id="1497" r:id="rId70"/>
    <p:sldId id="1498" r:id="rId71"/>
    <p:sldId id="1499" r:id="rId72"/>
    <p:sldId id="1500" r:id="rId73"/>
    <p:sldId id="1501" r:id="rId74"/>
    <p:sldId id="1502" r:id="rId75"/>
    <p:sldId id="1503" r:id="rId76"/>
    <p:sldId id="1414" r:id="rId37"/>
    <p:sldId id="1413" r:id="rId38"/>
    <p:sldId id="1387" r:id="rId39"/>
  </p:sldIdLst>
  <p:sldSz cx="9144000" cy="6858000" type="screen4x3"/>
  <p:notesSz cx="7010400" cy="9296400"/>
  <p:defaultTex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52">
          <p15:clr>
            <a:srgbClr val="A4A3A4"/>
          </p15:clr>
        </p15:guide>
        <p15:guide id="2" pos="2883">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5050"/>
    <a:srgbClr val="A50021"/>
    <a:srgbClr val="C00000"/>
    <a:srgbClr val="99CCFF"/>
    <a:srgbClr val="0033CC"/>
    <a:srgbClr val="99FF66"/>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47D1C4-0A6C-4B40-BF36-CABB73154F1B}" v="1" dt="2025-01-09T21:04:23.6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5036" autoAdjust="0"/>
  </p:normalViewPr>
  <p:slideViewPr>
    <p:cSldViewPr snapToGrid="0" snapToObjects="1">
      <p:cViewPr varScale="1">
        <p:scale>
          <a:sx n="111" d="100"/>
          <a:sy n="111" d="100"/>
        </p:scale>
        <p:origin x="1650" y="96"/>
      </p:cViewPr>
      <p:guideLst>
        <p:guide orient="horz" pos="2152"/>
        <p:guide pos="288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5" d="100"/>
          <a:sy n="85" d="100"/>
        </p:scale>
        <p:origin x="3804" y="10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handoutMaster" Target="handoutMasters/handout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microsoft.com/office/2015/10/relationships/revisionInfo" Target="revisionInfo.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ea typeface="+mn-ea"/>
              </a:defRPr>
            </a:lvl1pPr>
          </a:lstStyle>
          <a:p>
            <a:pPr>
              <a:defRPr/>
            </a:pPr>
            <a:endParaRPr lang="en-US" dirty="0"/>
          </a:p>
        </p:txBody>
      </p:sp>
      <p:sp>
        <p:nvSpPr>
          <p:cNvPr id="78851" name="Rectangle 3"/>
          <p:cNvSpPr>
            <a:spLocks noGrp="1" noChangeArrowheads="1"/>
          </p:cNvSpPr>
          <p:nvPr>
            <p:ph type="dt" sz="quarter" idx="1"/>
          </p:nvPr>
        </p:nvSpPr>
        <p:spPr bwMode="auto">
          <a:xfrm>
            <a:off x="3970938"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ea typeface="+mn-ea"/>
              </a:defRPr>
            </a:lvl1pPr>
          </a:lstStyle>
          <a:p>
            <a:pPr>
              <a:defRPr/>
            </a:pPr>
            <a:endParaRPr lang="en-US" dirty="0"/>
          </a:p>
        </p:txBody>
      </p:sp>
      <p:sp>
        <p:nvSpPr>
          <p:cNvPr id="78852" name="Rectangle 4"/>
          <p:cNvSpPr>
            <a:spLocks noGrp="1" noChangeArrowheads="1"/>
          </p:cNvSpPr>
          <p:nvPr>
            <p:ph type="ftr" sz="quarter" idx="2"/>
          </p:nvPr>
        </p:nvSpPr>
        <p:spPr bwMode="auto">
          <a:xfrm>
            <a:off x="0"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ea typeface="+mn-ea"/>
              </a:defRPr>
            </a:lvl1pPr>
          </a:lstStyle>
          <a:p>
            <a:pPr>
              <a:defRPr/>
            </a:pPr>
            <a:endParaRPr lang="en-US" dirty="0"/>
          </a:p>
        </p:txBody>
      </p:sp>
      <p:sp>
        <p:nvSpPr>
          <p:cNvPr id="78853" name="Rectangle 5"/>
          <p:cNvSpPr>
            <a:spLocks noGrp="1" noChangeArrowheads="1"/>
          </p:cNvSpPr>
          <p:nvPr>
            <p:ph type="sldNum" sz="quarter" idx="3"/>
          </p:nvPr>
        </p:nvSpPr>
        <p:spPr bwMode="auto">
          <a:xfrm>
            <a:off x="3970938"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377CFDEB-2ED2-4526-8C36-2B46D1E67F3A}" type="slidenum">
              <a:rPr lang="en-US" altLang="en-US"/>
              <a:pPr>
                <a:defRPr/>
              </a:pPr>
              <a:t>‹#›</a:t>
            </a:fld>
            <a:r>
              <a:rPr lang="en-US" altLang="en-US" dirty="0"/>
              <a:t>CEG/CDR/CDC/CDM</a:t>
            </a:r>
          </a:p>
        </p:txBody>
      </p:sp>
    </p:spTree>
    <p:extLst>
      <p:ext uri="{BB962C8B-B14F-4D97-AF65-F5344CB8AC3E}">
        <p14:creationId xmlns:p14="http://schemas.microsoft.com/office/powerpoint/2010/main" val="41216618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noProof="1">
                <a:latin typeface="Arial" charset="0"/>
                <a:ea typeface="+mn-ea"/>
              </a:defRPr>
            </a:lvl1pPr>
          </a:lstStyle>
          <a:p>
            <a:pPr>
              <a:defRPr/>
            </a:pPr>
            <a:endParaRPr lang="en-US" dirty="0"/>
          </a:p>
        </p:txBody>
      </p:sp>
      <p:sp>
        <p:nvSpPr>
          <p:cNvPr id="5123" name="Rectangle 3"/>
          <p:cNvSpPr>
            <a:spLocks noGrp="1" noChangeArrowheads="1"/>
          </p:cNvSpPr>
          <p:nvPr>
            <p:ph type="dt" idx="1"/>
          </p:nvPr>
        </p:nvSpPr>
        <p:spPr bwMode="auto">
          <a:xfrm>
            <a:off x="3970938" y="0"/>
            <a:ext cx="303784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noProof="1">
                <a:latin typeface="Arial" charset="0"/>
                <a:ea typeface="+mn-ea"/>
              </a:defRPr>
            </a:lvl1pPr>
          </a:lstStyle>
          <a:p>
            <a:pPr>
              <a:defRPr/>
            </a:pPr>
            <a:endParaRPr lang="fr-FR" dirty="0"/>
          </a:p>
        </p:txBody>
      </p:sp>
      <p:sp>
        <p:nvSpPr>
          <p:cNvPr id="4100" name="Rectangle 4"/>
          <p:cNvSpPr>
            <a:spLocks noGrp="1" noRot="1" noChangeAspect="1" noChangeArrowheads="1" noTextEdit="1"/>
          </p:cNvSpPr>
          <p:nvPr>
            <p:ph type="sldImg" idx="2"/>
          </p:nvPr>
        </p:nvSpPr>
        <p:spPr bwMode="auto">
          <a:xfrm>
            <a:off x="1184275" y="696913"/>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1040" y="4416426"/>
            <a:ext cx="560832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1"/>
              <a:t>Cliquez pour modifier les styles du texte du masque</a:t>
            </a:r>
          </a:p>
          <a:p>
            <a:pPr lvl="1"/>
            <a:r>
              <a:rPr lang="en-US" noProof="1"/>
              <a:t>Deuxième niveau</a:t>
            </a:r>
          </a:p>
          <a:p>
            <a:pPr lvl="2"/>
            <a:r>
              <a:rPr lang="en-US" noProof="1"/>
              <a:t>Troisième niveau</a:t>
            </a:r>
          </a:p>
          <a:p>
            <a:pPr lvl="3"/>
            <a:r>
              <a:rPr lang="en-US" noProof="1"/>
              <a:t>Quatrième niveau</a:t>
            </a:r>
          </a:p>
          <a:p>
            <a:pPr lvl="4"/>
            <a:r>
              <a:rPr lang="en-US" noProof="1"/>
              <a:t>Cinquième niveau</a:t>
            </a:r>
          </a:p>
        </p:txBody>
      </p:sp>
      <p:sp>
        <p:nvSpPr>
          <p:cNvPr id="5126" name="Rectangle 6"/>
          <p:cNvSpPr>
            <a:spLocks noGrp="1" noChangeArrowheads="1"/>
          </p:cNvSpPr>
          <p:nvPr>
            <p:ph type="ftr" sz="quarter" idx="4"/>
          </p:nvPr>
        </p:nvSpPr>
        <p:spPr bwMode="auto">
          <a:xfrm>
            <a:off x="0"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noProof="1">
                <a:latin typeface="Arial" charset="0"/>
                <a:ea typeface="+mn-ea"/>
              </a:defRPr>
            </a:lvl1pPr>
          </a:lstStyle>
          <a:p>
            <a:pPr>
              <a:defRPr/>
            </a:pPr>
            <a:endParaRPr lang="en-US" dirty="0"/>
          </a:p>
        </p:txBody>
      </p:sp>
      <p:sp>
        <p:nvSpPr>
          <p:cNvPr id="5127" name="Rectangle 7"/>
          <p:cNvSpPr>
            <a:spLocks noGrp="1" noChangeArrowheads="1"/>
          </p:cNvSpPr>
          <p:nvPr>
            <p:ph type="sldNum" sz="quarter" idx="5"/>
          </p:nvPr>
        </p:nvSpPr>
        <p:spPr bwMode="auto">
          <a:xfrm>
            <a:off x="3970938" y="8829675"/>
            <a:ext cx="303784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noProof="1"/>
            </a:lvl1pPr>
          </a:lstStyle>
          <a:p>
            <a:pPr>
              <a:defRPr/>
            </a:pPr>
            <a:fld id="{382A8B1C-FED3-4284-A0FB-A430093C850B}" type="slidenum">
              <a:rPr altLang="en-US"/>
              <a:pPr>
                <a:defRPr/>
              </a:pPr>
              <a:t>‹#›</a:t>
            </a:fld>
            <a:endParaRPr lang="en-US" altLang="en-US" dirty="0"/>
          </a:p>
        </p:txBody>
      </p:sp>
    </p:spTree>
    <p:extLst>
      <p:ext uri="{BB962C8B-B14F-4D97-AF65-F5344CB8AC3E}">
        <p14:creationId xmlns:p14="http://schemas.microsoft.com/office/powerpoint/2010/main" val="29533211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emf"/><Relationship Id="rId3"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oleObject" Target="../embeddings/oleObject1.bin"/><Relationship Id="rId3" Type="http://schemas.openxmlformats.org/officeDocument/2006/relationships/image" Target="../media/image10.emf"/><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Guidelines">
    <p:spTree>
      <p:nvGrpSpPr>
        <p:cNvPr id="1" name=""/>
        <p:cNvGrpSpPr/>
        <p:nvPr/>
      </p:nvGrpSpPr>
      <p:grpSpPr>
        <a:xfrm>
          <a:off x="0" y="0"/>
          <a:ext cx="0" cy="0"/>
          <a:chOff x="0" y="0"/>
          <a:chExt cx="0" cy="0"/>
        </a:xfrm>
      </p:grpSpPr>
      <p:grpSp>
        <p:nvGrpSpPr>
          <p:cNvPr id="10" name="Group 9"/>
          <p:cNvGrpSpPr/>
          <p:nvPr userDrawn="1"/>
        </p:nvGrpSpPr>
        <p:grpSpPr>
          <a:xfrm>
            <a:off x="125828" y="118970"/>
            <a:ext cx="8887994" cy="6329251"/>
            <a:chOff x="125828" y="118970"/>
            <a:chExt cx="8887994" cy="6329251"/>
          </a:xfrm>
        </p:grpSpPr>
        <p:sp>
          <p:nvSpPr>
            <p:cNvPr id="11" name="TextBox 10"/>
            <p:cNvSpPr txBox="1"/>
            <p:nvPr/>
          </p:nvSpPr>
          <p:spPr>
            <a:xfrm>
              <a:off x="125832" y="118970"/>
              <a:ext cx="4877016" cy="523220"/>
            </a:xfrm>
            <a:prstGeom prst="rect">
              <a:avLst/>
            </a:prstGeom>
            <a:solidFill>
              <a:srgbClr val="FFFF00"/>
            </a:solidFill>
          </p:spPr>
          <p:txBody>
            <a:bodyPr wrap="square" rtlCol="0">
              <a:spAutoFit/>
            </a:bodyPr>
            <a:lstStyle/>
            <a:p>
              <a:r>
                <a:rPr lang="en-US" sz="2800" u="sng" dirty="0">
                  <a:solidFill>
                    <a:srgbClr val="FF0000"/>
                  </a:solidFill>
                </a:rPr>
                <a:t>TSP Template Guidelines</a:t>
              </a:r>
            </a:p>
          </p:txBody>
        </p:sp>
        <p:grpSp>
          <p:nvGrpSpPr>
            <p:cNvPr id="12" name="Group 11"/>
            <p:cNvGrpSpPr/>
            <p:nvPr/>
          </p:nvGrpSpPr>
          <p:grpSpPr>
            <a:xfrm>
              <a:off x="125828" y="1120906"/>
              <a:ext cx="8887994" cy="5327315"/>
              <a:chOff x="125828" y="1120906"/>
              <a:chExt cx="8887994" cy="5327315"/>
            </a:xfrm>
          </p:grpSpPr>
          <p:sp>
            <p:nvSpPr>
              <p:cNvPr id="13" name="TextBox 12"/>
              <p:cNvSpPr txBox="1"/>
              <p:nvPr/>
            </p:nvSpPr>
            <p:spPr>
              <a:xfrm>
                <a:off x="3703590" y="1880140"/>
                <a:ext cx="5310231" cy="2708434"/>
              </a:xfrm>
              <a:prstGeom prst="rect">
                <a:avLst/>
              </a:prstGeom>
              <a:solidFill>
                <a:srgbClr val="FFFF00"/>
              </a:solidFill>
            </p:spPr>
            <p:txBody>
              <a:bodyPr wrap="square" rtlCol="0">
                <a:spAutoFit/>
              </a:bodyPr>
              <a:lstStyle>
                <a:defPPr>
                  <a:defRPr lang="en-US"/>
                </a:defPPr>
                <a:lvl1pPr>
                  <a:defRPr sz="2400" u="sng">
                    <a:solidFill>
                      <a:srgbClr val="FF0000"/>
                    </a:solidFill>
                  </a:defRPr>
                </a:lvl1pPr>
              </a:lstStyle>
              <a:p>
                <a:r>
                  <a:rPr lang="en-US" sz="1600" u="none" dirty="0">
                    <a:latin typeface="Wingdings 2" panose="05020102010507070707" pitchFamily="18" charset="2"/>
                  </a:rPr>
                  <a:t>k</a:t>
                </a:r>
                <a:r>
                  <a:rPr lang="en-US" sz="1600" u="none" dirty="0"/>
                  <a:t> Revised Content Information:</a:t>
                </a:r>
              </a:p>
              <a:p>
                <a:pPr marL="285750" indent="-285750">
                  <a:buFont typeface="Arial" panose="020B0604020202020204" pitchFamily="34" charset="0"/>
                  <a:buChar char="•"/>
                </a:pPr>
                <a:r>
                  <a:rPr lang="en-US" sz="1400" b="0" u="none" dirty="0"/>
                  <a:t>Summarize updates done for the TSP in this location.</a:t>
                </a:r>
              </a:p>
              <a:p>
                <a:pPr marL="285750" indent="-285750">
                  <a:buFont typeface="Arial" panose="020B0604020202020204" pitchFamily="34" charset="0"/>
                  <a:buChar char="•"/>
                </a:pPr>
                <a:r>
                  <a:rPr lang="en-US" sz="1400" b="0" u="none" dirty="0"/>
                  <a:t>“TSP Annual Review” will be placed in the space for review and audited of the TSP.  </a:t>
                </a:r>
                <a:r>
                  <a:rPr lang="en-US" sz="1400" b="1" u="sng" dirty="0"/>
                  <a:t>NO NEW REVISION NUMBER is</a:t>
                </a:r>
                <a:r>
                  <a:rPr lang="en-US" sz="1400" b="1" u="sng" baseline="0" dirty="0"/>
                  <a:t> needed for Annual Review</a:t>
                </a:r>
                <a:r>
                  <a:rPr lang="en-US" sz="1400" b="0" u="none" baseline="0" dirty="0"/>
                  <a:t>.</a:t>
                </a:r>
                <a:endParaRPr lang="en-US" sz="1400" b="0" u="none" dirty="0"/>
              </a:p>
              <a:p>
                <a:pPr marL="285750" indent="-285750">
                  <a:buFont typeface="Wingdings 2" panose="05020102010507070707" pitchFamily="18" charset="2"/>
                  <a:buChar char="l"/>
                </a:pPr>
                <a:r>
                  <a:rPr lang="en-US" sz="1400" b="1" u="none" dirty="0"/>
                  <a:t>Version</a:t>
                </a:r>
                <a:r>
                  <a:rPr lang="en-US" sz="1400" b="0" u="none" dirty="0"/>
                  <a:t>     are to be clearly added to the left bottom corner </a:t>
                </a:r>
                <a:r>
                  <a:rPr lang="en-US" sz="1400" b="1" u="sng" dirty="0"/>
                  <a:t>of each page with changes</a:t>
                </a:r>
                <a:r>
                  <a:rPr lang="en-US" sz="1400" b="0" u="none" dirty="0"/>
                  <a:t>;</a:t>
                </a:r>
                <a:r>
                  <a:rPr lang="en-US" sz="1400" b="0" u="none" baseline="0" dirty="0"/>
                  <a:t>  </a:t>
                </a:r>
                <a:r>
                  <a:rPr lang="en-US" sz="1400" b="1" u="none" baseline="0" dirty="0"/>
                  <a:t>Revision Content</a:t>
                </a:r>
                <a:r>
                  <a:rPr lang="en-US" sz="1400" b="0" u="none" baseline="0" dirty="0"/>
                  <a:t> c</a:t>
                </a:r>
                <a:r>
                  <a:rPr lang="en-US" sz="1400" b="0" u="none" dirty="0"/>
                  <a:t>hange</a:t>
                </a:r>
                <a:r>
                  <a:rPr lang="en-US" sz="1400" b="0" u="none" baseline="0" dirty="0"/>
                  <a:t> #      are to be added </a:t>
                </a:r>
                <a:r>
                  <a:rPr lang="en-US" sz="1400" b="0" u="none" dirty="0"/>
                  <a:t>on the right side of the page of the changes;</a:t>
                </a:r>
                <a:r>
                  <a:rPr lang="en-US" sz="1400" b="0" u="none" baseline="0" dirty="0"/>
                  <a:t> </a:t>
                </a:r>
                <a:r>
                  <a:rPr lang="en-US" sz="1400" b="0" u="none" dirty="0"/>
                  <a:t>this is only after the “New” level release.  This is similar to how we add our changes to the NEM / NDS / KDS in the Nissan system.  Sample will be shown</a:t>
                </a:r>
                <a:r>
                  <a:rPr lang="en-US" sz="1400" b="0" u="none" baseline="0" dirty="0"/>
                  <a:t> on the next page.     </a:t>
                </a:r>
                <a:r>
                  <a:rPr lang="en-US" sz="1200" b="0" i="1" u="sng" baseline="0" dirty="0">
                    <a:solidFill>
                      <a:schemeClr val="tx1"/>
                    </a:solidFill>
                  </a:rPr>
                  <a:t>(X=Version #; Y=Change#)</a:t>
                </a:r>
                <a:endParaRPr lang="en-US" sz="1200" b="0" i="1" u="sng" dirty="0">
                  <a:solidFill>
                    <a:schemeClr val="tx1"/>
                  </a:solidFill>
                </a:endParaRPr>
              </a:p>
            </p:txBody>
          </p:sp>
          <p:sp>
            <p:nvSpPr>
              <p:cNvPr id="14" name="TextBox 13"/>
              <p:cNvSpPr txBox="1"/>
              <p:nvPr/>
            </p:nvSpPr>
            <p:spPr>
              <a:xfrm>
                <a:off x="125832" y="5524891"/>
                <a:ext cx="8887990" cy="923330"/>
              </a:xfrm>
              <a:prstGeom prst="rect">
                <a:avLst/>
              </a:prstGeom>
              <a:solidFill>
                <a:srgbClr val="FFFF00"/>
              </a:solidFill>
              <a:ln w="19050">
                <a:solidFill>
                  <a:srgbClr val="FF0000"/>
                </a:solidFill>
              </a:ln>
            </p:spPr>
            <p:txBody>
              <a:bodyPr wrap="square" tIns="0" bIns="0" rtlCol="0">
                <a:spAutoFit/>
              </a:bodyPr>
              <a:lstStyle/>
              <a:p>
                <a:pPr marL="285750" marR="0" lvl="0" indent="-285750" algn="l" defTabSz="914400" rtl="0" eaLnBrk="0" fontAlgn="base" latinLnBrk="0" hangingPunct="0">
                  <a:lnSpc>
                    <a:spcPct val="100000"/>
                  </a:lnSpc>
                  <a:spcBef>
                    <a:spcPts val="0"/>
                  </a:spcBef>
                  <a:spcAft>
                    <a:spcPct val="0"/>
                  </a:spcAft>
                  <a:buClrTx/>
                  <a:buSzTx/>
                  <a:buFont typeface="Wingdings" panose="05000000000000000000" pitchFamily="2" charset="2"/>
                  <a:buChar char="q"/>
                  <a:tabLst/>
                  <a:defRPr/>
                </a:pPr>
                <a:r>
                  <a:rPr lang="en-US" sz="1400" b="1" u="sng" dirty="0">
                    <a:solidFill>
                      <a:srgbClr val="FF0000"/>
                    </a:solidFill>
                  </a:rPr>
                  <a:t>Each Procedure Step MUST </a:t>
                </a:r>
                <a:r>
                  <a:rPr lang="en-US" sz="1400" b="0" dirty="0">
                    <a:solidFill>
                      <a:srgbClr val="FF0000"/>
                    </a:solidFill>
                  </a:rPr>
                  <a:t>be numbered</a:t>
                </a:r>
                <a:r>
                  <a:rPr lang="en-US" sz="1400" b="0" baseline="0" dirty="0">
                    <a:solidFill>
                      <a:srgbClr val="FF0000"/>
                    </a:solidFill>
                  </a:rPr>
                  <a:t> sequentially on the same TSP.</a:t>
                </a:r>
              </a:p>
              <a:p>
                <a:pPr marL="285750" marR="0" lvl="0" indent="-285750" algn="l" defTabSz="914400" rtl="0" eaLnBrk="0" fontAlgn="base" latinLnBrk="0" hangingPunct="0">
                  <a:lnSpc>
                    <a:spcPct val="100000"/>
                  </a:lnSpc>
                  <a:spcBef>
                    <a:spcPts val="0"/>
                  </a:spcBef>
                  <a:spcAft>
                    <a:spcPct val="0"/>
                  </a:spcAft>
                  <a:buClrTx/>
                  <a:buSzTx/>
                  <a:buFont typeface="Wingdings" panose="05000000000000000000" pitchFamily="2" charset="2"/>
                  <a:buChar char="q"/>
                  <a:tabLst/>
                  <a:defRPr/>
                </a:pPr>
                <a:r>
                  <a:rPr lang="en-US" sz="1400" b="1" u="sng" dirty="0">
                    <a:solidFill>
                      <a:srgbClr val="FF0000"/>
                    </a:solidFill>
                  </a:rPr>
                  <a:t>Time MUST </a:t>
                </a:r>
                <a:r>
                  <a:rPr lang="en-US" sz="1400" b="0" dirty="0">
                    <a:solidFill>
                      <a:srgbClr val="FF0000"/>
                    </a:solidFill>
                  </a:rPr>
                  <a:t>be added on each page for the Procedure.  Add your Total Time and input into the TSP Information Page. </a:t>
                </a:r>
                <a:r>
                  <a:rPr lang="en-US" sz="1400" b="1" u="sng" dirty="0">
                    <a:solidFill>
                      <a:srgbClr val="FF0000"/>
                    </a:solidFill>
                  </a:rPr>
                  <a:t>Procedure</a:t>
                </a:r>
                <a:r>
                  <a:rPr lang="en-US" sz="1400" b="1" u="sng" baseline="0" dirty="0">
                    <a:solidFill>
                      <a:srgbClr val="FF0000"/>
                    </a:solidFill>
                  </a:rPr>
                  <a:t> pages with pictures only</a:t>
                </a:r>
                <a:r>
                  <a:rPr lang="en-US" sz="1400" b="0" u="none" baseline="0" dirty="0">
                    <a:solidFill>
                      <a:srgbClr val="FF0000"/>
                    </a:solidFill>
                  </a:rPr>
                  <a:t> </a:t>
                </a:r>
                <a:r>
                  <a:rPr lang="en-US" sz="1400" b="0" baseline="0" dirty="0">
                    <a:solidFill>
                      <a:srgbClr val="FF0000"/>
                    </a:solidFill>
                  </a:rPr>
                  <a:t>does not require TIME.</a:t>
                </a:r>
                <a:r>
                  <a:rPr lang="en-US" sz="1400" b="0" dirty="0">
                    <a:solidFill>
                      <a:srgbClr val="FF0000"/>
                    </a:solidFill>
                  </a:rPr>
                  <a:t>   </a:t>
                </a:r>
              </a:p>
              <a:p>
                <a:pPr marL="285750" marR="0" lvl="0" indent="-285750" algn="l" defTabSz="914400" rtl="0" eaLnBrk="0" fontAlgn="base" latinLnBrk="0" hangingPunct="0">
                  <a:lnSpc>
                    <a:spcPct val="100000"/>
                  </a:lnSpc>
                  <a:spcBef>
                    <a:spcPts val="0"/>
                  </a:spcBef>
                  <a:spcAft>
                    <a:spcPct val="0"/>
                  </a:spcAft>
                  <a:buClrTx/>
                  <a:buSzTx/>
                  <a:buFont typeface="Wingdings" panose="05000000000000000000" pitchFamily="2" charset="2"/>
                  <a:buChar char="q"/>
                  <a:tabLst/>
                  <a:defRPr/>
                </a:pPr>
                <a:r>
                  <a:rPr lang="en-US" sz="1400" u="sng" dirty="0">
                    <a:solidFill>
                      <a:srgbClr val="FF0000"/>
                    </a:solidFill>
                  </a:rPr>
                  <a:t>Follow rules of pictures added to </a:t>
                </a:r>
                <a:r>
                  <a:rPr lang="en-US" sz="1400" b="0" u="none" dirty="0">
                    <a:solidFill>
                      <a:srgbClr val="FF0000"/>
                    </a:solidFill>
                  </a:rPr>
                  <a:t>file.</a:t>
                </a:r>
                <a:r>
                  <a:rPr lang="en-US" sz="1400" b="0" u="none" baseline="0" dirty="0">
                    <a:solidFill>
                      <a:srgbClr val="FF0000"/>
                    </a:solidFill>
                  </a:rPr>
                  <a:t>  </a:t>
                </a:r>
                <a:r>
                  <a:rPr lang="en-US" sz="1400" b="0" u="none" dirty="0">
                    <a:solidFill>
                      <a:srgbClr val="FF0000"/>
                    </a:solidFill>
                  </a:rPr>
                  <a:t>Each picture must be numbered sequentially for the</a:t>
                </a:r>
                <a:r>
                  <a:rPr lang="en-US" sz="1400" b="0" u="none" baseline="0" dirty="0">
                    <a:solidFill>
                      <a:srgbClr val="FF0000"/>
                    </a:solidFill>
                  </a:rPr>
                  <a:t> TSP</a:t>
                </a:r>
                <a:r>
                  <a:rPr lang="en-US" sz="1400" u="none" dirty="0">
                    <a:solidFill>
                      <a:srgbClr val="FF0000"/>
                    </a:solidFill>
                  </a:rPr>
                  <a:t>.</a:t>
                </a:r>
              </a:p>
              <a:p>
                <a:pPr marL="285750" marR="0" lvl="0" indent="-285750" algn="l" defTabSz="914400" rtl="0" eaLnBrk="0" fontAlgn="base" latinLnBrk="0" hangingPunct="0">
                  <a:lnSpc>
                    <a:spcPct val="100000"/>
                  </a:lnSpc>
                  <a:spcBef>
                    <a:spcPts val="0"/>
                  </a:spcBef>
                  <a:spcAft>
                    <a:spcPct val="0"/>
                  </a:spcAft>
                  <a:buClrTx/>
                  <a:buSzTx/>
                  <a:buFont typeface="Wingdings" panose="05000000000000000000" pitchFamily="2" charset="2"/>
                  <a:buChar char="q"/>
                  <a:tabLst/>
                  <a:defRPr/>
                </a:pPr>
                <a:endParaRPr lang="en-US" sz="400" u="none" dirty="0">
                  <a:solidFill>
                    <a:srgbClr val="FF0000"/>
                  </a:solidFill>
                </a:endParaRPr>
              </a:p>
            </p:txBody>
          </p:sp>
          <p:sp>
            <p:nvSpPr>
              <p:cNvPr id="15" name="TextBox 14"/>
              <p:cNvSpPr txBox="1"/>
              <p:nvPr/>
            </p:nvSpPr>
            <p:spPr>
              <a:xfrm>
                <a:off x="125832" y="1120906"/>
                <a:ext cx="8887989" cy="738664"/>
              </a:xfrm>
              <a:prstGeom prst="rect">
                <a:avLst/>
              </a:prstGeom>
              <a:solidFill>
                <a:srgbClr val="FFFF00"/>
              </a:solidFill>
            </p:spPr>
            <p:txBody>
              <a:bodyPr wrap="square" tIns="0" bIns="0" rtlCol="0">
                <a:spAutoFit/>
              </a:bodyPr>
              <a:lstStyle/>
              <a:p>
                <a:pPr>
                  <a:spcBef>
                    <a:spcPts val="0"/>
                  </a:spcBef>
                </a:pPr>
                <a:r>
                  <a:rPr lang="en-US" sz="1600" u="sng" dirty="0">
                    <a:solidFill>
                      <a:srgbClr val="FF0000"/>
                    </a:solidFill>
                  </a:rPr>
                  <a:t>Use Save As to start your TSP creation.  Use your own File name. DELETE ALL items that are instructions (Yellow Boxes with RED Letters) in the template before presenting the file.  Including this whole page.</a:t>
                </a:r>
              </a:p>
            </p:txBody>
          </p:sp>
          <p:sp>
            <p:nvSpPr>
              <p:cNvPr id="16" name="TextBox 15"/>
              <p:cNvSpPr txBox="1"/>
              <p:nvPr/>
            </p:nvSpPr>
            <p:spPr>
              <a:xfrm>
                <a:off x="125828" y="2742558"/>
                <a:ext cx="3539862" cy="1877437"/>
              </a:xfrm>
              <a:prstGeom prst="rect">
                <a:avLst/>
              </a:prstGeom>
              <a:solidFill>
                <a:srgbClr val="FFFF00"/>
              </a:solidFill>
            </p:spPr>
            <p:txBody>
              <a:bodyPr wrap="square" rtlCol="0">
                <a:spAutoFit/>
              </a:bodyPr>
              <a:lstStyle>
                <a:defPPr>
                  <a:defRPr lang="en-US"/>
                </a:defPPr>
                <a:lvl1pPr>
                  <a:defRPr sz="2400" u="sng">
                    <a:solidFill>
                      <a:srgbClr val="FF0000"/>
                    </a:solidFill>
                  </a:defRPr>
                </a:lvl1pPr>
              </a:lstStyle>
              <a:p>
                <a:pPr algn="ctr"/>
                <a:r>
                  <a:rPr lang="en-US" sz="1600" dirty="0"/>
                  <a:t>Area:</a:t>
                </a:r>
              </a:p>
              <a:p>
                <a:r>
                  <a:rPr lang="en-US" sz="1200" b="0" u="none" dirty="0"/>
                  <a:t>      A – Safety / SAL   </a:t>
                </a:r>
                <a:r>
                  <a:rPr lang="en-US" sz="1200" b="0" u="none" baseline="0" dirty="0"/>
                  <a:t>  </a:t>
                </a:r>
                <a:r>
                  <a:rPr lang="en-US" sz="1200" b="0" u="none" dirty="0"/>
                  <a:t>G – Materials</a:t>
                </a:r>
              </a:p>
              <a:p>
                <a:r>
                  <a:rPr lang="en-US" sz="1200" b="0" u="none" dirty="0"/>
                  <a:t>      B – Body	                H – HVAC</a:t>
                </a:r>
              </a:p>
              <a:p>
                <a:r>
                  <a:rPr lang="en-US" sz="1200" b="0" u="none" dirty="0"/>
                  <a:t>      C – Chassis            J – ADAS </a:t>
                </a:r>
              </a:p>
              <a:p>
                <a:pPr marL="0" marR="0" lvl="0" indent="0" algn="l" defTabSz="914400" rtl="0" eaLnBrk="0" fontAlgn="base" latinLnBrk="0" hangingPunct="0">
                  <a:lnSpc>
                    <a:spcPct val="100000"/>
                  </a:lnSpc>
                  <a:spcBef>
                    <a:spcPct val="0"/>
                  </a:spcBef>
                  <a:spcAft>
                    <a:spcPct val="0"/>
                  </a:spcAft>
                  <a:buClrTx/>
                  <a:buSzTx/>
                  <a:buFontTx/>
                  <a:buNone/>
                  <a:tabLst/>
                  <a:defRPr/>
                </a:pPr>
                <a:r>
                  <a:rPr lang="en-US" sz="1200" b="0" u="none" dirty="0"/>
                  <a:t>      D – NVH                 </a:t>
                </a:r>
                <a:r>
                  <a:rPr lang="en-US" sz="1200" b="0" u="none" baseline="0" dirty="0"/>
                  <a:t>K</a:t>
                </a:r>
                <a:r>
                  <a:rPr lang="en-US" sz="1200" b="0" u="none" dirty="0"/>
                  <a:t> – Human Engineering</a:t>
                </a:r>
              </a:p>
              <a:p>
                <a:r>
                  <a:rPr lang="en-US" sz="1200" b="0" u="none" dirty="0"/>
                  <a:t>      E – Emissions         M - Marketability</a:t>
                </a:r>
                <a:endParaRPr lang="en-US" sz="800" b="0" u="none" dirty="0"/>
              </a:p>
              <a:p>
                <a:r>
                  <a:rPr lang="en-US" sz="1200" b="0" u="none" dirty="0"/>
                  <a:t>      F – FMVSS             N – Others (</a:t>
                </a:r>
                <a:r>
                  <a:rPr lang="en-US" sz="800" b="0" u="none" dirty="0"/>
                  <a:t>e.g. Cost</a:t>
                </a:r>
                <a:r>
                  <a:rPr lang="en-US" sz="800" b="0" u="none" baseline="0" dirty="0"/>
                  <a:t> Saving)</a:t>
                </a:r>
                <a:r>
                  <a:rPr lang="en-US" sz="1200" b="0" u="none" dirty="0"/>
                  <a:t> </a:t>
                </a:r>
              </a:p>
              <a:p>
                <a:pPr algn="ctr"/>
                <a:r>
                  <a:rPr lang="en-US" sz="1400" b="0" u="none" dirty="0"/>
                  <a:t>Number will be sequential and assigned by Supervisor of the Area</a:t>
                </a:r>
              </a:p>
            </p:txBody>
          </p:sp>
          <p:sp>
            <p:nvSpPr>
              <p:cNvPr id="17" name="TextBox 16"/>
              <p:cNvSpPr txBox="1"/>
              <p:nvPr/>
            </p:nvSpPr>
            <p:spPr>
              <a:xfrm>
                <a:off x="125832" y="1889857"/>
                <a:ext cx="3501962" cy="830997"/>
              </a:xfrm>
              <a:prstGeom prst="rect">
                <a:avLst/>
              </a:prstGeom>
              <a:solidFill>
                <a:srgbClr val="FFFF00"/>
              </a:solidFill>
            </p:spPr>
            <p:txBody>
              <a:bodyPr wrap="square" rtlCol="0" anchor="ctr">
                <a:spAutoFit/>
              </a:bodyPr>
              <a:lstStyle>
                <a:defPPr>
                  <a:defRPr lang="en-US"/>
                </a:defPPr>
                <a:lvl1pPr>
                  <a:defRPr sz="2400" u="sng">
                    <a:solidFill>
                      <a:srgbClr val="FF0000"/>
                    </a:solidFill>
                  </a:defRPr>
                </a:lvl1pPr>
              </a:lstStyle>
              <a:p>
                <a:r>
                  <a:rPr lang="en-US" sz="1600" u="none" dirty="0">
                    <a:latin typeface="Wingdings 2" panose="05020102010507070707" pitchFamily="18" charset="2"/>
                  </a:rPr>
                  <a:t>j</a:t>
                </a:r>
                <a:r>
                  <a:rPr lang="en-US" sz="1600" u="none" dirty="0"/>
                  <a:t>  Control Number information:</a:t>
                </a:r>
              </a:p>
              <a:p>
                <a:r>
                  <a:rPr lang="en-US" sz="1600" b="0" u="none" dirty="0"/>
                  <a:t>     </a:t>
                </a:r>
                <a:r>
                  <a:rPr lang="en-US" sz="1600" dirty="0"/>
                  <a:t>TSP-</a:t>
                </a:r>
                <a:r>
                  <a:rPr lang="en-US" sz="1600" i="1" dirty="0"/>
                  <a:t>Area-####  </a:t>
                </a:r>
              </a:p>
              <a:p>
                <a:r>
                  <a:rPr lang="en-US" sz="1600" b="0" u="none" dirty="0"/>
                  <a:t>     </a:t>
                </a:r>
                <a:r>
                  <a:rPr lang="en-US" sz="1600" i="1" dirty="0"/>
                  <a:t>TSP-Area-5###</a:t>
                </a:r>
              </a:p>
            </p:txBody>
          </p:sp>
          <p:sp>
            <p:nvSpPr>
              <p:cNvPr id="18" name="TextBox 17"/>
              <p:cNvSpPr txBox="1"/>
              <p:nvPr/>
            </p:nvSpPr>
            <p:spPr>
              <a:xfrm>
                <a:off x="2089782" y="2178271"/>
                <a:ext cx="1267581" cy="230832"/>
              </a:xfrm>
              <a:prstGeom prst="rect">
                <a:avLst/>
              </a:prstGeom>
              <a:noFill/>
            </p:spPr>
            <p:txBody>
              <a:bodyPr wrap="square" rtlCol="0" anchor="ctr">
                <a:spAutoFit/>
              </a:bodyPr>
              <a:lstStyle/>
              <a:p>
                <a:r>
                  <a:rPr lang="en-US" sz="900" i="1" dirty="0">
                    <a:solidFill>
                      <a:srgbClr val="0070C0"/>
                    </a:solidFill>
                  </a:rPr>
                  <a:t>Test  Procedure  </a:t>
                </a:r>
              </a:p>
            </p:txBody>
          </p:sp>
          <p:sp>
            <p:nvSpPr>
              <p:cNvPr id="19" name="TextBox 18"/>
              <p:cNvSpPr txBox="1"/>
              <p:nvPr/>
            </p:nvSpPr>
            <p:spPr>
              <a:xfrm>
                <a:off x="2123056" y="2438552"/>
                <a:ext cx="1396317" cy="230832"/>
              </a:xfrm>
              <a:prstGeom prst="rect">
                <a:avLst/>
              </a:prstGeom>
              <a:noFill/>
            </p:spPr>
            <p:txBody>
              <a:bodyPr wrap="square" rtlCol="0" anchor="ctr">
                <a:spAutoFit/>
              </a:bodyPr>
              <a:lstStyle/>
              <a:p>
                <a:r>
                  <a:rPr lang="en-US" sz="900" i="1" dirty="0">
                    <a:solidFill>
                      <a:srgbClr val="0070C0"/>
                    </a:solidFill>
                  </a:rPr>
                  <a:t>Equipment Procedure</a:t>
                </a:r>
              </a:p>
            </p:txBody>
          </p:sp>
          <p:sp>
            <p:nvSpPr>
              <p:cNvPr id="20" name="Rectangle 19"/>
              <p:cNvSpPr/>
              <p:nvPr/>
            </p:nvSpPr>
            <p:spPr>
              <a:xfrm>
                <a:off x="125832" y="4959234"/>
                <a:ext cx="8887990" cy="523220"/>
              </a:xfrm>
              <a:prstGeom prst="rect">
                <a:avLst/>
              </a:prstGeom>
              <a:solidFill>
                <a:srgbClr val="FFFF00"/>
              </a:solidFill>
              <a:ln w="19050">
                <a:solidFill>
                  <a:srgbClr val="FF0000"/>
                </a:solidFill>
              </a:ln>
            </p:spPr>
            <p:txBody>
              <a:bodyPr wrap="square" anchor="ctr">
                <a:spAutoFit/>
              </a:bodyPr>
              <a:lstStyle/>
              <a:p>
                <a:r>
                  <a:rPr lang="en-US" sz="1400" b="0" dirty="0">
                    <a:solidFill>
                      <a:srgbClr val="FF0000"/>
                    </a:solidFill>
                  </a:rPr>
                  <a:t>Nissan Specifications (NDS/NEM/KDS) and Regulations are allowed to be added to the TSP Folder.  The user will be responsible to follow all guidelines for confidentiality. </a:t>
                </a:r>
              </a:p>
            </p:txBody>
          </p:sp>
        </p:grpSp>
      </p:grpSp>
      <p:sp>
        <p:nvSpPr>
          <p:cNvPr id="2" name="Rectangle 1"/>
          <p:cNvSpPr/>
          <p:nvPr userDrawn="1"/>
        </p:nvSpPr>
        <p:spPr>
          <a:xfrm>
            <a:off x="125832" y="666670"/>
            <a:ext cx="7617385" cy="400110"/>
          </a:xfrm>
          <a:prstGeom prst="rect">
            <a:avLst/>
          </a:prstGeom>
          <a:solidFill>
            <a:srgbClr val="FF0000"/>
          </a:solidFill>
        </p:spPr>
        <p:txBody>
          <a:bodyPr wrap="square">
            <a:spAutoFit/>
          </a:bodyPr>
          <a:lstStyle/>
          <a:p>
            <a:pPr algn="ctr">
              <a:spcBef>
                <a:spcPts val="0"/>
              </a:spcBef>
            </a:pPr>
            <a:r>
              <a:rPr lang="en-US" sz="2000" u="sng" dirty="0">
                <a:solidFill>
                  <a:srgbClr val="FFFF00"/>
                </a:solidFill>
              </a:rPr>
              <a:t>DO</a:t>
            </a:r>
            <a:r>
              <a:rPr lang="en-US" sz="2000" u="sng" baseline="0" dirty="0">
                <a:solidFill>
                  <a:srgbClr val="FFFF00"/>
                </a:solidFill>
              </a:rPr>
              <a:t> NOT UPDATE THIS FORM AND SAVE</a:t>
            </a:r>
            <a:r>
              <a:rPr lang="en-US" sz="2000" u="sng" dirty="0">
                <a:solidFill>
                  <a:srgbClr val="FFFF00"/>
                </a:solidFill>
              </a:rPr>
              <a:t>. </a:t>
            </a:r>
          </a:p>
        </p:txBody>
      </p:sp>
      <p:sp>
        <p:nvSpPr>
          <p:cNvPr id="3" name="TextBox 2"/>
          <p:cNvSpPr txBox="1"/>
          <p:nvPr userDrawn="1"/>
        </p:nvSpPr>
        <p:spPr>
          <a:xfrm>
            <a:off x="4781724" y="3034264"/>
            <a:ext cx="142613" cy="230832"/>
          </a:xfrm>
          <a:prstGeom prst="rect">
            <a:avLst/>
          </a:prstGeom>
          <a:solidFill>
            <a:srgbClr val="FF0000"/>
          </a:solidFill>
          <a:ln w="12700">
            <a:solidFill>
              <a:schemeClr val="tx1"/>
            </a:solidFill>
          </a:ln>
        </p:spPr>
        <p:txBody>
          <a:bodyPr wrap="square" rtlCol="0" anchor="ctr">
            <a:spAutoFit/>
          </a:bodyPr>
          <a:lstStyle/>
          <a:p>
            <a:pPr algn="ctr"/>
            <a:r>
              <a:rPr lang="en-US" sz="900" dirty="0"/>
              <a:t>X </a:t>
            </a:r>
          </a:p>
        </p:txBody>
      </p:sp>
      <p:sp>
        <p:nvSpPr>
          <p:cNvPr id="4" name="Oval 3"/>
          <p:cNvSpPr/>
          <p:nvPr userDrawn="1"/>
        </p:nvSpPr>
        <p:spPr bwMode="auto">
          <a:xfrm flipH="1">
            <a:off x="8577477" y="3273485"/>
            <a:ext cx="180808" cy="176169"/>
          </a:xfrm>
          <a:prstGeom prst="ellipse">
            <a:avLst/>
          </a:prstGeom>
          <a:solidFill>
            <a:schemeClr val="bg1"/>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noProof="1">
                <a:ln>
                  <a:noFill/>
                </a:ln>
                <a:solidFill>
                  <a:schemeClr val="tx1"/>
                </a:solidFill>
                <a:effectLst/>
                <a:latin typeface="Arial" charset="0"/>
              </a:rPr>
              <a:t>Y   </a:t>
            </a:r>
          </a:p>
        </p:txBody>
      </p:sp>
    </p:spTree>
    <p:extLst>
      <p:ext uri="{BB962C8B-B14F-4D97-AF65-F5344CB8AC3E}">
        <p14:creationId xmlns:p14="http://schemas.microsoft.com/office/powerpoint/2010/main" val="383162884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SP Title Slide">
    <p:spTree>
      <p:nvGrpSpPr>
        <p:cNvPr id="1" name=""/>
        <p:cNvGrpSpPr/>
        <p:nvPr/>
      </p:nvGrpSpPr>
      <p:grpSpPr>
        <a:xfrm>
          <a:off x="0" y="0"/>
          <a:ext cx="0" cy="0"/>
          <a:chOff x="0" y="0"/>
          <a:chExt cx="0" cy="0"/>
        </a:xfrm>
      </p:grpSpPr>
      <p:sp>
        <p:nvSpPr>
          <p:cNvPr id="1652739" name="Rectangle 3"/>
          <p:cNvSpPr>
            <a:spLocks noGrp="1" noChangeArrowheads="1"/>
          </p:cNvSpPr>
          <p:nvPr>
            <p:ph type="ctrTitle" hasCustomPrompt="1"/>
          </p:nvPr>
        </p:nvSpPr>
        <p:spPr>
          <a:xfrm>
            <a:off x="685800" y="2368550"/>
            <a:ext cx="7772400" cy="1470025"/>
          </a:xfrm>
        </p:spPr>
        <p:txBody>
          <a:bodyPr/>
          <a:lstStyle>
            <a:lvl1pPr algn="ctr">
              <a:defRPr sz="3200"/>
            </a:lvl1pPr>
          </a:lstStyle>
          <a:p>
            <a:r>
              <a:rPr lang="en-US" dirty="0"/>
              <a:t>Test Type</a:t>
            </a:r>
            <a:br>
              <a:rPr lang="en-US" dirty="0"/>
            </a:br>
            <a:r>
              <a:rPr lang="en-US" dirty="0"/>
              <a:t>Regulation #</a:t>
            </a:r>
          </a:p>
        </p:txBody>
      </p:sp>
      <p:sp>
        <p:nvSpPr>
          <p:cNvPr id="1652740" name="Rectangle 4"/>
          <p:cNvSpPr>
            <a:spLocks noGrp="1" noChangeArrowheads="1"/>
          </p:cNvSpPr>
          <p:nvPr>
            <p:ph type="subTitle" idx="1" hasCustomPrompt="1"/>
          </p:nvPr>
        </p:nvSpPr>
        <p:spPr>
          <a:xfrm>
            <a:off x="1371600" y="4338638"/>
            <a:ext cx="6400800" cy="1300162"/>
          </a:xfrm>
        </p:spPr>
        <p:txBody>
          <a:bodyPr/>
          <a:lstStyle>
            <a:lvl1pPr marL="0" indent="0" algn="ctr">
              <a:buFont typeface="Wingdings" pitchFamily="2" charset="2"/>
              <a:buNone/>
              <a:defRPr i="1" baseline="0"/>
            </a:lvl1pPr>
          </a:lstStyle>
          <a:p>
            <a:r>
              <a:rPr lang="en-US" dirty="0"/>
              <a:t>Created by</a:t>
            </a:r>
          </a:p>
          <a:p>
            <a:r>
              <a:rPr lang="en-US" dirty="0"/>
              <a:t>Date </a:t>
            </a:r>
          </a:p>
          <a:p>
            <a:r>
              <a:rPr lang="en-US" dirty="0"/>
              <a:t>(Month Date, Year)</a:t>
            </a:r>
          </a:p>
        </p:txBody>
      </p:sp>
      <p:pic>
        <p:nvPicPr>
          <p:cNvPr id="3" name="Picture 2"/>
          <p:cNvPicPr>
            <a:picLocks noChangeAspect="1"/>
          </p:cNvPicPr>
          <p:nvPr userDrawn="1"/>
        </p:nvPicPr>
        <p:blipFill>
          <a:blip r:embed="rId2"/>
          <a:stretch>
            <a:fillRect/>
          </a:stretch>
        </p:blipFill>
        <p:spPr>
          <a:xfrm>
            <a:off x="142956" y="112761"/>
            <a:ext cx="3578595" cy="2087514"/>
          </a:xfrm>
          <a:prstGeom prst="rect">
            <a:avLst/>
          </a:prstGeom>
        </p:spPr>
      </p:pic>
    </p:spTree>
    <p:extLst>
      <p:ext uri="{BB962C8B-B14F-4D97-AF65-F5344CB8AC3E}">
        <p14:creationId xmlns:p14="http://schemas.microsoft.com/office/powerpoint/2010/main" val="46312019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est Summary">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userDrawn="1"/>
        </p:nvSpPr>
        <p:spPr>
          <a:xfrm>
            <a:off x="83890" y="75501"/>
            <a:ext cx="4941116" cy="584775"/>
          </a:xfrm>
          <a:prstGeom prst="rect">
            <a:avLst/>
          </a:prstGeom>
          <a:noFill/>
        </p:spPr>
        <p:txBody>
          <a:bodyPr wrap="square" rtlCol="0">
            <a:spAutoFit/>
          </a:bodyPr>
          <a:lstStyle/>
          <a:p>
            <a:r>
              <a:rPr lang="en-US" sz="3200" dirty="0">
                <a:latin typeface="+mj-lt"/>
              </a:rPr>
              <a:t>Test Summary</a:t>
            </a:r>
          </a:p>
        </p:txBody>
      </p:sp>
    </p:spTree>
    <p:extLst>
      <p:ext uri="{BB962C8B-B14F-4D97-AF65-F5344CB8AC3E}">
        <p14:creationId xmlns:p14="http://schemas.microsoft.com/office/powerpoint/2010/main" val="336863781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ogistic Info Shee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userDrawn="1"/>
        </p:nvSpPr>
        <p:spPr>
          <a:xfrm>
            <a:off x="75501" y="5935"/>
            <a:ext cx="6660859" cy="584775"/>
          </a:xfrm>
          <a:prstGeom prst="rect">
            <a:avLst/>
          </a:prstGeom>
          <a:noFill/>
        </p:spPr>
        <p:txBody>
          <a:bodyPr wrap="square" rtlCol="0">
            <a:spAutoFit/>
          </a:bodyPr>
          <a:lstStyle/>
          <a:p>
            <a:r>
              <a:rPr lang="en-US" sz="3200" dirty="0">
                <a:latin typeface="+mj-lt"/>
              </a:rPr>
              <a:t>Logistic Information</a:t>
            </a:r>
          </a:p>
        </p:txBody>
      </p:sp>
    </p:spTree>
    <p:extLst>
      <p:ext uri="{BB962C8B-B14F-4D97-AF65-F5344CB8AC3E}">
        <p14:creationId xmlns:p14="http://schemas.microsoft.com/office/powerpoint/2010/main" val="247497601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ontent Shee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2023698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SP Info Sheet">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
          <a:stretch>
            <a:fillRect/>
          </a:stretch>
        </p:blipFill>
        <p:spPr>
          <a:xfrm>
            <a:off x="45355" y="516006"/>
            <a:ext cx="9096376" cy="5818742"/>
          </a:xfrm>
          <a:prstGeom prst="rect">
            <a:avLst/>
          </a:prstGeom>
        </p:spPr>
      </p:pic>
      <p:pic>
        <p:nvPicPr>
          <p:cNvPr id="4" name="Picture 3"/>
          <p:cNvPicPr>
            <a:picLocks noChangeAspect="1"/>
          </p:cNvPicPr>
          <p:nvPr userDrawn="1"/>
        </p:nvPicPr>
        <p:blipFill>
          <a:blip r:embed="rId3"/>
          <a:stretch>
            <a:fillRect/>
          </a:stretch>
        </p:blipFill>
        <p:spPr>
          <a:xfrm>
            <a:off x="0" y="-97753"/>
            <a:ext cx="7315200" cy="788852"/>
          </a:xfrm>
          <a:prstGeom prst="rect">
            <a:avLst/>
          </a:prstGeom>
        </p:spPr>
      </p:pic>
      <p:sp>
        <p:nvSpPr>
          <p:cNvPr id="10" name="Text Placeholder 9"/>
          <p:cNvSpPr>
            <a:spLocks noGrp="1"/>
          </p:cNvSpPr>
          <p:nvPr>
            <p:ph type="body" sz="quarter" idx="10" hasCustomPrompt="1"/>
          </p:nvPr>
        </p:nvSpPr>
        <p:spPr>
          <a:xfrm>
            <a:off x="1221249" y="980400"/>
            <a:ext cx="1430337" cy="241300"/>
          </a:xfrm>
        </p:spPr>
        <p:txBody>
          <a:bodyPr anchor="ctr" anchorCtr="0"/>
          <a:lstStyle>
            <a:lvl1pPr marL="0" indent="0">
              <a:buNone/>
              <a:defRPr sz="1200" baseline="0">
                <a:latin typeface="+mn-lt"/>
              </a:defRPr>
            </a:lvl1pPr>
          </a:lstStyle>
          <a:p>
            <a:pPr lvl="0"/>
            <a:r>
              <a:rPr lang="en-US" dirty="0"/>
              <a:t>Control #</a:t>
            </a:r>
          </a:p>
        </p:txBody>
      </p:sp>
      <p:sp>
        <p:nvSpPr>
          <p:cNvPr id="11" name="Text Placeholder 9"/>
          <p:cNvSpPr>
            <a:spLocks noGrp="1"/>
          </p:cNvSpPr>
          <p:nvPr>
            <p:ph type="body" sz="quarter" idx="11" hasCustomPrompt="1"/>
          </p:nvPr>
        </p:nvSpPr>
        <p:spPr>
          <a:xfrm>
            <a:off x="1221248" y="1302172"/>
            <a:ext cx="1430337" cy="241300"/>
          </a:xfrm>
        </p:spPr>
        <p:txBody>
          <a:bodyPr anchor="ctr" anchorCtr="0"/>
          <a:lstStyle>
            <a:lvl1pPr marL="0" indent="0">
              <a:buNone/>
              <a:defRPr sz="1200" baseline="0">
                <a:latin typeface="+mn-lt"/>
              </a:defRPr>
            </a:lvl1pPr>
          </a:lstStyle>
          <a:p>
            <a:pPr lvl="0"/>
            <a:r>
              <a:rPr lang="en-US" dirty="0"/>
              <a:t>NEM #</a:t>
            </a:r>
          </a:p>
        </p:txBody>
      </p:sp>
      <p:sp>
        <p:nvSpPr>
          <p:cNvPr id="12" name="Text Placeholder 9"/>
          <p:cNvSpPr>
            <a:spLocks noGrp="1"/>
          </p:cNvSpPr>
          <p:nvPr>
            <p:ph type="body" sz="quarter" idx="12" hasCustomPrompt="1"/>
          </p:nvPr>
        </p:nvSpPr>
        <p:spPr>
          <a:xfrm>
            <a:off x="1221247" y="1619325"/>
            <a:ext cx="1430337" cy="241300"/>
          </a:xfrm>
        </p:spPr>
        <p:txBody>
          <a:bodyPr anchor="ctr" anchorCtr="0"/>
          <a:lstStyle>
            <a:lvl1pPr marL="0" indent="0">
              <a:buNone/>
              <a:defRPr sz="1200" baseline="0">
                <a:latin typeface="+mn-lt"/>
              </a:defRPr>
            </a:lvl1pPr>
          </a:lstStyle>
          <a:p>
            <a:pPr lvl="0"/>
            <a:r>
              <a:rPr lang="en-US" dirty="0" err="1"/>
              <a:t>Cadics</a:t>
            </a:r>
            <a:r>
              <a:rPr lang="en-US" dirty="0"/>
              <a:t> #</a:t>
            </a:r>
          </a:p>
        </p:txBody>
      </p:sp>
      <p:sp>
        <p:nvSpPr>
          <p:cNvPr id="13" name="Text Placeholder 9"/>
          <p:cNvSpPr>
            <a:spLocks noGrp="1"/>
          </p:cNvSpPr>
          <p:nvPr>
            <p:ph type="body" sz="quarter" idx="13" hasCustomPrompt="1"/>
          </p:nvPr>
        </p:nvSpPr>
        <p:spPr>
          <a:xfrm>
            <a:off x="3657426" y="982593"/>
            <a:ext cx="5320319" cy="241300"/>
          </a:xfrm>
        </p:spPr>
        <p:txBody>
          <a:bodyPr anchor="ctr" anchorCtr="0"/>
          <a:lstStyle>
            <a:lvl1pPr marL="0" indent="0">
              <a:buNone/>
              <a:defRPr sz="1200" baseline="0">
                <a:latin typeface="+mn-lt"/>
              </a:defRPr>
            </a:lvl1pPr>
          </a:lstStyle>
          <a:p>
            <a:pPr lvl="0"/>
            <a:r>
              <a:rPr lang="en-US" dirty="0"/>
              <a:t>Click in box to edit</a:t>
            </a:r>
          </a:p>
        </p:txBody>
      </p:sp>
      <p:sp>
        <p:nvSpPr>
          <p:cNvPr id="14" name="Text Placeholder 9"/>
          <p:cNvSpPr>
            <a:spLocks noGrp="1"/>
          </p:cNvSpPr>
          <p:nvPr>
            <p:ph type="body" sz="quarter" idx="14" hasCustomPrompt="1"/>
          </p:nvPr>
        </p:nvSpPr>
        <p:spPr>
          <a:xfrm>
            <a:off x="3657424" y="1297263"/>
            <a:ext cx="5320319" cy="241300"/>
          </a:xfrm>
        </p:spPr>
        <p:txBody>
          <a:bodyPr anchor="ctr" anchorCtr="0"/>
          <a:lstStyle>
            <a:lvl1pPr marL="0" indent="0">
              <a:buNone/>
              <a:defRPr sz="1200" baseline="0">
                <a:latin typeface="+mn-lt"/>
              </a:defRPr>
            </a:lvl1pPr>
          </a:lstStyle>
          <a:p>
            <a:pPr lvl="0"/>
            <a:r>
              <a:rPr lang="en-US" dirty="0"/>
              <a:t>Click in box to edit – Use additional sheet for more NEM items</a:t>
            </a:r>
          </a:p>
        </p:txBody>
      </p:sp>
      <p:sp>
        <p:nvSpPr>
          <p:cNvPr id="15" name="Text Placeholder 9"/>
          <p:cNvSpPr>
            <a:spLocks noGrp="1"/>
          </p:cNvSpPr>
          <p:nvPr>
            <p:ph type="body" sz="quarter" idx="15" hasCustomPrompt="1"/>
          </p:nvPr>
        </p:nvSpPr>
        <p:spPr>
          <a:xfrm>
            <a:off x="3657425" y="1619325"/>
            <a:ext cx="5320319" cy="241300"/>
          </a:xfrm>
        </p:spPr>
        <p:txBody>
          <a:bodyPr anchor="ctr" anchorCtr="0"/>
          <a:lstStyle>
            <a:lvl1pPr marL="0" indent="0">
              <a:buNone/>
              <a:defRPr sz="1200" baseline="0">
                <a:latin typeface="+mn-lt"/>
              </a:defRPr>
            </a:lvl1pPr>
          </a:lstStyle>
          <a:p>
            <a:pPr lvl="0"/>
            <a:r>
              <a:rPr lang="en-US" dirty="0"/>
              <a:t>Click in box to edit – Use additional sheet for more CADIC items</a:t>
            </a:r>
          </a:p>
        </p:txBody>
      </p:sp>
      <p:sp>
        <p:nvSpPr>
          <p:cNvPr id="16" name="Text Placeholder 9"/>
          <p:cNvSpPr>
            <a:spLocks noGrp="1"/>
          </p:cNvSpPr>
          <p:nvPr>
            <p:ph type="body" sz="quarter" idx="16" hasCustomPrompt="1"/>
          </p:nvPr>
        </p:nvSpPr>
        <p:spPr>
          <a:xfrm>
            <a:off x="838550" y="2136585"/>
            <a:ext cx="1053493" cy="241300"/>
          </a:xfrm>
        </p:spPr>
        <p:txBody>
          <a:bodyPr anchor="ctr"/>
          <a:lstStyle>
            <a:lvl1pPr marL="0" indent="0">
              <a:buNone/>
              <a:defRPr sz="1200" baseline="0">
                <a:latin typeface="+mn-lt"/>
              </a:defRPr>
            </a:lvl1pPr>
          </a:lstStyle>
          <a:p>
            <a:pPr lvl="0"/>
            <a:r>
              <a:rPr lang="en-US" dirty="0"/>
              <a:t>Yes or No</a:t>
            </a:r>
          </a:p>
        </p:txBody>
      </p:sp>
      <p:sp>
        <p:nvSpPr>
          <p:cNvPr id="17" name="Text Placeholder 9"/>
          <p:cNvSpPr>
            <a:spLocks noGrp="1"/>
          </p:cNvSpPr>
          <p:nvPr>
            <p:ph type="body" sz="quarter" idx="17" hasCustomPrompt="1"/>
          </p:nvPr>
        </p:nvSpPr>
        <p:spPr>
          <a:xfrm>
            <a:off x="838552" y="2395901"/>
            <a:ext cx="1053493" cy="241300"/>
          </a:xfrm>
        </p:spPr>
        <p:txBody>
          <a:bodyPr anchor="ctr"/>
          <a:lstStyle>
            <a:lvl1pPr marL="0" indent="0">
              <a:buNone/>
              <a:defRPr sz="1200" baseline="0">
                <a:latin typeface="+mn-lt"/>
              </a:defRPr>
            </a:lvl1pPr>
          </a:lstStyle>
          <a:p>
            <a:pPr lvl="0"/>
            <a:r>
              <a:rPr lang="en-US" dirty="0"/>
              <a:t>Yes or No</a:t>
            </a:r>
          </a:p>
        </p:txBody>
      </p:sp>
      <p:sp>
        <p:nvSpPr>
          <p:cNvPr id="18" name="Text Placeholder 9"/>
          <p:cNvSpPr>
            <a:spLocks noGrp="1"/>
          </p:cNvSpPr>
          <p:nvPr>
            <p:ph type="body" sz="quarter" idx="18" hasCustomPrompt="1"/>
          </p:nvPr>
        </p:nvSpPr>
        <p:spPr>
          <a:xfrm>
            <a:off x="838552" y="2648901"/>
            <a:ext cx="1053493" cy="241300"/>
          </a:xfrm>
        </p:spPr>
        <p:txBody>
          <a:bodyPr anchor="ctr"/>
          <a:lstStyle>
            <a:lvl1pPr marL="0" indent="0">
              <a:buNone/>
              <a:defRPr sz="1200" baseline="0">
                <a:latin typeface="+mn-lt"/>
              </a:defRPr>
            </a:lvl1pPr>
          </a:lstStyle>
          <a:p>
            <a:pPr lvl="0"/>
            <a:r>
              <a:rPr lang="en-US" dirty="0"/>
              <a:t>Yes or No</a:t>
            </a:r>
          </a:p>
        </p:txBody>
      </p:sp>
      <p:sp>
        <p:nvSpPr>
          <p:cNvPr id="19" name="Text Placeholder 9"/>
          <p:cNvSpPr>
            <a:spLocks noGrp="1"/>
          </p:cNvSpPr>
          <p:nvPr>
            <p:ph type="body" sz="quarter" idx="19"/>
          </p:nvPr>
        </p:nvSpPr>
        <p:spPr>
          <a:xfrm>
            <a:off x="4370664" y="2161406"/>
            <a:ext cx="3406067" cy="209550"/>
          </a:xfrm>
        </p:spPr>
        <p:txBody>
          <a:bodyPr lIns="0" rIns="0" anchor="ctr"/>
          <a:lstStyle>
            <a:lvl1pPr marL="0" indent="0">
              <a:buNone/>
              <a:defRPr sz="1100" baseline="0">
                <a:latin typeface="+mn-lt"/>
              </a:defRPr>
            </a:lvl1pPr>
          </a:lstStyle>
          <a:p>
            <a:pPr lvl="0"/>
            <a:endParaRPr lang="en-US" dirty="0"/>
          </a:p>
        </p:txBody>
      </p:sp>
      <p:sp>
        <p:nvSpPr>
          <p:cNvPr id="20" name="Text Placeholder 9"/>
          <p:cNvSpPr>
            <a:spLocks noGrp="1"/>
          </p:cNvSpPr>
          <p:nvPr>
            <p:ph type="body" sz="quarter" idx="20"/>
          </p:nvPr>
        </p:nvSpPr>
        <p:spPr>
          <a:xfrm>
            <a:off x="4370663" y="2411776"/>
            <a:ext cx="3406067" cy="209550"/>
          </a:xfrm>
        </p:spPr>
        <p:txBody>
          <a:bodyPr lIns="0" rIns="0" anchor="ctr"/>
          <a:lstStyle>
            <a:lvl1pPr marL="0" indent="0">
              <a:buNone/>
              <a:defRPr sz="1100" baseline="0">
                <a:latin typeface="+mn-lt"/>
              </a:defRPr>
            </a:lvl1pPr>
          </a:lstStyle>
          <a:p>
            <a:pPr lvl="0"/>
            <a:endParaRPr lang="en-US" dirty="0"/>
          </a:p>
        </p:txBody>
      </p:sp>
      <p:sp>
        <p:nvSpPr>
          <p:cNvPr id="21" name="Text Placeholder 9"/>
          <p:cNvSpPr>
            <a:spLocks noGrp="1"/>
          </p:cNvSpPr>
          <p:nvPr>
            <p:ph type="body" sz="quarter" idx="21"/>
          </p:nvPr>
        </p:nvSpPr>
        <p:spPr>
          <a:xfrm>
            <a:off x="4370664" y="2657679"/>
            <a:ext cx="3406067" cy="209550"/>
          </a:xfrm>
        </p:spPr>
        <p:txBody>
          <a:bodyPr lIns="0" rIns="0" anchor="ctr"/>
          <a:lstStyle>
            <a:lvl1pPr marL="0" indent="0">
              <a:buNone/>
              <a:defRPr sz="1100" baseline="0">
                <a:latin typeface="+mn-lt"/>
              </a:defRPr>
            </a:lvl1pPr>
          </a:lstStyle>
          <a:p>
            <a:pPr lvl="0"/>
            <a:endParaRPr lang="en-US" dirty="0"/>
          </a:p>
        </p:txBody>
      </p:sp>
      <p:sp>
        <p:nvSpPr>
          <p:cNvPr id="22" name="Text Placeholder 9"/>
          <p:cNvSpPr>
            <a:spLocks noGrp="1"/>
          </p:cNvSpPr>
          <p:nvPr>
            <p:ph type="body" sz="quarter" idx="22"/>
          </p:nvPr>
        </p:nvSpPr>
        <p:spPr>
          <a:xfrm>
            <a:off x="139848" y="3447800"/>
            <a:ext cx="601295" cy="255948"/>
          </a:xfrm>
        </p:spPr>
        <p:txBody>
          <a:bodyPr lIns="0" rIns="0" anchor="ctr"/>
          <a:lstStyle>
            <a:lvl1pPr marL="0" indent="0" algn="ctr">
              <a:buNone/>
              <a:defRPr sz="900" baseline="0">
                <a:latin typeface="+mn-lt"/>
              </a:defRPr>
            </a:lvl1pPr>
          </a:lstStyle>
          <a:p>
            <a:pPr lvl="0"/>
            <a:endParaRPr lang="en-US" dirty="0"/>
          </a:p>
        </p:txBody>
      </p:sp>
      <p:sp>
        <p:nvSpPr>
          <p:cNvPr id="31" name="Text Placeholder 9"/>
          <p:cNvSpPr>
            <a:spLocks noGrp="1"/>
          </p:cNvSpPr>
          <p:nvPr>
            <p:ph type="body" sz="quarter" idx="31"/>
          </p:nvPr>
        </p:nvSpPr>
        <p:spPr>
          <a:xfrm>
            <a:off x="4310740" y="3431361"/>
            <a:ext cx="996511" cy="317680"/>
          </a:xfrm>
        </p:spPr>
        <p:txBody>
          <a:bodyPr anchor="ctr"/>
          <a:lstStyle>
            <a:lvl1pPr marL="0" indent="0" algn="ctr">
              <a:buNone/>
              <a:defRPr sz="900" baseline="0">
                <a:latin typeface="+mn-lt"/>
              </a:defRPr>
            </a:lvl1pPr>
          </a:lstStyle>
          <a:p>
            <a:pPr lvl="0"/>
            <a:endParaRPr lang="en-US" dirty="0"/>
          </a:p>
        </p:txBody>
      </p:sp>
      <p:sp>
        <p:nvSpPr>
          <p:cNvPr id="32" name="Text Placeholder 9"/>
          <p:cNvSpPr>
            <a:spLocks noGrp="1"/>
          </p:cNvSpPr>
          <p:nvPr>
            <p:ph type="body" sz="quarter" idx="32"/>
          </p:nvPr>
        </p:nvSpPr>
        <p:spPr>
          <a:xfrm>
            <a:off x="3400250" y="3428039"/>
            <a:ext cx="899295" cy="321001"/>
          </a:xfrm>
        </p:spPr>
        <p:txBody>
          <a:bodyPr anchor="ctr"/>
          <a:lstStyle>
            <a:lvl1pPr marL="0" indent="0" algn="ctr">
              <a:buNone/>
              <a:defRPr sz="900" baseline="0">
                <a:latin typeface="+mn-lt"/>
              </a:defRPr>
            </a:lvl1pPr>
          </a:lstStyle>
          <a:p>
            <a:pPr lvl="0"/>
            <a:endParaRPr lang="en-US" dirty="0"/>
          </a:p>
        </p:txBody>
      </p:sp>
      <p:sp>
        <p:nvSpPr>
          <p:cNvPr id="33" name="Text Placeholder 9"/>
          <p:cNvSpPr>
            <a:spLocks noGrp="1"/>
          </p:cNvSpPr>
          <p:nvPr>
            <p:ph type="body" sz="quarter" idx="33"/>
          </p:nvPr>
        </p:nvSpPr>
        <p:spPr>
          <a:xfrm>
            <a:off x="837919" y="3431149"/>
            <a:ext cx="744445" cy="317891"/>
          </a:xfrm>
        </p:spPr>
        <p:txBody>
          <a:bodyPr lIns="0" rIns="0" anchor="ctr"/>
          <a:lstStyle>
            <a:lvl1pPr marL="0" indent="0" algn="ctr">
              <a:buNone/>
              <a:defRPr sz="900" baseline="0">
                <a:latin typeface="+mn-lt"/>
              </a:defRPr>
            </a:lvl1pPr>
          </a:lstStyle>
          <a:p>
            <a:pPr lvl="0"/>
            <a:endParaRPr lang="en-US" dirty="0"/>
          </a:p>
        </p:txBody>
      </p:sp>
      <p:sp>
        <p:nvSpPr>
          <p:cNvPr id="34" name="Text Placeholder 9"/>
          <p:cNvSpPr>
            <a:spLocks noGrp="1"/>
          </p:cNvSpPr>
          <p:nvPr>
            <p:ph type="body" sz="quarter" idx="34"/>
          </p:nvPr>
        </p:nvSpPr>
        <p:spPr>
          <a:xfrm>
            <a:off x="2523897" y="3416531"/>
            <a:ext cx="838827" cy="332509"/>
          </a:xfrm>
        </p:spPr>
        <p:txBody>
          <a:bodyPr anchor="ctr"/>
          <a:lstStyle>
            <a:lvl1pPr marL="0" indent="0" algn="ctr">
              <a:buNone/>
              <a:defRPr sz="900" baseline="0">
                <a:latin typeface="+mn-lt"/>
              </a:defRPr>
            </a:lvl1pPr>
          </a:lstStyle>
          <a:p>
            <a:pPr lvl="0"/>
            <a:endParaRPr lang="en-US" dirty="0"/>
          </a:p>
        </p:txBody>
      </p:sp>
      <p:sp>
        <p:nvSpPr>
          <p:cNvPr id="35" name="Text Placeholder 9"/>
          <p:cNvSpPr>
            <a:spLocks noGrp="1"/>
          </p:cNvSpPr>
          <p:nvPr>
            <p:ph type="body" sz="quarter" idx="35"/>
          </p:nvPr>
        </p:nvSpPr>
        <p:spPr>
          <a:xfrm>
            <a:off x="1585170" y="3420263"/>
            <a:ext cx="931262" cy="323179"/>
          </a:xfrm>
        </p:spPr>
        <p:txBody>
          <a:bodyPr anchor="ctr"/>
          <a:lstStyle>
            <a:lvl1pPr marL="0" indent="0" algn="ctr">
              <a:buNone/>
              <a:defRPr sz="900" baseline="0">
                <a:latin typeface="+mn-lt"/>
              </a:defRPr>
            </a:lvl1pPr>
          </a:lstStyle>
          <a:p>
            <a:pPr lvl="0"/>
            <a:endParaRPr lang="en-US" dirty="0"/>
          </a:p>
        </p:txBody>
      </p:sp>
      <p:sp>
        <p:nvSpPr>
          <p:cNvPr id="36" name="Text Placeholder 9"/>
          <p:cNvSpPr>
            <a:spLocks noGrp="1"/>
          </p:cNvSpPr>
          <p:nvPr>
            <p:ph type="body" sz="quarter" idx="36"/>
          </p:nvPr>
        </p:nvSpPr>
        <p:spPr>
          <a:xfrm>
            <a:off x="5321072" y="3428039"/>
            <a:ext cx="996511" cy="317680"/>
          </a:xfrm>
        </p:spPr>
        <p:txBody>
          <a:bodyPr anchor="ctr"/>
          <a:lstStyle>
            <a:lvl1pPr marL="0" indent="0" algn="ctr">
              <a:buNone/>
              <a:defRPr sz="900" baseline="0">
                <a:latin typeface="+mn-lt"/>
              </a:defRPr>
            </a:lvl1pPr>
          </a:lstStyle>
          <a:p>
            <a:pPr lvl="0"/>
            <a:endParaRPr lang="en-US" dirty="0"/>
          </a:p>
        </p:txBody>
      </p:sp>
      <p:sp>
        <p:nvSpPr>
          <p:cNvPr id="37" name="Text Placeholder 9"/>
          <p:cNvSpPr>
            <a:spLocks noGrp="1"/>
          </p:cNvSpPr>
          <p:nvPr>
            <p:ph type="body" sz="quarter" idx="37"/>
          </p:nvPr>
        </p:nvSpPr>
        <p:spPr>
          <a:xfrm>
            <a:off x="6358855" y="3427417"/>
            <a:ext cx="2743200" cy="317680"/>
          </a:xfrm>
        </p:spPr>
        <p:txBody>
          <a:bodyPr lIns="0" rIns="0" anchor="ctr"/>
          <a:lstStyle>
            <a:lvl1pPr marL="0" indent="0" algn="l">
              <a:buNone/>
              <a:defRPr sz="900" baseline="0">
                <a:latin typeface="+mn-lt"/>
              </a:defRPr>
            </a:lvl1pPr>
          </a:lstStyle>
          <a:p>
            <a:pPr lvl="0"/>
            <a:endParaRPr lang="en-US" dirty="0"/>
          </a:p>
        </p:txBody>
      </p:sp>
      <p:sp>
        <p:nvSpPr>
          <p:cNvPr id="38" name="Text Placeholder 9"/>
          <p:cNvSpPr>
            <a:spLocks noGrp="1"/>
          </p:cNvSpPr>
          <p:nvPr>
            <p:ph type="body" sz="quarter" idx="38"/>
          </p:nvPr>
        </p:nvSpPr>
        <p:spPr>
          <a:xfrm>
            <a:off x="4306994" y="3755378"/>
            <a:ext cx="996511" cy="317680"/>
          </a:xfrm>
        </p:spPr>
        <p:txBody>
          <a:bodyPr anchor="ctr"/>
          <a:lstStyle>
            <a:lvl1pPr marL="0" indent="0" algn="ctr">
              <a:buNone/>
              <a:defRPr sz="900" baseline="0">
                <a:latin typeface="+mn-lt"/>
              </a:defRPr>
            </a:lvl1pPr>
          </a:lstStyle>
          <a:p>
            <a:pPr lvl="0"/>
            <a:endParaRPr lang="en-US" dirty="0"/>
          </a:p>
        </p:txBody>
      </p:sp>
      <p:sp>
        <p:nvSpPr>
          <p:cNvPr id="39" name="Text Placeholder 9"/>
          <p:cNvSpPr>
            <a:spLocks noGrp="1"/>
          </p:cNvSpPr>
          <p:nvPr>
            <p:ph type="body" sz="quarter" idx="39"/>
          </p:nvPr>
        </p:nvSpPr>
        <p:spPr>
          <a:xfrm>
            <a:off x="3399659" y="3752056"/>
            <a:ext cx="896140" cy="321001"/>
          </a:xfrm>
        </p:spPr>
        <p:txBody>
          <a:bodyPr anchor="ctr"/>
          <a:lstStyle>
            <a:lvl1pPr marL="0" indent="0" algn="ctr">
              <a:buNone/>
              <a:defRPr sz="900" baseline="0">
                <a:latin typeface="+mn-lt"/>
              </a:defRPr>
            </a:lvl1pPr>
          </a:lstStyle>
          <a:p>
            <a:pPr lvl="0"/>
            <a:endParaRPr lang="en-US" dirty="0"/>
          </a:p>
        </p:txBody>
      </p:sp>
      <p:sp>
        <p:nvSpPr>
          <p:cNvPr id="40" name="Text Placeholder 9"/>
          <p:cNvSpPr>
            <a:spLocks noGrp="1"/>
          </p:cNvSpPr>
          <p:nvPr>
            <p:ph type="body" sz="quarter" idx="40"/>
          </p:nvPr>
        </p:nvSpPr>
        <p:spPr>
          <a:xfrm>
            <a:off x="834173" y="3755166"/>
            <a:ext cx="744445" cy="317891"/>
          </a:xfrm>
        </p:spPr>
        <p:txBody>
          <a:bodyPr lIns="0" rIns="0" anchor="ctr"/>
          <a:lstStyle>
            <a:lvl1pPr marL="0" indent="0" algn="ctr">
              <a:buNone/>
              <a:defRPr sz="900" baseline="0">
                <a:latin typeface="+mn-lt"/>
              </a:defRPr>
            </a:lvl1pPr>
          </a:lstStyle>
          <a:p>
            <a:pPr lvl="0"/>
            <a:endParaRPr lang="en-US" dirty="0"/>
          </a:p>
        </p:txBody>
      </p:sp>
      <p:sp>
        <p:nvSpPr>
          <p:cNvPr id="41" name="Text Placeholder 9"/>
          <p:cNvSpPr>
            <a:spLocks noGrp="1"/>
          </p:cNvSpPr>
          <p:nvPr>
            <p:ph type="body" sz="quarter" idx="41"/>
          </p:nvPr>
        </p:nvSpPr>
        <p:spPr>
          <a:xfrm>
            <a:off x="2525761" y="3740548"/>
            <a:ext cx="838827" cy="332509"/>
          </a:xfrm>
        </p:spPr>
        <p:txBody>
          <a:bodyPr anchor="ctr"/>
          <a:lstStyle>
            <a:lvl1pPr marL="0" indent="0" algn="ctr">
              <a:buNone/>
              <a:defRPr sz="900" baseline="0">
                <a:latin typeface="+mn-lt"/>
              </a:defRPr>
            </a:lvl1pPr>
          </a:lstStyle>
          <a:p>
            <a:pPr lvl="0"/>
            <a:endParaRPr lang="en-US" dirty="0"/>
          </a:p>
        </p:txBody>
      </p:sp>
      <p:sp>
        <p:nvSpPr>
          <p:cNvPr id="42" name="Text Placeholder 9"/>
          <p:cNvSpPr>
            <a:spLocks noGrp="1"/>
          </p:cNvSpPr>
          <p:nvPr>
            <p:ph type="body" sz="quarter" idx="42"/>
          </p:nvPr>
        </p:nvSpPr>
        <p:spPr>
          <a:xfrm>
            <a:off x="1581424" y="3744280"/>
            <a:ext cx="931262" cy="323179"/>
          </a:xfrm>
        </p:spPr>
        <p:txBody>
          <a:bodyPr anchor="ctr"/>
          <a:lstStyle>
            <a:lvl1pPr marL="0" indent="0" algn="ctr">
              <a:buNone/>
              <a:defRPr sz="900" baseline="0">
                <a:latin typeface="+mn-lt"/>
              </a:defRPr>
            </a:lvl1pPr>
          </a:lstStyle>
          <a:p>
            <a:pPr lvl="0"/>
            <a:endParaRPr lang="en-US" dirty="0"/>
          </a:p>
        </p:txBody>
      </p:sp>
      <p:sp>
        <p:nvSpPr>
          <p:cNvPr id="43" name="Text Placeholder 9"/>
          <p:cNvSpPr>
            <a:spLocks noGrp="1"/>
          </p:cNvSpPr>
          <p:nvPr>
            <p:ph type="body" sz="quarter" idx="43"/>
          </p:nvPr>
        </p:nvSpPr>
        <p:spPr>
          <a:xfrm>
            <a:off x="5317326" y="3752056"/>
            <a:ext cx="996511" cy="317680"/>
          </a:xfrm>
        </p:spPr>
        <p:txBody>
          <a:bodyPr anchor="ctr"/>
          <a:lstStyle>
            <a:lvl1pPr marL="0" indent="0" algn="ctr">
              <a:buNone/>
              <a:defRPr sz="900" baseline="0">
                <a:latin typeface="+mn-lt"/>
              </a:defRPr>
            </a:lvl1pPr>
          </a:lstStyle>
          <a:p>
            <a:pPr lvl="0"/>
            <a:endParaRPr lang="en-US" dirty="0"/>
          </a:p>
        </p:txBody>
      </p:sp>
      <p:sp>
        <p:nvSpPr>
          <p:cNvPr id="44" name="Text Placeholder 9"/>
          <p:cNvSpPr>
            <a:spLocks noGrp="1"/>
          </p:cNvSpPr>
          <p:nvPr>
            <p:ph type="body" sz="quarter" idx="44"/>
          </p:nvPr>
        </p:nvSpPr>
        <p:spPr>
          <a:xfrm>
            <a:off x="6355109" y="3751434"/>
            <a:ext cx="2743200" cy="317680"/>
          </a:xfrm>
        </p:spPr>
        <p:txBody>
          <a:bodyPr lIns="0" rIns="0" anchor="ctr"/>
          <a:lstStyle>
            <a:lvl1pPr marL="0" indent="0" algn="l">
              <a:buNone/>
              <a:defRPr sz="900" baseline="0">
                <a:latin typeface="+mn-lt"/>
              </a:defRPr>
            </a:lvl1pPr>
          </a:lstStyle>
          <a:p>
            <a:pPr lvl="0"/>
            <a:endParaRPr lang="en-US" dirty="0"/>
          </a:p>
        </p:txBody>
      </p:sp>
      <p:sp>
        <p:nvSpPr>
          <p:cNvPr id="46" name="Text Placeholder 9"/>
          <p:cNvSpPr>
            <a:spLocks noGrp="1"/>
          </p:cNvSpPr>
          <p:nvPr>
            <p:ph type="body" sz="quarter" idx="45"/>
          </p:nvPr>
        </p:nvSpPr>
        <p:spPr>
          <a:xfrm>
            <a:off x="146759" y="3771817"/>
            <a:ext cx="601295" cy="255948"/>
          </a:xfrm>
        </p:spPr>
        <p:txBody>
          <a:bodyPr lIns="0" rIns="0" anchor="ctr"/>
          <a:lstStyle>
            <a:lvl1pPr marL="0" indent="0" algn="ctr">
              <a:buNone/>
              <a:defRPr sz="900" baseline="0">
                <a:latin typeface="+mn-lt"/>
              </a:defRPr>
            </a:lvl1pPr>
          </a:lstStyle>
          <a:p>
            <a:pPr lvl="0"/>
            <a:endParaRPr lang="en-US" dirty="0"/>
          </a:p>
        </p:txBody>
      </p:sp>
      <p:sp>
        <p:nvSpPr>
          <p:cNvPr id="47" name="Text Placeholder 9"/>
          <p:cNvSpPr>
            <a:spLocks noGrp="1"/>
          </p:cNvSpPr>
          <p:nvPr>
            <p:ph type="body" sz="quarter" idx="46"/>
          </p:nvPr>
        </p:nvSpPr>
        <p:spPr>
          <a:xfrm>
            <a:off x="131765" y="4096580"/>
            <a:ext cx="601295" cy="255948"/>
          </a:xfrm>
        </p:spPr>
        <p:txBody>
          <a:bodyPr lIns="0" rIns="0" anchor="ctr"/>
          <a:lstStyle>
            <a:lvl1pPr marL="0" indent="0" algn="ctr">
              <a:buNone/>
              <a:defRPr sz="900" baseline="0">
                <a:latin typeface="+mn-lt"/>
              </a:defRPr>
            </a:lvl1pPr>
          </a:lstStyle>
          <a:p>
            <a:pPr lvl="0"/>
            <a:endParaRPr lang="en-US" dirty="0"/>
          </a:p>
        </p:txBody>
      </p:sp>
      <p:sp>
        <p:nvSpPr>
          <p:cNvPr id="48" name="Text Placeholder 9"/>
          <p:cNvSpPr>
            <a:spLocks noGrp="1"/>
          </p:cNvSpPr>
          <p:nvPr>
            <p:ph type="body" sz="quarter" idx="47"/>
          </p:nvPr>
        </p:nvSpPr>
        <p:spPr>
          <a:xfrm>
            <a:off x="4302657" y="4080141"/>
            <a:ext cx="996511" cy="317680"/>
          </a:xfrm>
        </p:spPr>
        <p:txBody>
          <a:bodyPr anchor="ctr"/>
          <a:lstStyle>
            <a:lvl1pPr marL="0" indent="0" algn="ctr">
              <a:buNone/>
              <a:defRPr sz="900" baseline="0">
                <a:latin typeface="+mn-lt"/>
              </a:defRPr>
            </a:lvl1pPr>
          </a:lstStyle>
          <a:p>
            <a:pPr lvl="0"/>
            <a:endParaRPr lang="en-US" dirty="0"/>
          </a:p>
        </p:txBody>
      </p:sp>
      <p:sp>
        <p:nvSpPr>
          <p:cNvPr id="49" name="Text Placeholder 9"/>
          <p:cNvSpPr>
            <a:spLocks noGrp="1"/>
          </p:cNvSpPr>
          <p:nvPr>
            <p:ph type="body" sz="quarter" idx="48"/>
          </p:nvPr>
        </p:nvSpPr>
        <p:spPr>
          <a:xfrm>
            <a:off x="3406490" y="4076819"/>
            <a:ext cx="896168" cy="321001"/>
          </a:xfrm>
        </p:spPr>
        <p:txBody>
          <a:bodyPr anchor="ctr"/>
          <a:lstStyle>
            <a:lvl1pPr marL="0" indent="0" algn="ctr">
              <a:buNone/>
              <a:defRPr sz="900" baseline="0">
                <a:latin typeface="+mn-lt"/>
              </a:defRPr>
            </a:lvl1pPr>
          </a:lstStyle>
          <a:p>
            <a:pPr lvl="0"/>
            <a:endParaRPr lang="en-US" dirty="0"/>
          </a:p>
        </p:txBody>
      </p:sp>
      <p:sp>
        <p:nvSpPr>
          <p:cNvPr id="50" name="Text Placeholder 9"/>
          <p:cNvSpPr>
            <a:spLocks noGrp="1"/>
          </p:cNvSpPr>
          <p:nvPr>
            <p:ph type="body" sz="quarter" idx="49"/>
          </p:nvPr>
        </p:nvSpPr>
        <p:spPr>
          <a:xfrm>
            <a:off x="829836" y="4079929"/>
            <a:ext cx="744445" cy="317891"/>
          </a:xfrm>
        </p:spPr>
        <p:txBody>
          <a:bodyPr lIns="0" rIns="0" anchor="ctr"/>
          <a:lstStyle>
            <a:lvl1pPr marL="0" indent="0" algn="ctr">
              <a:buNone/>
              <a:defRPr sz="900" baseline="0">
                <a:latin typeface="+mn-lt"/>
              </a:defRPr>
            </a:lvl1pPr>
          </a:lstStyle>
          <a:p>
            <a:pPr lvl="0"/>
            <a:endParaRPr lang="en-US" dirty="0"/>
          </a:p>
        </p:txBody>
      </p:sp>
      <p:sp>
        <p:nvSpPr>
          <p:cNvPr id="51" name="Text Placeholder 9"/>
          <p:cNvSpPr>
            <a:spLocks noGrp="1"/>
          </p:cNvSpPr>
          <p:nvPr>
            <p:ph type="body" sz="quarter" idx="50"/>
          </p:nvPr>
        </p:nvSpPr>
        <p:spPr>
          <a:xfrm>
            <a:off x="2540981" y="4065311"/>
            <a:ext cx="838827" cy="332509"/>
          </a:xfrm>
        </p:spPr>
        <p:txBody>
          <a:bodyPr anchor="ctr"/>
          <a:lstStyle>
            <a:lvl1pPr marL="0" indent="0" algn="ctr">
              <a:buNone/>
              <a:defRPr sz="900" baseline="0">
                <a:latin typeface="+mn-lt"/>
              </a:defRPr>
            </a:lvl1pPr>
          </a:lstStyle>
          <a:p>
            <a:pPr lvl="0"/>
            <a:endParaRPr lang="en-US" dirty="0"/>
          </a:p>
        </p:txBody>
      </p:sp>
      <p:sp>
        <p:nvSpPr>
          <p:cNvPr id="52" name="Text Placeholder 9"/>
          <p:cNvSpPr>
            <a:spLocks noGrp="1"/>
          </p:cNvSpPr>
          <p:nvPr>
            <p:ph type="body" sz="quarter" idx="51"/>
          </p:nvPr>
        </p:nvSpPr>
        <p:spPr>
          <a:xfrm>
            <a:off x="1593865" y="4069043"/>
            <a:ext cx="931262" cy="323179"/>
          </a:xfrm>
        </p:spPr>
        <p:txBody>
          <a:bodyPr anchor="ctr"/>
          <a:lstStyle>
            <a:lvl1pPr marL="0" indent="0" algn="ctr">
              <a:buNone/>
              <a:defRPr sz="900" baseline="0">
                <a:latin typeface="+mn-lt"/>
              </a:defRPr>
            </a:lvl1pPr>
          </a:lstStyle>
          <a:p>
            <a:pPr lvl="0"/>
            <a:endParaRPr lang="en-US" dirty="0"/>
          </a:p>
        </p:txBody>
      </p:sp>
      <p:sp>
        <p:nvSpPr>
          <p:cNvPr id="53" name="Text Placeholder 9"/>
          <p:cNvSpPr>
            <a:spLocks noGrp="1"/>
          </p:cNvSpPr>
          <p:nvPr>
            <p:ph type="body" sz="quarter" idx="52"/>
          </p:nvPr>
        </p:nvSpPr>
        <p:spPr>
          <a:xfrm>
            <a:off x="5312989" y="4076819"/>
            <a:ext cx="996511" cy="317680"/>
          </a:xfrm>
        </p:spPr>
        <p:txBody>
          <a:bodyPr anchor="ctr"/>
          <a:lstStyle>
            <a:lvl1pPr marL="0" indent="0" algn="ctr">
              <a:buNone/>
              <a:defRPr sz="900" baseline="0">
                <a:latin typeface="+mn-lt"/>
              </a:defRPr>
            </a:lvl1pPr>
          </a:lstStyle>
          <a:p>
            <a:pPr lvl="0"/>
            <a:endParaRPr lang="en-US" dirty="0"/>
          </a:p>
        </p:txBody>
      </p:sp>
      <p:sp>
        <p:nvSpPr>
          <p:cNvPr id="54" name="Text Placeholder 9"/>
          <p:cNvSpPr>
            <a:spLocks noGrp="1"/>
          </p:cNvSpPr>
          <p:nvPr>
            <p:ph type="body" sz="quarter" idx="53"/>
          </p:nvPr>
        </p:nvSpPr>
        <p:spPr>
          <a:xfrm>
            <a:off x="6350772" y="4076197"/>
            <a:ext cx="2743200" cy="317680"/>
          </a:xfrm>
        </p:spPr>
        <p:txBody>
          <a:bodyPr lIns="0" rIns="0" anchor="ctr"/>
          <a:lstStyle>
            <a:lvl1pPr marL="0" indent="0" algn="l">
              <a:buNone/>
              <a:defRPr sz="900" baseline="0">
                <a:latin typeface="+mn-lt"/>
              </a:defRPr>
            </a:lvl1pPr>
          </a:lstStyle>
          <a:p>
            <a:pPr lvl="0"/>
            <a:endParaRPr lang="en-US" dirty="0"/>
          </a:p>
        </p:txBody>
      </p:sp>
      <p:sp>
        <p:nvSpPr>
          <p:cNvPr id="55" name="Text Placeholder 9"/>
          <p:cNvSpPr>
            <a:spLocks noGrp="1"/>
          </p:cNvSpPr>
          <p:nvPr>
            <p:ph type="body" sz="quarter" idx="54"/>
          </p:nvPr>
        </p:nvSpPr>
        <p:spPr>
          <a:xfrm>
            <a:off x="4316680" y="4404158"/>
            <a:ext cx="978742" cy="317680"/>
          </a:xfrm>
        </p:spPr>
        <p:txBody>
          <a:bodyPr anchor="ctr"/>
          <a:lstStyle>
            <a:lvl1pPr marL="0" indent="0" algn="ctr">
              <a:buNone/>
              <a:defRPr sz="900" baseline="0">
                <a:latin typeface="+mn-lt"/>
              </a:defRPr>
            </a:lvl1pPr>
          </a:lstStyle>
          <a:p>
            <a:pPr lvl="0"/>
            <a:endParaRPr lang="en-US" dirty="0"/>
          </a:p>
        </p:txBody>
      </p:sp>
      <p:sp>
        <p:nvSpPr>
          <p:cNvPr id="56" name="Text Placeholder 9"/>
          <p:cNvSpPr>
            <a:spLocks noGrp="1"/>
          </p:cNvSpPr>
          <p:nvPr>
            <p:ph type="body" sz="quarter" idx="55"/>
          </p:nvPr>
        </p:nvSpPr>
        <p:spPr>
          <a:xfrm>
            <a:off x="3417132" y="4400836"/>
            <a:ext cx="870584" cy="321001"/>
          </a:xfrm>
        </p:spPr>
        <p:txBody>
          <a:bodyPr anchor="ctr"/>
          <a:lstStyle>
            <a:lvl1pPr marL="0" indent="0" algn="ctr">
              <a:buNone/>
              <a:defRPr sz="900" baseline="0">
                <a:latin typeface="+mn-lt"/>
              </a:defRPr>
            </a:lvl1pPr>
          </a:lstStyle>
          <a:p>
            <a:pPr lvl="0"/>
            <a:endParaRPr lang="en-US" dirty="0"/>
          </a:p>
        </p:txBody>
      </p:sp>
      <p:sp>
        <p:nvSpPr>
          <p:cNvPr id="57" name="Text Placeholder 9"/>
          <p:cNvSpPr>
            <a:spLocks noGrp="1"/>
          </p:cNvSpPr>
          <p:nvPr>
            <p:ph type="body" sz="quarter" idx="56"/>
          </p:nvPr>
        </p:nvSpPr>
        <p:spPr>
          <a:xfrm>
            <a:off x="834479" y="4403946"/>
            <a:ext cx="744445" cy="317891"/>
          </a:xfrm>
        </p:spPr>
        <p:txBody>
          <a:bodyPr lIns="0" rIns="0" anchor="ctr"/>
          <a:lstStyle>
            <a:lvl1pPr marL="0" indent="0" algn="ctr">
              <a:buNone/>
              <a:defRPr sz="900" baseline="0">
                <a:latin typeface="+mn-lt"/>
              </a:defRPr>
            </a:lvl1pPr>
          </a:lstStyle>
          <a:p>
            <a:pPr lvl="0"/>
            <a:endParaRPr lang="en-US" dirty="0"/>
          </a:p>
        </p:txBody>
      </p:sp>
      <p:sp>
        <p:nvSpPr>
          <p:cNvPr id="58" name="Text Placeholder 9"/>
          <p:cNvSpPr>
            <a:spLocks noGrp="1"/>
          </p:cNvSpPr>
          <p:nvPr>
            <p:ph type="body" sz="quarter" idx="57"/>
          </p:nvPr>
        </p:nvSpPr>
        <p:spPr>
          <a:xfrm>
            <a:off x="2526067" y="4389328"/>
            <a:ext cx="838827" cy="332509"/>
          </a:xfrm>
        </p:spPr>
        <p:txBody>
          <a:bodyPr anchor="ctr"/>
          <a:lstStyle>
            <a:lvl1pPr marL="0" indent="0" algn="ctr">
              <a:buNone/>
              <a:defRPr sz="900" baseline="0">
                <a:latin typeface="+mn-lt"/>
              </a:defRPr>
            </a:lvl1pPr>
          </a:lstStyle>
          <a:p>
            <a:pPr lvl="0"/>
            <a:endParaRPr lang="en-US" dirty="0"/>
          </a:p>
        </p:txBody>
      </p:sp>
      <p:sp>
        <p:nvSpPr>
          <p:cNvPr id="59" name="Text Placeholder 9"/>
          <p:cNvSpPr>
            <a:spLocks noGrp="1"/>
          </p:cNvSpPr>
          <p:nvPr>
            <p:ph type="body" sz="quarter" idx="58"/>
          </p:nvPr>
        </p:nvSpPr>
        <p:spPr>
          <a:xfrm>
            <a:off x="1590119" y="4393060"/>
            <a:ext cx="931262" cy="323179"/>
          </a:xfrm>
        </p:spPr>
        <p:txBody>
          <a:bodyPr anchor="ctr"/>
          <a:lstStyle>
            <a:lvl1pPr marL="0" indent="0" algn="ctr">
              <a:buNone/>
              <a:defRPr sz="900" baseline="0">
                <a:latin typeface="+mn-lt"/>
              </a:defRPr>
            </a:lvl1pPr>
          </a:lstStyle>
          <a:p>
            <a:pPr lvl="0"/>
            <a:endParaRPr lang="en-US" dirty="0"/>
          </a:p>
        </p:txBody>
      </p:sp>
      <p:sp>
        <p:nvSpPr>
          <p:cNvPr id="60" name="Text Placeholder 9"/>
          <p:cNvSpPr>
            <a:spLocks noGrp="1"/>
          </p:cNvSpPr>
          <p:nvPr>
            <p:ph type="body" sz="quarter" idx="59"/>
          </p:nvPr>
        </p:nvSpPr>
        <p:spPr>
          <a:xfrm>
            <a:off x="5309243" y="4400836"/>
            <a:ext cx="996511" cy="317680"/>
          </a:xfrm>
        </p:spPr>
        <p:txBody>
          <a:bodyPr anchor="ctr"/>
          <a:lstStyle>
            <a:lvl1pPr marL="0" indent="0" algn="ctr">
              <a:buNone/>
              <a:defRPr sz="900" baseline="0">
                <a:latin typeface="+mn-lt"/>
              </a:defRPr>
            </a:lvl1pPr>
          </a:lstStyle>
          <a:p>
            <a:pPr lvl="0"/>
            <a:endParaRPr lang="en-US" dirty="0"/>
          </a:p>
        </p:txBody>
      </p:sp>
      <p:sp>
        <p:nvSpPr>
          <p:cNvPr id="61" name="Text Placeholder 9"/>
          <p:cNvSpPr>
            <a:spLocks noGrp="1"/>
          </p:cNvSpPr>
          <p:nvPr>
            <p:ph type="body" sz="quarter" idx="60"/>
          </p:nvPr>
        </p:nvSpPr>
        <p:spPr>
          <a:xfrm>
            <a:off x="6347026" y="4400214"/>
            <a:ext cx="2743200" cy="317680"/>
          </a:xfrm>
        </p:spPr>
        <p:txBody>
          <a:bodyPr lIns="0" rIns="0" anchor="ctr"/>
          <a:lstStyle>
            <a:lvl1pPr marL="0" indent="0" algn="l">
              <a:buNone/>
              <a:defRPr sz="900" baseline="0">
                <a:latin typeface="+mn-lt"/>
              </a:defRPr>
            </a:lvl1pPr>
          </a:lstStyle>
          <a:p>
            <a:pPr lvl="0"/>
            <a:endParaRPr lang="en-US" dirty="0"/>
          </a:p>
        </p:txBody>
      </p:sp>
      <p:sp>
        <p:nvSpPr>
          <p:cNvPr id="62" name="Text Placeholder 9"/>
          <p:cNvSpPr>
            <a:spLocks noGrp="1"/>
          </p:cNvSpPr>
          <p:nvPr>
            <p:ph type="body" sz="quarter" idx="61"/>
          </p:nvPr>
        </p:nvSpPr>
        <p:spPr>
          <a:xfrm>
            <a:off x="138676" y="4420597"/>
            <a:ext cx="601295" cy="255948"/>
          </a:xfrm>
        </p:spPr>
        <p:txBody>
          <a:bodyPr lIns="0" rIns="0" anchor="ctr"/>
          <a:lstStyle>
            <a:lvl1pPr marL="0" indent="0" algn="ctr">
              <a:buNone/>
              <a:defRPr sz="900" baseline="0">
                <a:latin typeface="+mn-lt"/>
              </a:defRPr>
            </a:lvl1pPr>
          </a:lstStyle>
          <a:p>
            <a:pPr lvl="0"/>
            <a:endParaRPr lang="en-US" dirty="0"/>
          </a:p>
        </p:txBody>
      </p:sp>
      <p:sp>
        <p:nvSpPr>
          <p:cNvPr id="63" name="Text Placeholder 9"/>
          <p:cNvSpPr>
            <a:spLocks noGrp="1"/>
          </p:cNvSpPr>
          <p:nvPr>
            <p:ph type="body" sz="quarter" idx="62"/>
          </p:nvPr>
        </p:nvSpPr>
        <p:spPr>
          <a:xfrm>
            <a:off x="142408" y="4757210"/>
            <a:ext cx="601295" cy="255948"/>
          </a:xfrm>
        </p:spPr>
        <p:txBody>
          <a:bodyPr lIns="0" rIns="0" anchor="ctr"/>
          <a:lstStyle>
            <a:lvl1pPr marL="0" indent="0" algn="ctr">
              <a:buNone/>
              <a:defRPr sz="900" baseline="0">
                <a:latin typeface="+mn-lt"/>
              </a:defRPr>
            </a:lvl1pPr>
          </a:lstStyle>
          <a:p>
            <a:pPr lvl="0"/>
            <a:endParaRPr lang="en-US" dirty="0"/>
          </a:p>
        </p:txBody>
      </p:sp>
      <p:sp>
        <p:nvSpPr>
          <p:cNvPr id="64" name="Text Placeholder 9"/>
          <p:cNvSpPr>
            <a:spLocks noGrp="1"/>
          </p:cNvSpPr>
          <p:nvPr>
            <p:ph type="body" sz="quarter" idx="63"/>
          </p:nvPr>
        </p:nvSpPr>
        <p:spPr>
          <a:xfrm>
            <a:off x="4313300" y="4740771"/>
            <a:ext cx="996511" cy="317680"/>
          </a:xfrm>
        </p:spPr>
        <p:txBody>
          <a:bodyPr anchor="ctr"/>
          <a:lstStyle>
            <a:lvl1pPr marL="0" indent="0" algn="ctr">
              <a:buNone/>
              <a:defRPr sz="900" baseline="0">
                <a:latin typeface="+mn-lt"/>
              </a:defRPr>
            </a:lvl1pPr>
          </a:lstStyle>
          <a:p>
            <a:pPr lvl="0"/>
            <a:endParaRPr lang="en-US" dirty="0"/>
          </a:p>
        </p:txBody>
      </p:sp>
      <p:sp>
        <p:nvSpPr>
          <p:cNvPr id="65" name="Text Placeholder 9"/>
          <p:cNvSpPr>
            <a:spLocks noGrp="1"/>
          </p:cNvSpPr>
          <p:nvPr>
            <p:ph type="body" sz="quarter" idx="64"/>
          </p:nvPr>
        </p:nvSpPr>
        <p:spPr>
          <a:xfrm>
            <a:off x="3372776" y="4737449"/>
            <a:ext cx="929329" cy="321001"/>
          </a:xfrm>
        </p:spPr>
        <p:txBody>
          <a:bodyPr anchor="ctr"/>
          <a:lstStyle>
            <a:lvl1pPr marL="0" indent="0" algn="ctr">
              <a:buNone/>
              <a:defRPr sz="900" baseline="0">
                <a:latin typeface="+mn-lt"/>
              </a:defRPr>
            </a:lvl1pPr>
          </a:lstStyle>
          <a:p>
            <a:pPr lvl="0"/>
            <a:endParaRPr lang="en-US" dirty="0"/>
          </a:p>
        </p:txBody>
      </p:sp>
      <p:sp>
        <p:nvSpPr>
          <p:cNvPr id="66" name="Text Placeholder 9"/>
          <p:cNvSpPr>
            <a:spLocks noGrp="1"/>
          </p:cNvSpPr>
          <p:nvPr>
            <p:ph type="body" sz="quarter" idx="65"/>
          </p:nvPr>
        </p:nvSpPr>
        <p:spPr>
          <a:xfrm>
            <a:off x="840479" y="4740559"/>
            <a:ext cx="744445" cy="317891"/>
          </a:xfrm>
        </p:spPr>
        <p:txBody>
          <a:bodyPr lIns="0" rIns="0" anchor="ctr"/>
          <a:lstStyle>
            <a:lvl1pPr marL="0" indent="0" algn="ctr">
              <a:buNone/>
              <a:defRPr sz="900" baseline="0">
                <a:latin typeface="+mn-lt"/>
              </a:defRPr>
            </a:lvl1pPr>
          </a:lstStyle>
          <a:p>
            <a:pPr lvl="0"/>
            <a:endParaRPr lang="en-US" dirty="0"/>
          </a:p>
        </p:txBody>
      </p:sp>
      <p:sp>
        <p:nvSpPr>
          <p:cNvPr id="67" name="Text Placeholder 9"/>
          <p:cNvSpPr>
            <a:spLocks noGrp="1"/>
          </p:cNvSpPr>
          <p:nvPr>
            <p:ph type="body" sz="quarter" idx="66"/>
          </p:nvPr>
        </p:nvSpPr>
        <p:spPr>
          <a:xfrm>
            <a:off x="2526457" y="4725941"/>
            <a:ext cx="838827" cy="332509"/>
          </a:xfrm>
        </p:spPr>
        <p:txBody>
          <a:bodyPr anchor="ctr"/>
          <a:lstStyle>
            <a:lvl1pPr marL="0" indent="0" algn="ctr">
              <a:buNone/>
              <a:defRPr sz="900" baseline="0">
                <a:latin typeface="+mn-lt"/>
              </a:defRPr>
            </a:lvl1pPr>
          </a:lstStyle>
          <a:p>
            <a:pPr lvl="0"/>
            <a:endParaRPr lang="en-US" dirty="0"/>
          </a:p>
        </p:txBody>
      </p:sp>
      <p:sp>
        <p:nvSpPr>
          <p:cNvPr id="68" name="Text Placeholder 9"/>
          <p:cNvSpPr>
            <a:spLocks noGrp="1"/>
          </p:cNvSpPr>
          <p:nvPr>
            <p:ph type="body" sz="quarter" idx="67"/>
          </p:nvPr>
        </p:nvSpPr>
        <p:spPr>
          <a:xfrm>
            <a:off x="1587730" y="4729673"/>
            <a:ext cx="931262" cy="323179"/>
          </a:xfrm>
        </p:spPr>
        <p:txBody>
          <a:bodyPr anchor="ctr"/>
          <a:lstStyle>
            <a:lvl1pPr marL="0" indent="0" algn="ctr">
              <a:buNone/>
              <a:defRPr sz="900" baseline="0">
                <a:latin typeface="+mn-lt"/>
              </a:defRPr>
            </a:lvl1pPr>
          </a:lstStyle>
          <a:p>
            <a:pPr lvl="0"/>
            <a:endParaRPr lang="en-US" dirty="0"/>
          </a:p>
        </p:txBody>
      </p:sp>
      <p:sp>
        <p:nvSpPr>
          <p:cNvPr id="69" name="Text Placeholder 9"/>
          <p:cNvSpPr>
            <a:spLocks noGrp="1"/>
          </p:cNvSpPr>
          <p:nvPr>
            <p:ph type="body" sz="quarter" idx="68"/>
          </p:nvPr>
        </p:nvSpPr>
        <p:spPr>
          <a:xfrm>
            <a:off x="5323632" y="4737449"/>
            <a:ext cx="996511" cy="317680"/>
          </a:xfrm>
        </p:spPr>
        <p:txBody>
          <a:bodyPr anchor="ctr"/>
          <a:lstStyle>
            <a:lvl1pPr marL="0" indent="0" algn="ctr">
              <a:buNone/>
              <a:defRPr sz="900" baseline="0">
                <a:latin typeface="+mn-lt"/>
              </a:defRPr>
            </a:lvl1pPr>
          </a:lstStyle>
          <a:p>
            <a:pPr lvl="0"/>
            <a:endParaRPr lang="en-US" dirty="0"/>
          </a:p>
        </p:txBody>
      </p:sp>
      <p:sp>
        <p:nvSpPr>
          <p:cNvPr id="70" name="Text Placeholder 9"/>
          <p:cNvSpPr>
            <a:spLocks noGrp="1"/>
          </p:cNvSpPr>
          <p:nvPr>
            <p:ph type="body" sz="quarter" idx="69"/>
          </p:nvPr>
        </p:nvSpPr>
        <p:spPr>
          <a:xfrm>
            <a:off x="6361415" y="4736827"/>
            <a:ext cx="2743200" cy="317680"/>
          </a:xfrm>
        </p:spPr>
        <p:txBody>
          <a:bodyPr lIns="0" rIns="0" anchor="ctr"/>
          <a:lstStyle>
            <a:lvl1pPr marL="0" indent="0" algn="l">
              <a:buNone/>
              <a:defRPr sz="900" baseline="0">
                <a:latin typeface="+mn-lt"/>
              </a:defRPr>
            </a:lvl1pPr>
          </a:lstStyle>
          <a:p>
            <a:pPr lvl="0"/>
            <a:endParaRPr lang="en-US" dirty="0"/>
          </a:p>
        </p:txBody>
      </p:sp>
      <p:sp>
        <p:nvSpPr>
          <p:cNvPr id="71" name="Text Placeholder 9"/>
          <p:cNvSpPr>
            <a:spLocks noGrp="1"/>
          </p:cNvSpPr>
          <p:nvPr>
            <p:ph type="body" sz="quarter" idx="70"/>
          </p:nvPr>
        </p:nvSpPr>
        <p:spPr>
          <a:xfrm>
            <a:off x="4309554" y="5064788"/>
            <a:ext cx="996511" cy="317680"/>
          </a:xfrm>
        </p:spPr>
        <p:txBody>
          <a:bodyPr anchor="ctr"/>
          <a:lstStyle>
            <a:lvl1pPr marL="0" indent="0" algn="ctr">
              <a:buNone/>
              <a:defRPr sz="900" baseline="0">
                <a:latin typeface="+mn-lt"/>
              </a:defRPr>
            </a:lvl1pPr>
          </a:lstStyle>
          <a:p>
            <a:pPr lvl="0"/>
            <a:endParaRPr lang="en-US" dirty="0"/>
          </a:p>
        </p:txBody>
      </p:sp>
      <p:sp>
        <p:nvSpPr>
          <p:cNvPr id="72" name="Text Placeholder 9"/>
          <p:cNvSpPr>
            <a:spLocks noGrp="1"/>
          </p:cNvSpPr>
          <p:nvPr>
            <p:ph type="body" sz="quarter" idx="71"/>
          </p:nvPr>
        </p:nvSpPr>
        <p:spPr>
          <a:xfrm>
            <a:off x="3369030" y="5061466"/>
            <a:ext cx="929329" cy="321001"/>
          </a:xfrm>
        </p:spPr>
        <p:txBody>
          <a:bodyPr anchor="ctr"/>
          <a:lstStyle>
            <a:lvl1pPr marL="0" indent="0" algn="ctr">
              <a:buNone/>
              <a:defRPr sz="900" baseline="0">
                <a:latin typeface="+mn-lt"/>
              </a:defRPr>
            </a:lvl1pPr>
          </a:lstStyle>
          <a:p>
            <a:pPr lvl="0"/>
            <a:endParaRPr lang="en-US" dirty="0"/>
          </a:p>
        </p:txBody>
      </p:sp>
      <p:sp>
        <p:nvSpPr>
          <p:cNvPr id="73" name="Text Placeholder 9"/>
          <p:cNvSpPr>
            <a:spLocks noGrp="1"/>
          </p:cNvSpPr>
          <p:nvPr>
            <p:ph type="body" sz="quarter" idx="72"/>
          </p:nvPr>
        </p:nvSpPr>
        <p:spPr>
          <a:xfrm>
            <a:off x="836733" y="5064576"/>
            <a:ext cx="744445" cy="317891"/>
          </a:xfrm>
        </p:spPr>
        <p:txBody>
          <a:bodyPr lIns="0" rIns="0" anchor="ctr"/>
          <a:lstStyle>
            <a:lvl1pPr marL="0" indent="0" algn="ctr">
              <a:buNone/>
              <a:defRPr sz="900" baseline="0">
                <a:latin typeface="+mn-lt"/>
              </a:defRPr>
            </a:lvl1pPr>
          </a:lstStyle>
          <a:p>
            <a:pPr lvl="0"/>
            <a:endParaRPr lang="en-US" dirty="0"/>
          </a:p>
        </p:txBody>
      </p:sp>
      <p:sp>
        <p:nvSpPr>
          <p:cNvPr id="74" name="Text Placeholder 9"/>
          <p:cNvSpPr>
            <a:spLocks noGrp="1"/>
          </p:cNvSpPr>
          <p:nvPr>
            <p:ph type="body" sz="quarter" idx="73"/>
          </p:nvPr>
        </p:nvSpPr>
        <p:spPr>
          <a:xfrm>
            <a:off x="2511543" y="5049958"/>
            <a:ext cx="838827" cy="332509"/>
          </a:xfrm>
        </p:spPr>
        <p:txBody>
          <a:bodyPr anchor="ctr"/>
          <a:lstStyle>
            <a:lvl1pPr marL="0" indent="0" algn="ctr">
              <a:buNone/>
              <a:defRPr sz="900" baseline="0">
                <a:latin typeface="+mn-lt"/>
              </a:defRPr>
            </a:lvl1pPr>
          </a:lstStyle>
          <a:p>
            <a:pPr lvl="0"/>
            <a:endParaRPr lang="en-US" dirty="0"/>
          </a:p>
        </p:txBody>
      </p:sp>
      <p:sp>
        <p:nvSpPr>
          <p:cNvPr id="75" name="Text Placeholder 9"/>
          <p:cNvSpPr>
            <a:spLocks noGrp="1"/>
          </p:cNvSpPr>
          <p:nvPr>
            <p:ph type="body" sz="quarter" idx="74"/>
          </p:nvPr>
        </p:nvSpPr>
        <p:spPr>
          <a:xfrm>
            <a:off x="1583984" y="5053690"/>
            <a:ext cx="931262" cy="323179"/>
          </a:xfrm>
        </p:spPr>
        <p:txBody>
          <a:bodyPr anchor="ctr"/>
          <a:lstStyle>
            <a:lvl1pPr marL="0" indent="0" algn="ctr">
              <a:buNone/>
              <a:defRPr sz="900" baseline="0">
                <a:latin typeface="+mn-lt"/>
              </a:defRPr>
            </a:lvl1pPr>
          </a:lstStyle>
          <a:p>
            <a:pPr lvl="0"/>
            <a:endParaRPr lang="en-US" dirty="0"/>
          </a:p>
        </p:txBody>
      </p:sp>
      <p:sp>
        <p:nvSpPr>
          <p:cNvPr id="76" name="Text Placeholder 9"/>
          <p:cNvSpPr>
            <a:spLocks noGrp="1"/>
          </p:cNvSpPr>
          <p:nvPr>
            <p:ph type="body" sz="quarter" idx="75"/>
          </p:nvPr>
        </p:nvSpPr>
        <p:spPr>
          <a:xfrm>
            <a:off x="5319886" y="5061466"/>
            <a:ext cx="996511" cy="317680"/>
          </a:xfrm>
        </p:spPr>
        <p:txBody>
          <a:bodyPr anchor="ctr"/>
          <a:lstStyle>
            <a:lvl1pPr marL="0" indent="0" algn="ctr">
              <a:buNone/>
              <a:defRPr sz="900" baseline="0">
                <a:latin typeface="+mn-lt"/>
              </a:defRPr>
            </a:lvl1pPr>
          </a:lstStyle>
          <a:p>
            <a:pPr lvl="0"/>
            <a:endParaRPr lang="en-US" dirty="0"/>
          </a:p>
        </p:txBody>
      </p:sp>
      <p:sp>
        <p:nvSpPr>
          <p:cNvPr id="77" name="Text Placeholder 9"/>
          <p:cNvSpPr>
            <a:spLocks noGrp="1"/>
          </p:cNvSpPr>
          <p:nvPr>
            <p:ph type="body" sz="quarter" idx="76"/>
          </p:nvPr>
        </p:nvSpPr>
        <p:spPr>
          <a:xfrm>
            <a:off x="6357669" y="5060844"/>
            <a:ext cx="2743200" cy="317680"/>
          </a:xfrm>
        </p:spPr>
        <p:txBody>
          <a:bodyPr lIns="0" rIns="0" anchor="ctr"/>
          <a:lstStyle>
            <a:lvl1pPr marL="0" indent="0" algn="l">
              <a:buNone/>
              <a:defRPr sz="900" baseline="0">
                <a:latin typeface="+mn-lt"/>
              </a:defRPr>
            </a:lvl1pPr>
          </a:lstStyle>
          <a:p>
            <a:pPr lvl="0"/>
            <a:endParaRPr lang="en-US" dirty="0"/>
          </a:p>
        </p:txBody>
      </p:sp>
      <p:sp>
        <p:nvSpPr>
          <p:cNvPr id="78" name="Text Placeholder 9"/>
          <p:cNvSpPr>
            <a:spLocks noGrp="1"/>
          </p:cNvSpPr>
          <p:nvPr>
            <p:ph type="body" sz="quarter" idx="77"/>
          </p:nvPr>
        </p:nvSpPr>
        <p:spPr>
          <a:xfrm>
            <a:off x="149319" y="5081227"/>
            <a:ext cx="601295" cy="255948"/>
          </a:xfrm>
        </p:spPr>
        <p:txBody>
          <a:bodyPr lIns="0" rIns="0" anchor="ctr"/>
          <a:lstStyle>
            <a:lvl1pPr marL="0" indent="0" algn="ctr">
              <a:buNone/>
              <a:defRPr sz="900" baseline="0">
                <a:latin typeface="+mn-lt"/>
              </a:defRPr>
            </a:lvl1pPr>
          </a:lstStyle>
          <a:p>
            <a:pPr lvl="0"/>
            <a:endParaRPr lang="en-US" dirty="0"/>
          </a:p>
        </p:txBody>
      </p:sp>
      <p:sp>
        <p:nvSpPr>
          <p:cNvPr id="79" name="Text Placeholder 9"/>
          <p:cNvSpPr>
            <a:spLocks noGrp="1"/>
          </p:cNvSpPr>
          <p:nvPr>
            <p:ph type="body" sz="quarter" idx="78"/>
          </p:nvPr>
        </p:nvSpPr>
        <p:spPr>
          <a:xfrm>
            <a:off x="142408" y="5402046"/>
            <a:ext cx="601295" cy="255948"/>
          </a:xfrm>
        </p:spPr>
        <p:txBody>
          <a:bodyPr lIns="0" rIns="0" anchor="ctr"/>
          <a:lstStyle>
            <a:lvl1pPr marL="0" indent="0" algn="ctr">
              <a:buNone/>
              <a:defRPr sz="900" baseline="0">
                <a:latin typeface="+mn-lt"/>
              </a:defRPr>
            </a:lvl1pPr>
          </a:lstStyle>
          <a:p>
            <a:pPr lvl="0"/>
            <a:endParaRPr lang="en-US" dirty="0"/>
          </a:p>
        </p:txBody>
      </p:sp>
      <p:sp>
        <p:nvSpPr>
          <p:cNvPr id="80" name="Text Placeholder 9"/>
          <p:cNvSpPr>
            <a:spLocks noGrp="1"/>
          </p:cNvSpPr>
          <p:nvPr>
            <p:ph type="body" sz="quarter" idx="79"/>
          </p:nvPr>
        </p:nvSpPr>
        <p:spPr>
          <a:xfrm>
            <a:off x="4313300" y="5385607"/>
            <a:ext cx="996511" cy="317680"/>
          </a:xfrm>
        </p:spPr>
        <p:txBody>
          <a:bodyPr anchor="ctr"/>
          <a:lstStyle>
            <a:lvl1pPr marL="0" indent="0" algn="ctr">
              <a:buNone/>
              <a:defRPr sz="900" baseline="0">
                <a:latin typeface="+mn-lt"/>
              </a:defRPr>
            </a:lvl1pPr>
          </a:lstStyle>
          <a:p>
            <a:pPr lvl="0"/>
            <a:endParaRPr lang="en-US" dirty="0"/>
          </a:p>
        </p:txBody>
      </p:sp>
      <p:sp>
        <p:nvSpPr>
          <p:cNvPr id="81" name="Text Placeholder 9"/>
          <p:cNvSpPr>
            <a:spLocks noGrp="1"/>
          </p:cNvSpPr>
          <p:nvPr>
            <p:ph type="body" sz="quarter" idx="80"/>
          </p:nvPr>
        </p:nvSpPr>
        <p:spPr>
          <a:xfrm>
            <a:off x="3372776" y="5382285"/>
            <a:ext cx="929329" cy="321001"/>
          </a:xfrm>
        </p:spPr>
        <p:txBody>
          <a:bodyPr anchor="ctr"/>
          <a:lstStyle>
            <a:lvl1pPr marL="0" indent="0" algn="ctr">
              <a:buNone/>
              <a:defRPr sz="900" baseline="0">
                <a:latin typeface="+mn-lt"/>
              </a:defRPr>
            </a:lvl1pPr>
          </a:lstStyle>
          <a:p>
            <a:pPr lvl="0"/>
            <a:endParaRPr lang="en-US" dirty="0"/>
          </a:p>
        </p:txBody>
      </p:sp>
      <p:sp>
        <p:nvSpPr>
          <p:cNvPr id="82" name="Text Placeholder 9"/>
          <p:cNvSpPr>
            <a:spLocks noGrp="1"/>
          </p:cNvSpPr>
          <p:nvPr>
            <p:ph type="body" sz="quarter" idx="81"/>
          </p:nvPr>
        </p:nvSpPr>
        <p:spPr>
          <a:xfrm>
            <a:off x="840479" y="5385395"/>
            <a:ext cx="744445" cy="317891"/>
          </a:xfrm>
        </p:spPr>
        <p:txBody>
          <a:bodyPr lIns="0" rIns="0" anchor="ctr"/>
          <a:lstStyle>
            <a:lvl1pPr marL="0" indent="0" algn="ctr">
              <a:buNone/>
              <a:defRPr sz="900" baseline="0">
                <a:latin typeface="+mn-lt"/>
              </a:defRPr>
            </a:lvl1pPr>
          </a:lstStyle>
          <a:p>
            <a:pPr lvl="0"/>
            <a:endParaRPr lang="en-US" dirty="0"/>
          </a:p>
        </p:txBody>
      </p:sp>
      <p:sp>
        <p:nvSpPr>
          <p:cNvPr id="83" name="Text Placeholder 9"/>
          <p:cNvSpPr>
            <a:spLocks noGrp="1"/>
          </p:cNvSpPr>
          <p:nvPr>
            <p:ph type="body" sz="quarter" idx="82"/>
          </p:nvPr>
        </p:nvSpPr>
        <p:spPr>
          <a:xfrm>
            <a:off x="2526457" y="5370777"/>
            <a:ext cx="838827" cy="332509"/>
          </a:xfrm>
        </p:spPr>
        <p:txBody>
          <a:bodyPr anchor="ctr"/>
          <a:lstStyle>
            <a:lvl1pPr marL="0" indent="0" algn="ctr">
              <a:buNone/>
              <a:defRPr sz="900" baseline="0">
                <a:latin typeface="+mn-lt"/>
              </a:defRPr>
            </a:lvl1pPr>
          </a:lstStyle>
          <a:p>
            <a:pPr lvl="0"/>
            <a:endParaRPr lang="en-US" dirty="0"/>
          </a:p>
        </p:txBody>
      </p:sp>
      <p:sp>
        <p:nvSpPr>
          <p:cNvPr id="84" name="Text Placeholder 9"/>
          <p:cNvSpPr>
            <a:spLocks noGrp="1"/>
          </p:cNvSpPr>
          <p:nvPr>
            <p:ph type="body" sz="quarter" idx="83"/>
          </p:nvPr>
        </p:nvSpPr>
        <p:spPr>
          <a:xfrm>
            <a:off x="1587730" y="5374509"/>
            <a:ext cx="931262" cy="323179"/>
          </a:xfrm>
        </p:spPr>
        <p:txBody>
          <a:bodyPr anchor="ctr"/>
          <a:lstStyle>
            <a:lvl1pPr marL="0" indent="0" algn="ctr">
              <a:buNone/>
              <a:defRPr sz="900" baseline="0">
                <a:latin typeface="+mn-lt"/>
              </a:defRPr>
            </a:lvl1pPr>
          </a:lstStyle>
          <a:p>
            <a:pPr lvl="0"/>
            <a:endParaRPr lang="en-US" dirty="0"/>
          </a:p>
        </p:txBody>
      </p:sp>
      <p:sp>
        <p:nvSpPr>
          <p:cNvPr id="85" name="Text Placeholder 9"/>
          <p:cNvSpPr>
            <a:spLocks noGrp="1"/>
          </p:cNvSpPr>
          <p:nvPr>
            <p:ph type="body" sz="quarter" idx="84"/>
          </p:nvPr>
        </p:nvSpPr>
        <p:spPr>
          <a:xfrm>
            <a:off x="5323632" y="5382285"/>
            <a:ext cx="996511" cy="317680"/>
          </a:xfrm>
        </p:spPr>
        <p:txBody>
          <a:bodyPr anchor="ctr"/>
          <a:lstStyle>
            <a:lvl1pPr marL="0" indent="0" algn="ctr">
              <a:buNone/>
              <a:defRPr sz="900" baseline="0">
                <a:latin typeface="+mn-lt"/>
              </a:defRPr>
            </a:lvl1pPr>
          </a:lstStyle>
          <a:p>
            <a:pPr lvl="0"/>
            <a:endParaRPr lang="en-US" dirty="0"/>
          </a:p>
        </p:txBody>
      </p:sp>
      <p:sp>
        <p:nvSpPr>
          <p:cNvPr id="86" name="Text Placeholder 9"/>
          <p:cNvSpPr>
            <a:spLocks noGrp="1"/>
          </p:cNvSpPr>
          <p:nvPr>
            <p:ph type="body" sz="quarter" idx="85"/>
          </p:nvPr>
        </p:nvSpPr>
        <p:spPr>
          <a:xfrm>
            <a:off x="6361415" y="5381663"/>
            <a:ext cx="2743200" cy="317680"/>
          </a:xfrm>
        </p:spPr>
        <p:txBody>
          <a:bodyPr lIns="0" rIns="0" anchor="ctr"/>
          <a:lstStyle>
            <a:lvl1pPr marL="0" indent="0" algn="l">
              <a:buNone/>
              <a:defRPr sz="900" baseline="0">
                <a:latin typeface="+mn-lt"/>
              </a:defRPr>
            </a:lvl1pPr>
          </a:lstStyle>
          <a:p>
            <a:pPr lvl="0"/>
            <a:endParaRPr lang="en-US" dirty="0"/>
          </a:p>
        </p:txBody>
      </p:sp>
      <p:sp>
        <p:nvSpPr>
          <p:cNvPr id="87" name="Text Placeholder 9"/>
          <p:cNvSpPr>
            <a:spLocks noGrp="1"/>
          </p:cNvSpPr>
          <p:nvPr>
            <p:ph type="body" sz="quarter" idx="86"/>
          </p:nvPr>
        </p:nvSpPr>
        <p:spPr>
          <a:xfrm>
            <a:off x="4309554" y="5709624"/>
            <a:ext cx="996511" cy="317680"/>
          </a:xfrm>
        </p:spPr>
        <p:txBody>
          <a:bodyPr anchor="ctr"/>
          <a:lstStyle>
            <a:lvl1pPr marL="0" indent="0" algn="ctr">
              <a:buNone/>
              <a:defRPr sz="900" baseline="0">
                <a:latin typeface="+mn-lt"/>
              </a:defRPr>
            </a:lvl1pPr>
          </a:lstStyle>
          <a:p>
            <a:pPr lvl="0"/>
            <a:endParaRPr lang="en-US" dirty="0"/>
          </a:p>
        </p:txBody>
      </p:sp>
      <p:sp>
        <p:nvSpPr>
          <p:cNvPr id="88" name="Text Placeholder 9"/>
          <p:cNvSpPr>
            <a:spLocks noGrp="1"/>
          </p:cNvSpPr>
          <p:nvPr>
            <p:ph type="body" sz="quarter" idx="87"/>
          </p:nvPr>
        </p:nvSpPr>
        <p:spPr>
          <a:xfrm>
            <a:off x="3369030" y="5706302"/>
            <a:ext cx="929329" cy="321001"/>
          </a:xfrm>
        </p:spPr>
        <p:txBody>
          <a:bodyPr anchor="ctr"/>
          <a:lstStyle>
            <a:lvl1pPr marL="0" indent="0" algn="ctr">
              <a:buNone/>
              <a:defRPr sz="900" baseline="0">
                <a:latin typeface="+mn-lt"/>
              </a:defRPr>
            </a:lvl1pPr>
          </a:lstStyle>
          <a:p>
            <a:pPr lvl="0"/>
            <a:endParaRPr lang="en-US" dirty="0"/>
          </a:p>
        </p:txBody>
      </p:sp>
      <p:sp>
        <p:nvSpPr>
          <p:cNvPr id="89" name="Text Placeholder 9"/>
          <p:cNvSpPr>
            <a:spLocks noGrp="1"/>
          </p:cNvSpPr>
          <p:nvPr>
            <p:ph type="body" sz="quarter" idx="88"/>
          </p:nvPr>
        </p:nvSpPr>
        <p:spPr>
          <a:xfrm>
            <a:off x="836733" y="5709412"/>
            <a:ext cx="744445" cy="317891"/>
          </a:xfrm>
        </p:spPr>
        <p:txBody>
          <a:bodyPr lIns="0" rIns="0" anchor="ctr"/>
          <a:lstStyle>
            <a:lvl1pPr marL="0" indent="0" algn="ctr">
              <a:buNone/>
              <a:defRPr sz="900" baseline="0">
                <a:latin typeface="+mn-lt"/>
              </a:defRPr>
            </a:lvl1pPr>
          </a:lstStyle>
          <a:p>
            <a:pPr lvl="0"/>
            <a:endParaRPr lang="en-US" dirty="0"/>
          </a:p>
        </p:txBody>
      </p:sp>
      <p:sp>
        <p:nvSpPr>
          <p:cNvPr id="90" name="Text Placeholder 9"/>
          <p:cNvSpPr>
            <a:spLocks noGrp="1"/>
          </p:cNvSpPr>
          <p:nvPr>
            <p:ph type="body" sz="quarter" idx="89"/>
          </p:nvPr>
        </p:nvSpPr>
        <p:spPr>
          <a:xfrm>
            <a:off x="2511543" y="5694794"/>
            <a:ext cx="838827" cy="332509"/>
          </a:xfrm>
        </p:spPr>
        <p:txBody>
          <a:bodyPr anchor="ctr"/>
          <a:lstStyle>
            <a:lvl1pPr marL="0" indent="0" algn="ctr">
              <a:buNone/>
              <a:defRPr sz="900" baseline="0">
                <a:latin typeface="+mn-lt"/>
              </a:defRPr>
            </a:lvl1pPr>
          </a:lstStyle>
          <a:p>
            <a:pPr lvl="0"/>
            <a:endParaRPr lang="en-US" dirty="0"/>
          </a:p>
        </p:txBody>
      </p:sp>
      <p:sp>
        <p:nvSpPr>
          <p:cNvPr id="91" name="Text Placeholder 9"/>
          <p:cNvSpPr>
            <a:spLocks noGrp="1"/>
          </p:cNvSpPr>
          <p:nvPr>
            <p:ph type="body" sz="quarter" idx="90"/>
          </p:nvPr>
        </p:nvSpPr>
        <p:spPr>
          <a:xfrm>
            <a:off x="1583984" y="5698526"/>
            <a:ext cx="931262" cy="323179"/>
          </a:xfrm>
        </p:spPr>
        <p:txBody>
          <a:bodyPr anchor="ctr"/>
          <a:lstStyle>
            <a:lvl1pPr marL="0" indent="0" algn="ctr">
              <a:buNone/>
              <a:defRPr sz="900" baseline="0">
                <a:latin typeface="+mn-lt"/>
              </a:defRPr>
            </a:lvl1pPr>
          </a:lstStyle>
          <a:p>
            <a:pPr lvl="0"/>
            <a:endParaRPr lang="en-US" dirty="0"/>
          </a:p>
        </p:txBody>
      </p:sp>
      <p:sp>
        <p:nvSpPr>
          <p:cNvPr id="92" name="Text Placeholder 9"/>
          <p:cNvSpPr>
            <a:spLocks noGrp="1"/>
          </p:cNvSpPr>
          <p:nvPr>
            <p:ph type="body" sz="quarter" idx="91"/>
          </p:nvPr>
        </p:nvSpPr>
        <p:spPr>
          <a:xfrm>
            <a:off x="5319886" y="5706302"/>
            <a:ext cx="996511" cy="317680"/>
          </a:xfrm>
        </p:spPr>
        <p:txBody>
          <a:bodyPr anchor="ctr"/>
          <a:lstStyle>
            <a:lvl1pPr marL="0" indent="0" algn="ctr">
              <a:buNone/>
              <a:defRPr sz="900" baseline="0">
                <a:latin typeface="+mn-lt"/>
              </a:defRPr>
            </a:lvl1pPr>
          </a:lstStyle>
          <a:p>
            <a:pPr lvl="0"/>
            <a:endParaRPr lang="en-US" dirty="0"/>
          </a:p>
        </p:txBody>
      </p:sp>
      <p:sp>
        <p:nvSpPr>
          <p:cNvPr id="93" name="Text Placeholder 9"/>
          <p:cNvSpPr>
            <a:spLocks noGrp="1"/>
          </p:cNvSpPr>
          <p:nvPr>
            <p:ph type="body" sz="quarter" idx="92"/>
          </p:nvPr>
        </p:nvSpPr>
        <p:spPr>
          <a:xfrm>
            <a:off x="6357669" y="5705680"/>
            <a:ext cx="2743200" cy="317680"/>
          </a:xfrm>
        </p:spPr>
        <p:txBody>
          <a:bodyPr lIns="0" rIns="0" anchor="ctr"/>
          <a:lstStyle>
            <a:lvl1pPr marL="0" indent="0" algn="l">
              <a:buNone/>
              <a:defRPr sz="900" baseline="0">
                <a:latin typeface="+mn-lt"/>
              </a:defRPr>
            </a:lvl1pPr>
          </a:lstStyle>
          <a:p>
            <a:pPr lvl="0"/>
            <a:endParaRPr lang="en-US" dirty="0"/>
          </a:p>
        </p:txBody>
      </p:sp>
      <p:sp>
        <p:nvSpPr>
          <p:cNvPr id="94" name="Text Placeholder 9"/>
          <p:cNvSpPr>
            <a:spLocks noGrp="1"/>
          </p:cNvSpPr>
          <p:nvPr>
            <p:ph type="body" sz="quarter" idx="93"/>
          </p:nvPr>
        </p:nvSpPr>
        <p:spPr>
          <a:xfrm>
            <a:off x="149319" y="5726063"/>
            <a:ext cx="601295" cy="255948"/>
          </a:xfrm>
        </p:spPr>
        <p:txBody>
          <a:bodyPr lIns="0" rIns="0" anchor="ctr"/>
          <a:lstStyle>
            <a:lvl1pPr marL="0" indent="0" algn="ctr">
              <a:buNone/>
              <a:defRPr sz="900" baseline="0">
                <a:latin typeface="+mn-lt"/>
              </a:defRPr>
            </a:lvl1pPr>
          </a:lstStyle>
          <a:p>
            <a:pPr lvl="0"/>
            <a:endParaRPr lang="en-US" dirty="0"/>
          </a:p>
        </p:txBody>
      </p:sp>
      <p:sp>
        <p:nvSpPr>
          <p:cNvPr id="95" name="Text Placeholder 9"/>
          <p:cNvSpPr>
            <a:spLocks noGrp="1"/>
          </p:cNvSpPr>
          <p:nvPr>
            <p:ph type="body" sz="quarter" idx="94"/>
          </p:nvPr>
        </p:nvSpPr>
        <p:spPr>
          <a:xfrm>
            <a:off x="138662" y="6029776"/>
            <a:ext cx="601295" cy="255948"/>
          </a:xfrm>
        </p:spPr>
        <p:txBody>
          <a:bodyPr lIns="0" rIns="0" anchor="ctr"/>
          <a:lstStyle>
            <a:lvl1pPr marL="0" indent="0" algn="ctr">
              <a:buNone/>
              <a:defRPr sz="900" baseline="0">
                <a:latin typeface="+mn-lt"/>
              </a:defRPr>
            </a:lvl1pPr>
          </a:lstStyle>
          <a:p>
            <a:pPr lvl="0"/>
            <a:endParaRPr lang="en-US" dirty="0"/>
          </a:p>
        </p:txBody>
      </p:sp>
      <p:sp>
        <p:nvSpPr>
          <p:cNvPr id="96" name="Text Placeholder 9"/>
          <p:cNvSpPr>
            <a:spLocks noGrp="1"/>
          </p:cNvSpPr>
          <p:nvPr>
            <p:ph type="body" sz="quarter" idx="95"/>
          </p:nvPr>
        </p:nvSpPr>
        <p:spPr>
          <a:xfrm>
            <a:off x="4309554" y="6013337"/>
            <a:ext cx="996511" cy="317680"/>
          </a:xfrm>
        </p:spPr>
        <p:txBody>
          <a:bodyPr anchor="ctr"/>
          <a:lstStyle>
            <a:lvl1pPr marL="0" indent="0" algn="ctr">
              <a:buNone/>
              <a:defRPr sz="900" baseline="0">
                <a:latin typeface="+mn-lt"/>
              </a:defRPr>
            </a:lvl1pPr>
          </a:lstStyle>
          <a:p>
            <a:pPr lvl="0"/>
            <a:endParaRPr lang="en-US" dirty="0"/>
          </a:p>
        </p:txBody>
      </p:sp>
      <p:sp>
        <p:nvSpPr>
          <p:cNvPr id="97" name="Text Placeholder 9"/>
          <p:cNvSpPr>
            <a:spLocks noGrp="1"/>
          </p:cNvSpPr>
          <p:nvPr>
            <p:ph type="body" sz="quarter" idx="96"/>
          </p:nvPr>
        </p:nvSpPr>
        <p:spPr>
          <a:xfrm>
            <a:off x="3369030" y="6010015"/>
            <a:ext cx="929329" cy="321001"/>
          </a:xfrm>
        </p:spPr>
        <p:txBody>
          <a:bodyPr anchor="ctr"/>
          <a:lstStyle>
            <a:lvl1pPr marL="0" indent="0" algn="ctr">
              <a:buNone/>
              <a:defRPr sz="900" baseline="0">
                <a:latin typeface="+mn-lt"/>
              </a:defRPr>
            </a:lvl1pPr>
          </a:lstStyle>
          <a:p>
            <a:pPr lvl="0"/>
            <a:endParaRPr lang="en-US" dirty="0"/>
          </a:p>
        </p:txBody>
      </p:sp>
      <p:sp>
        <p:nvSpPr>
          <p:cNvPr id="98" name="Text Placeholder 9"/>
          <p:cNvSpPr>
            <a:spLocks noGrp="1"/>
          </p:cNvSpPr>
          <p:nvPr>
            <p:ph type="body" sz="quarter" idx="97"/>
          </p:nvPr>
        </p:nvSpPr>
        <p:spPr>
          <a:xfrm>
            <a:off x="836733" y="6013125"/>
            <a:ext cx="744445" cy="317891"/>
          </a:xfrm>
        </p:spPr>
        <p:txBody>
          <a:bodyPr lIns="0" rIns="0" anchor="ctr"/>
          <a:lstStyle>
            <a:lvl1pPr marL="0" indent="0" algn="ctr">
              <a:buNone/>
              <a:defRPr sz="900" baseline="0">
                <a:latin typeface="+mn-lt"/>
              </a:defRPr>
            </a:lvl1pPr>
          </a:lstStyle>
          <a:p>
            <a:pPr lvl="0"/>
            <a:endParaRPr lang="en-US" dirty="0"/>
          </a:p>
        </p:txBody>
      </p:sp>
      <p:sp>
        <p:nvSpPr>
          <p:cNvPr id="99" name="Text Placeholder 9"/>
          <p:cNvSpPr>
            <a:spLocks noGrp="1"/>
          </p:cNvSpPr>
          <p:nvPr>
            <p:ph type="body" sz="quarter" idx="98"/>
          </p:nvPr>
        </p:nvSpPr>
        <p:spPr>
          <a:xfrm>
            <a:off x="2522711" y="5998507"/>
            <a:ext cx="838827" cy="332509"/>
          </a:xfrm>
        </p:spPr>
        <p:txBody>
          <a:bodyPr anchor="ctr"/>
          <a:lstStyle>
            <a:lvl1pPr marL="0" indent="0" algn="ctr">
              <a:buNone/>
              <a:defRPr sz="900" baseline="0">
                <a:latin typeface="+mn-lt"/>
              </a:defRPr>
            </a:lvl1pPr>
          </a:lstStyle>
          <a:p>
            <a:pPr lvl="0"/>
            <a:endParaRPr lang="en-US" dirty="0"/>
          </a:p>
        </p:txBody>
      </p:sp>
      <p:sp>
        <p:nvSpPr>
          <p:cNvPr id="100" name="Text Placeholder 9"/>
          <p:cNvSpPr>
            <a:spLocks noGrp="1"/>
          </p:cNvSpPr>
          <p:nvPr>
            <p:ph type="body" sz="quarter" idx="99"/>
          </p:nvPr>
        </p:nvSpPr>
        <p:spPr>
          <a:xfrm>
            <a:off x="1583984" y="6002239"/>
            <a:ext cx="931262" cy="323179"/>
          </a:xfrm>
        </p:spPr>
        <p:txBody>
          <a:bodyPr anchor="ctr"/>
          <a:lstStyle>
            <a:lvl1pPr marL="0" indent="0" algn="ctr">
              <a:buNone/>
              <a:defRPr sz="900" baseline="0">
                <a:latin typeface="+mn-lt"/>
              </a:defRPr>
            </a:lvl1pPr>
          </a:lstStyle>
          <a:p>
            <a:pPr lvl="0"/>
            <a:endParaRPr lang="en-US" dirty="0"/>
          </a:p>
        </p:txBody>
      </p:sp>
      <p:sp>
        <p:nvSpPr>
          <p:cNvPr id="101" name="Text Placeholder 9"/>
          <p:cNvSpPr>
            <a:spLocks noGrp="1"/>
          </p:cNvSpPr>
          <p:nvPr>
            <p:ph type="body" sz="quarter" idx="100"/>
          </p:nvPr>
        </p:nvSpPr>
        <p:spPr>
          <a:xfrm>
            <a:off x="5319886" y="6010015"/>
            <a:ext cx="996511" cy="317680"/>
          </a:xfrm>
        </p:spPr>
        <p:txBody>
          <a:bodyPr anchor="ctr"/>
          <a:lstStyle>
            <a:lvl1pPr marL="0" indent="0" algn="ctr">
              <a:buNone/>
              <a:defRPr sz="900" baseline="0">
                <a:latin typeface="+mn-lt"/>
              </a:defRPr>
            </a:lvl1pPr>
          </a:lstStyle>
          <a:p>
            <a:pPr lvl="0"/>
            <a:endParaRPr lang="en-US" dirty="0"/>
          </a:p>
        </p:txBody>
      </p:sp>
      <p:sp>
        <p:nvSpPr>
          <p:cNvPr id="102" name="Text Placeholder 9"/>
          <p:cNvSpPr>
            <a:spLocks noGrp="1"/>
          </p:cNvSpPr>
          <p:nvPr>
            <p:ph type="body" sz="quarter" idx="101"/>
          </p:nvPr>
        </p:nvSpPr>
        <p:spPr>
          <a:xfrm>
            <a:off x="6357669" y="6009393"/>
            <a:ext cx="2743200" cy="317680"/>
          </a:xfrm>
        </p:spPr>
        <p:txBody>
          <a:bodyPr lIns="0" rIns="0" anchor="ctr"/>
          <a:lstStyle>
            <a:lvl1pPr marL="0" indent="0" algn="l">
              <a:buNone/>
              <a:defRPr sz="900" baseline="0">
                <a:latin typeface="+mn-lt"/>
              </a:defRPr>
            </a:lvl1pPr>
          </a:lstStyle>
          <a:p>
            <a:pPr lvl="0"/>
            <a:endParaRPr lang="en-US" dirty="0"/>
          </a:p>
        </p:txBody>
      </p:sp>
      <p:sp>
        <p:nvSpPr>
          <p:cNvPr id="103" name="Text Placeholder 9"/>
          <p:cNvSpPr>
            <a:spLocks noGrp="1"/>
          </p:cNvSpPr>
          <p:nvPr>
            <p:ph type="body" sz="quarter" idx="102" hasCustomPrompt="1"/>
          </p:nvPr>
        </p:nvSpPr>
        <p:spPr>
          <a:xfrm>
            <a:off x="3339728" y="2143183"/>
            <a:ext cx="679208" cy="209550"/>
          </a:xfrm>
        </p:spPr>
        <p:txBody>
          <a:bodyPr anchor="ctr"/>
          <a:lstStyle>
            <a:lvl1pPr marL="0" indent="0">
              <a:buNone/>
              <a:defRPr sz="1100" baseline="0">
                <a:latin typeface="+mn-lt"/>
              </a:defRPr>
            </a:lvl1pPr>
          </a:lstStyle>
          <a:p>
            <a:pPr lvl="0"/>
            <a:r>
              <a:rPr lang="en-US" dirty="0"/>
              <a:t>Time</a:t>
            </a:r>
          </a:p>
        </p:txBody>
      </p:sp>
      <p:sp>
        <p:nvSpPr>
          <p:cNvPr id="104" name="Text Placeholder 9"/>
          <p:cNvSpPr>
            <a:spLocks noGrp="1"/>
          </p:cNvSpPr>
          <p:nvPr>
            <p:ph type="body" sz="quarter" idx="103" hasCustomPrompt="1"/>
          </p:nvPr>
        </p:nvSpPr>
        <p:spPr>
          <a:xfrm>
            <a:off x="3339726" y="2393553"/>
            <a:ext cx="679209" cy="209550"/>
          </a:xfrm>
        </p:spPr>
        <p:txBody>
          <a:bodyPr anchor="ctr"/>
          <a:lstStyle>
            <a:lvl1pPr marL="0" indent="0">
              <a:buNone/>
              <a:defRPr sz="1100" baseline="0">
                <a:latin typeface="+mn-lt"/>
              </a:defRPr>
            </a:lvl1pPr>
          </a:lstStyle>
          <a:p>
            <a:pPr lvl="0"/>
            <a:r>
              <a:rPr lang="en-US" dirty="0"/>
              <a:t>Time</a:t>
            </a:r>
          </a:p>
        </p:txBody>
      </p:sp>
      <p:sp>
        <p:nvSpPr>
          <p:cNvPr id="105" name="Text Placeholder 9"/>
          <p:cNvSpPr>
            <a:spLocks noGrp="1"/>
          </p:cNvSpPr>
          <p:nvPr>
            <p:ph type="body" sz="quarter" idx="104" hasCustomPrompt="1"/>
          </p:nvPr>
        </p:nvSpPr>
        <p:spPr>
          <a:xfrm>
            <a:off x="3339728" y="2639456"/>
            <a:ext cx="679208" cy="209550"/>
          </a:xfrm>
        </p:spPr>
        <p:txBody>
          <a:bodyPr anchor="ctr"/>
          <a:lstStyle>
            <a:lvl1pPr marL="0" indent="0">
              <a:buNone/>
              <a:defRPr sz="1100" baseline="0">
                <a:latin typeface="+mn-lt"/>
              </a:defRPr>
            </a:lvl1pPr>
          </a:lstStyle>
          <a:p>
            <a:pPr lvl="0"/>
            <a:r>
              <a:rPr lang="en-US" dirty="0"/>
              <a:t>Time</a:t>
            </a:r>
          </a:p>
        </p:txBody>
      </p:sp>
      <p:sp>
        <p:nvSpPr>
          <p:cNvPr id="106" name="Text Placeholder 9"/>
          <p:cNvSpPr>
            <a:spLocks noGrp="1"/>
          </p:cNvSpPr>
          <p:nvPr>
            <p:ph type="body" sz="quarter" idx="105" hasCustomPrompt="1"/>
          </p:nvPr>
        </p:nvSpPr>
        <p:spPr>
          <a:xfrm>
            <a:off x="7824021" y="2155949"/>
            <a:ext cx="744792" cy="209550"/>
          </a:xfrm>
        </p:spPr>
        <p:txBody>
          <a:bodyPr lIns="0" rIns="0" anchor="ctr"/>
          <a:lstStyle>
            <a:lvl1pPr marL="0" indent="0" algn="ctr">
              <a:buNone/>
              <a:defRPr sz="1100" baseline="0">
                <a:latin typeface="+mn-lt"/>
              </a:defRPr>
            </a:lvl1pPr>
          </a:lstStyle>
          <a:p>
            <a:pPr lvl="0"/>
            <a:r>
              <a:rPr lang="en-US" dirty="0"/>
              <a:t>Doc #</a:t>
            </a:r>
          </a:p>
        </p:txBody>
      </p:sp>
      <p:sp>
        <p:nvSpPr>
          <p:cNvPr id="107" name="Text Placeholder 9"/>
          <p:cNvSpPr>
            <a:spLocks noGrp="1"/>
          </p:cNvSpPr>
          <p:nvPr>
            <p:ph type="body" sz="quarter" idx="106" hasCustomPrompt="1"/>
          </p:nvPr>
        </p:nvSpPr>
        <p:spPr>
          <a:xfrm>
            <a:off x="7824019" y="2406319"/>
            <a:ext cx="744793" cy="209550"/>
          </a:xfrm>
        </p:spPr>
        <p:txBody>
          <a:bodyPr lIns="0" rIns="0" anchor="ctr"/>
          <a:lstStyle>
            <a:lvl1pPr marL="0" indent="0" algn="ctr">
              <a:buNone/>
              <a:defRPr sz="1100" baseline="0">
                <a:latin typeface="+mn-lt"/>
              </a:defRPr>
            </a:lvl1pPr>
          </a:lstStyle>
          <a:p>
            <a:pPr lvl="0"/>
            <a:r>
              <a:rPr lang="en-US" dirty="0"/>
              <a:t>Doc #</a:t>
            </a:r>
          </a:p>
        </p:txBody>
      </p:sp>
      <p:sp>
        <p:nvSpPr>
          <p:cNvPr id="108" name="Text Placeholder 9"/>
          <p:cNvSpPr>
            <a:spLocks noGrp="1"/>
          </p:cNvSpPr>
          <p:nvPr>
            <p:ph type="body" sz="quarter" idx="107" hasCustomPrompt="1"/>
          </p:nvPr>
        </p:nvSpPr>
        <p:spPr>
          <a:xfrm>
            <a:off x="7824021" y="2652222"/>
            <a:ext cx="744792" cy="209550"/>
          </a:xfrm>
        </p:spPr>
        <p:txBody>
          <a:bodyPr lIns="0" rIns="0" anchor="ctr"/>
          <a:lstStyle>
            <a:lvl1pPr marL="0" indent="0" algn="ctr">
              <a:buNone/>
              <a:defRPr sz="1100" baseline="0">
                <a:latin typeface="+mn-lt"/>
              </a:defRPr>
            </a:lvl1pPr>
          </a:lstStyle>
          <a:p>
            <a:pPr lvl="0"/>
            <a:r>
              <a:rPr lang="en-US" dirty="0"/>
              <a:t>Doc #</a:t>
            </a:r>
          </a:p>
        </p:txBody>
      </p:sp>
      <p:sp>
        <p:nvSpPr>
          <p:cNvPr id="109" name="Text Placeholder 9"/>
          <p:cNvSpPr>
            <a:spLocks noGrp="1"/>
          </p:cNvSpPr>
          <p:nvPr>
            <p:ph type="body" sz="quarter" idx="108" hasCustomPrompt="1"/>
          </p:nvPr>
        </p:nvSpPr>
        <p:spPr>
          <a:xfrm>
            <a:off x="8609637" y="2161406"/>
            <a:ext cx="514146" cy="209550"/>
          </a:xfrm>
        </p:spPr>
        <p:txBody>
          <a:bodyPr lIns="0" rIns="0" anchor="ctr"/>
          <a:lstStyle>
            <a:lvl1pPr marL="0" indent="0" algn="ctr">
              <a:buNone/>
              <a:defRPr sz="1100" baseline="0">
                <a:latin typeface="+mn-lt"/>
              </a:defRPr>
            </a:lvl1pPr>
          </a:lstStyle>
          <a:p>
            <a:pPr lvl="0"/>
            <a:r>
              <a:rPr lang="en-US" dirty="0" err="1"/>
              <a:t>Ver</a:t>
            </a:r>
            <a:endParaRPr lang="en-US" dirty="0"/>
          </a:p>
        </p:txBody>
      </p:sp>
      <p:sp>
        <p:nvSpPr>
          <p:cNvPr id="110" name="Text Placeholder 9"/>
          <p:cNvSpPr>
            <a:spLocks noGrp="1"/>
          </p:cNvSpPr>
          <p:nvPr>
            <p:ph type="body" sz="quarter" idx="109" hasCustomPrompt="1"/>
          </p:nvPr>
        </p:nvSpPr>
        <p:spPr>
          <a:xfrm>
            <a:off x="8609635" y="2411776"/>
            <a:ext cx="514147" cy="209550"/>
          </a:xfrm>
        </p:spPr>
        <p:txBody>
          <a:bodyPr lIns="0" rIns="0" anchor="ctr"/>
          <a:lstStyle>
            <a:lvl1pPr marL="0" indent="0" algn="ctr">
              <a:buNone/>
              <a:defRPr sz="1100" baseline="0">
                <a:latin typeface="+mn-lt"/>
              </a:defRPr>
            </a:lvl1pPr>
          </a:lstStyle>
          <a:p>
            <a:pPr lvl="0"/>
            <a:r>
              <a:rPr lang="en-US" dirty="0" err="1"/>
              <a:t>Ver</a:t>
            </a:r>
            <a:endParaRPr lang="en-US" dirty="0"/>
          </a:p>
        </p:txBody>
      </p:sp>
      <p:sp>
        <p:nvSpPr>
          <p:cNvPr id="111" name="Text Placeholder 9"/>
          <p:cNvSpPr>
            <a:spLocks noGrp="1"/>
          </p:cNvSpPr>
          <p:nvPr>
            <p:ph type="body" sz="quarter" idx="110" hasCustomPrompt="1"/>
          </p:nvPr>
        </p:nvSpPr>
        <p:spPr>
          <a:xfrm>
            <a:off x="8609637" y="2657679"/>
            <a:ext cx="514146" cy="209550"/>
          </a:xfrm>
        </p:spPr>
        <p:txBody>
          <a:bodyPr lIns="0" rIns="0" anchor="ctr"/>
          <a:lstStyle>
            <a:lvl1pPr marL="0" indent="0" algn="ctr">
              <a:buNone/>
              <a:defRPr sz="1100" baseline="0">
                <a:latin typeface="+mn-lt"/>
              </a:defRPr>
            </a:lvl1pPr>
          </a:lstStyle>
          <a:p>
            <a:pPr lvl="0"/>
            <a:r>
              <a:rPr lang="en-US" dirty="0" err="1"/>
              <a:t>Ver</a:t>
            </a:r>
            <a:endParaRPr lang="en-US" dirty="0"/>
          </a:p>
        </p:txBody>
      </p:sp>
      <p:sp>
        <p:nvSpPr>
          <p:cNvPr id="112" name="Text Placeholder 9"/>
          <p:cNvSpPr>
            <a:spLocks noGrp="1"/>
          </p:cNvSpPr>
          <p:nvPr>
            <p:ph type="body" sz="quarter" idx="111" hasCustomPrompt="1"/>
          </p:nvPr>
        </p:nvSpPr>
        <p:spPr>
          <a:xfrm>
            <a:off x="7142206" y="2904434"/>
            <a:ext cx="164756" cy="158984"/>
          </a:xfrm>
        </p:spPr>
        <p:txBody>
          <a:bodyPr anchor="ctr"/>
          <a:lstStyle>
            <a:lvl1pPr marL="0" indent="0" algn="ctr">
              <a:buNone/>
              <a:defRPr sz="800" baseline="0">
                <a:latin typeface="+mn-lt"/>
              </a:defRPr>
            </a:lvl1pPr>
          </a:lstStyle>
          <a:p>
            <a:pPr lvl="0"/>
            <a:r>
              <a:rPr lang="en-US" dirty="0"/>
              <a:t>.</a:t>
            </a:r>
          </a:p>
        </p:txBody>
      </p:sp>
    </p:spTree>
    <p:extLst>
      <p:ext uri="{BB962C8B-B14F-4D97-AF65-F5344CB8AC3E}">
        <p14:creationId xmlns:p14="http://schemas.microsoft.com/office/powerpoint/2010/main" val="18465487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SP Info Sheet 2">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42712"/>
            <a:ext cx="7315200" cy="908383"/>
          </a:xfrm>
          <a:prstGeom prst="rect">
            <a:avLst/>
          </a:prstGeom>
        </p:spPr>
      </p:pic>
      <p:pic>
        <p:nvPicPr>
          <p:cNvPr id="4" name="Picture 3"/>
          <p:cNvPicPr>
            <a:picLocks noChangeAspect="1"/>
          </p:cNvPicPr>
          <p:nvPr userDrawn="1"/>
        </p:nvPicPr>
        <p:blipFill>
          <a:blip r:embed="rId3"/>
          <a:stretch>
            <a:fillRect/>
          </a:stretch>
        </p:blipFill>
        <p:spPr>
          <a:xfrm>
            <a:off x="0" y="1042918"/>
            <a:ext cx="9144000" cy="5270944"/>
          </a:xfrm>
          <a:prstGeom prst="rect">
            <a:avLst/>
          </a:prstGeom>
        </p:spPr>
      </p:pic>
      <p:sp>
        <p:nvSpPr>
          <p:cNvPr id="8" name="Text Placeholder 9"/>
          <p:cNvSpPr>
            <a:spLocks noGrp="1"/>
          </p:cNvSpPr>
          <p:nvPr>
            <p:ph type="body" sz="quarter" idx="22"/>
          </p:nvPr>
        </p:nvSpPr>
        <p:spPr>
          <a:xfrm>
            <a:off x="3862" y="1391957"/>
            <a:ext cx="544778" cy="332509"/>
          </a:xfrm>
        </p:spPr>
        <p:txBody>
          <a:bodyPr anchor="ctr"/>
          <a:lstStyle>
            <a:lvl1pPr marL="0" indent="0" algn="ctr">
              <a:buNone/>
              <a:defRPr sz="800" baseline="0">
                <a:latin typeface="+mn-lt"/>
              </a:defRPr>
            </a:lvl1pPr>
          </a:lstStyle>
          <a:p>
            <a:pPr lvl="0"/>
            <a:endParaRPr lang="en-US" dirty="0"/>
          </a:p>
        </p:txBody>
      </p:sp>
      <p:sp>
        <p:nvSpPr>
          <p:cNvPr id="11" name="Text Placeholder 9"/>
          <p:cNvSpPr>
            <a:spLocks noGrp="1"/>
          </p:cNvSpPr>
          <p:nvPr>
            <p:ph type="body" sz="quarter" idx="33"/>
          </p:nvPr>
        </p:nvSpPr>
        <p:spPr>
          <a:xfrm>
            <a:off x="548641" y="1388225"/>
            <a:ext cx="739598" cy="317891"/>
          </a:xfrm>
        </p:spPr>
        <p:txBody>
          <a:bodyPr anchor="ctr"/>
          <a:lstStyle>
            <a:lvl1pPr marL="0" indent="0" algn="ctr">
              <a:buNone/>
              <a:defRPr sz="900" baseline="0">
                <a:latin typeface="+mn-lt"/>
              </a:defRPr>
            </a:lvl1pPr>
          </a:lstStyle>
          <a:p>
            <a:pPr lvl="0"/>
            <a:endParaRPr lang="en-US" dirty="0"/>
          </a:p>
        </p:txBody>
      </p:sp>
      <p:sp>
        <p:nvSpPr>
          <p:cNvPr id="13" name="Text Placeholder 9"/>
          <p:cNvSpPr>
            <a:spLocks noGrp="1"/>
          </p:cNvSpPr>
          <p:nvPr>
            <p:ph type="body" sz="quarter" idx="35"/>
          </p:nvPr>
        </p:nvSpPr>
        <p:spPr>
          <a:xfrm>
            <a:off x="1322573" y="1391957"/>
            <a:ext cx="931262" cy="323179"/>
          </a:xfrm>
        </p:spPr>
        <p:txBody>
          <a:bodyPr anchor="ctr"/>
          <a:lstStyle>
            <a:lvl1pPr marL="0" indent="0" algn="ctr">
              <a:buNone/>
              <a:defRPr sz="900" baseline="0">
                <a:latin typeface="+mn-lt"/>
              </a:defRPr>
            </a:lvl1pPr>
          </a:lstStyle>
          <a:p>
            <a:pPr lvl="0"/>
            <a:endParaRPr lang="en-US" dirty="0"/>
          </a:p>
        </p:txBody>
      </p:sp>
      <p:sp>
        <p:nvSpPr>
          <p:cNvPr id="15" name="Text Placeholder 9"/>
          <p:cNvSpPr>
            <a:spLocks noGrp="1"/>
          </p:cNvSpPr>
          <p:nvPr>
            <p:ph type="body" sz="quarter" idx="37"/>
          </p:nvPr>
        </p:nvSpPr>
        <p:spPr>
          <a:xfrm>
            <a:off x="6198262" y="1389759"/>
            <a:ext cx="2935098" cy="317680"/>
          </a:xfrm>
        </p:spPr>
        <p:txBody>
          <a:bodyPr anchor="ctr"/>
          <a:lstStyle>
            <a:lvl1pPr marL="0" indent="0" algn="l">
              <a:buNone/>
              <a:defRPr sz="900" baseline="0">
                <a:latin typeface="+mn-lt"/>
              </a:defRPr>
            </a:lvl1pPr>
          </a:lstStyle>
          <a:p>
            <a:pPr lvl="0"/>
            <a:endParaRPr lang="en-US" dirty="0"/>
          </a:p>
        </p:txBody>
      </p:sp>
      <p:sp>
        <p:nvSpPr>
          <p:cNvPr id="24" name="Text Placeholder 9"/>
          <p:cNvSpPr>
            <a:spLocks noGrp="1"/>
          </p:cNvSpPr>
          <p:nvPr>
            <p:ph type="body" sz="quarter" idx="46"/>
          </p:nvPr>
        </p:nvSpPr>
        <p:spPr>
          <a:xfrm>
            <a:off x="2296484" y="1386414"/>
            <a:ext cx="931262" cy="323179"/>
          </a:xfrm>
        </p:spPr>
        <p:txBody>
          <a:bodyPr anchor="ctr"/>
          <a:lstStyle>
            <a:lvl1pPr marL="0" indent="0" algn="ctr">
              <a:buNone/>
              <a:defRPr sz="900" baseline="0">
                <a:latin typeface="+mn-lt"/>
              </a:defRPr>
            </a:lvl1pPr>
          </a:lstStyle>
          <a:p>
            <a:pPr lvl="0"/>
            <a:endParaRPr lang="en-US" dirty="0"/>
          </a:p>
        </p:txBody>
      </p:sp>
      <p:sp>
        <p:nvSpPr>
          <p:cNvPr id="25" name="Text Placeholder 9"/>
          <p:cNvSpPr>
            <a:spLocks noGrp="1"/>
          </p:cNvSpPr>
          <p:nvPr>
            <p:ph type="body" sz="quarter" idx="47"/>
          </p:nvPr>
        </p:nvSpPr>
        <p:spPr>
          <a:xfrm>
            <a:off x="3270395" y="1381446"/>
            <a:ext cx="931262" cy="323179"/>
          </a:xfrm>
        </p:spPr>
        <p:txBody>
          <a:bodyPr anchor="ctr"/>
          <a:lstStyle>
            <a:lvl1pPr marL="0" indent="0" algn="ctr">
              <a:buNone/>
              <a:defRPr sz="900" baseline="0">
                <a:latin typeface="+mn-lt"/>
              </a:defRPr>
            </a:lvl1pPr>
          </a:lstStyle>
          <a:p>
            <a:pPr lvl="0"/>
            <a:endParaRPr lang="en-US" dirty="0"/>
          </a:p>
        </p:txBody>
      </p:sp>
      <p:sp>
        <p:nvSpPr>
          <p:cNvPr id="26" name="Text Placeholder 9"/>
          <p:cNvSpPr>
            <a:spLocks noGrp="1"/>
          </p:cNvSpPr>
          <p:nvPr>
            <p:ph type="body" sz="quarter" idx="48"/>
          </p:nvPr>
        </p:nvSpPr>
        <p:spPr>
          <a:xfrm>
            <a:off x="4235992" y="1386414"/>
            <a:ext cx="973911" cy="323179"/>
          </a:xfrm>
        </p:spPr>
        <p:txBody>
          <a:bodyPr anchor="ctr"/>
          <a:lstStyle>
            <a:lvl1pPr marL="0" indent="0" algn="ctr">
              <a:buNone/>
              <a:defRPr sz="900" baseline="0">
                <a:latin typeface="+mn-lt"/>
              </a:defRPr>
            </a:lvl1pPr>
          </a:lstStyle>
          <a:p>
            <a:pPr lvl="0"/>
            <a:endParaRPr lang="en-US" dirty="0"/>
          </a:p>
        </p:txBody>
      </p:sp>
      <p:sp>
        <p:nvSpPr>
          <p:cNvPr id="27" name="Text Placeholder 9"/>
          <p:cNvSpPr>
            <a:spLocks noGrp="1"/>
          </p:cNvSpPr>
          <p:nvPr>
            <p:ph type="body" sz="quarter" idx="49"/>
          </p:nvPr>
        </p:nvSpPr>
        <p:spPr>
          <a:xfrm>
            <a:off x="5206642" y="1389184"/>
            <a:ext cx="973911" cy="323179"/>
          </a:xfrm>
        </p:spPr>
        <p:txBody>
          <a:bodyPr anchor="ctr"/>
          <a:lstStyle>
            <a:lvl1pPr marL="0" indent="0" algn="ctr">
              <a:buNone/>
              <a:defRPr sz="900" baseline="0">
                <a:latin typeface="+mn-lt"/>
              </a:defRPr>
            </a:lvl1pPr>
          </a:lstStyle>
          <a:p>
            <a:pPr lvl="0"/>
            <a:endParaRPr lang="en-US" dirty="0"/>
          </a:p>
        </p:txBody>
      </p:sp>
      <p:sp>
        <p:nvSpPr>
          <p:cNvPr id="28" name="Text Placeholder 9"/>
          <p:cNvSpPr>
            <a:spLocks noGrp="1"/>
          </p:cNvSpPr>
          <p:nvPr>
            <p:ph type="body" sz="quarter" idx="50"/>
          </p:nvPr>
        </p:nvSpPr>
        <p:spPr>
          <a:xfrm>
            <a:off x="6628" y="1752175"/>
            <a:ext cx="544778" cy="332509"/>
          </a:xfrm>
        </p:spPr>
        <p:txBody>
          <a:bodyPr anchor="ctr"/>
          <a:lstStyle>
            <a:lvl1pPr marL="0" indent="0" algn="ctr">
              <a:buNone/>
              <a:defRPr sz="800" baseline="0">
                <a:latin typeface="+mn-lt"/>
              </a:defRPr>
            </a:lvl1pPr>
          </a:lstStyle>
          <a:p>
            <a:pPr lvl="0"/>
            <a:endParaRPr lang="en-US" dirty="0"/>
          </a:p>
        </p:txBody>
      </p:sp>
      <p:sp>
        <p:nvSpPr>
          <p:cNvPr id="29" name="Text Placeholder 9"/>
          <p:cNvSpPr>
            <a:spLocks noGrp="1"/>
          </p:cNvSpPr>
          <p:nvPr>
            <p:ph type="body" sz="quarter" idx="51"/>
          </p:nvPr>
        </p:nvSpPr>
        <p:spPr>
          <a:xfrm>
            <a:off x="551407" y="1748443"/>
            <a:ext cx="739598" cy="317891"/>
          </a:xfrm>
        </p:spPr>
        <p:txBody>
          <a:bodyPr anchor="ctr"/>
          <a:lstStyle>
            <a:lvl1pPr marL="0" indent="0" algn="ctr">
              <a:buNone/>
              <a:defRPr sz="900" baseline="0">
                <a:latin typeface="+mn-lt"/>
              </a:defRPr>
            </a:lvl1pPr>
          </a:lstStyle>
          <a:p>
            <a:pPr lvl="0"/>
            <a:endParaRPr lang="en-US" dirty="0"/>
          </a:p>
        </p:txBody>
      </p:sp>
      <p:sp>
        <p:nvSpPr>
          <p:cNvPr id="30" name="Text Placeholder 9"/>
          <p:cNvSpPr>
            <a:spLocks noGrp="1"/>
          </p:cNvSpPr>
          <p:nvPr>
            <p:ph type="body" sz="quarter" idx="52"/>
          </p:nvPr>
        </p:nvSpPr>
        <p:spPr>
          <a:xfrm>
            <a:off x="1325339" y="1752175"/>
            <a:ext cx="931262" cy="323179"/>
          </a:xfrm>
        </p:spPr>
        <p:txBody>
          <a:bodyPr anchor="ctr"/>
          <a:lstStyle>
            <a:lvl1pPr marL="0" indent="0" algn="ctr">
              <a:buNone/>
              <a:defRPr sz="900" baseline="0">
                <a:latin typeface="+mn-lt"/>
              </a:defRPr>
            </a:lvl1pPr>
          </a:lstStyle>
          <a:p>
            <a:pPr lvl="0"/>
            <a:endParaRPr lang="en-US" dirty="0"/>
          </a:p>
        </p:txBody>
      </p:sp>
      <p:sp>
        <p:nvSpPr>
          <p:cNvPr id="31" name="Text Placeholder 9"/>
          <p:cNvSpPr>
            <a:spLocks noGrp="1"/>
          </p:cNvSpPr>
          <p:nvPr>
            <p:ph type="body" sz="quarter" idx="53"/>
          </p:nvPr>
        </p:nvSpPr>
        <p:spPr>
          <a:xfrm>
            <a:off x="6201028" y="1749977"/>
            <a:ext cx="2935098" cy="317680"/>
          </a:xfrm>
        </p:spPr>
        <p:txBody>
          <a:bodyPr anchor="ctr"/>
          <a:lstStyle>
            <a:lvl1pPr marL="0" indent="0" algn="l">
              <a:buNone/>
              <a:defRPr sz="900" baseline="0">
                <a:latin typeface="+mn-lt"/>
              </a:defRPr>
            </a:lvl1pPr>
          </a:lstStyle>
          <a:p>
            <a:pPr lvl="0"/>
            <a:endParaRPr lang="en-US" dirty="0"/>
          </a:p>
        </p:txBody>
      </p:sp>
      <p:sp>
        <p:nvSpPr>
          <p:cNvPr id="32" name="Text Placeholder 9"/>
          <p:cNvSpPr>
            <a:spLocks noGrp="1"/>
          </p:cNvSpPr>
          <p:nvPr>
            <p:ph type="body" sz="quarter" idx="54"/>
          </p:nvPr>
        </p:nvSpPr>
        <p:spPr>
          <a:xfrm>
            <a:off x="2299250" y="1746632"/>
            <a:ext cx="931262" cy="323179"/>
          </a:xfrm>
        </p:spPr>
        <p:txBody>
          <a:bodyPr anchor="ctr"/>
          <a:lstStyle>
            <a:lvl1pPr marL="0" indent="0" algn="ctr">
              <a:buNone/>
              <a:defRPr sz="900" baseline="0">
                <a:latin typeface="+mn-lt"/>
              </a:defRPr>
            </a:lvl1pPr>
          </a:lstStyle>
          <a:p>
            <a:pPr lvl="0"/>
            <a:endParaRPr lang="en-US" dirty="0"/>
          </a:p>
        </p:txBody>
      </p:sp>
      <p:sp>
        <p:nvSpPr>
          <p:cNvPr id="33" name="Text Placeholder 9"/>
          <p:cNvSpPr>
            <a:spLocks noGrp="1"/>
          </p:cNvSpPr>
          <p:nvPr>
            <p:ph type="body" sz="quarter" idx="55"/>
          </p:nvPr>
        </p:nvSpPr>
        <p:spPr>
          <a:xfrm>
            <a:off x="3273161" y="1741664"/>
            <a:ext cx="931262" cy="323179"/>
          </a:xfrm>
        </p:spPr>
        <p:txBody>
          <a:bodyPr anchor="ctr"/>
          <a:lstStyle>
            <a:lvl1pPr marL="0" indent="0" algn="ctr">
              <a:buNone/>
              <a:defRPr sz="900" baseline="0">
                <a:latin typeface="+mn-lt"/>
              </a:defRPr>
            </a:lvl1pPr>
          </a:lstStyle>
          <a:p>
            <a:pPr lvl="0"/>
            <a:endParaRPr lang="en-US" dirty="0"/>
          </a:p>
        </p:txBody>
      </p:sp>
      <p:sp>
        <p:nvSpPr>
          <p:cNvPr id="34" name="Text Placeholder 9"/>
          <p:cNvSpPr>
            <a:spLocks noGrp="1"/>
          </p:cNvSpPr>
          <p:nvPr>
            <p:ph type="body" sz="quarter" idx="56"/>
          </p:nvPr>
        </p:nvSpPr>
        <p:spPr>
          <a:xfrm>
            <a:off x="4238758" y="1746632"/>
            <a:ext cx="973911" cy="323179"/>
          </a:xfrm>
        </p:spPr>
        <p:txBody>
          <a:bodyPr anchor="ctr"/>
          <a:lstStyle>
            <a:lvl1pPr marL="0" indent="0" algn="ctr">
              <a:buNone/>
              <a:defRPr sz="900" baseline="0">
                <a:latin typeface="+mn-lt"/>
              </a:defRPr>
            </a:lvl1pPr>
          </a:lstStyle>
          <a:p>
            <a:pPr lvl="0"/>
            <a:endParaRPr lang="en-US" dirty="0"/>
          </a:p>
        </p:txBody>
      </p:sp>
      <p:sp>
        <p:nvSpPr>
          <p:cNvPr id="35" name="Text Placeholder 9"/>
          <p:cNvSpPr>
            <a:spLocks noGrp="1"/>
          </p:cNvSpPr>
          <p:nvPr>
            <p:ph type="body" sz="quarter" idx="57"/>
          </p:nvPr>
        </p:nvSpPr>
        <p:spPr>
          <a:xfrm>
            <a:off x="5209408" y="1749402"/>
            <a:ext cx="973911" cy="323179"/>
          </a:xfrm>
        </p:spPr>
        <p:txBody>
          <a:bodyPr anchor="ctr"/>
          <a:lstStyle>
            <a:lvl1pPr marL="0" indent="0" algn="ctr">
              <a:buNone/>
              <a:defRPr sz="900" baseline="0">
                <a:latin typeface="+mn-lt"/>
              </a:defRPr>
            </a:lvl1pPr>
          </a:lstStyle>
          <a:p>
            <a:pPr lvl="0"/>
            <a:endParaRPr lang="en-US" dirty="0"/>
          </a:p>
        </p:txBody>
      </p:sp>
      <p:sp>
        <p:nvSpPr>
          <p:cNvPr id="36" name="Text Placeholder 9"/>
          <p:cNvSpPr>
            <a:spLocks noGrp="1"/>
          </p:cNvSpPr>
          <p:nvPr>
            <p:ph type="body" sz="quarter" idx="58"/>
          </p:nvPr>
        </p:nvSpPr>
        <p:spPr>
          <a:xfrm>
            <a:off x="6628" y="2092996"/>
            <a:ext cx="544778" cy="332509"/>
          </a:xfrm>
        </p:spPr>
        <p:txBody>
          <a:bodyPr anchor="ctr"/>
          <a:lstStyle>
            <a:lvl1pPr marL="0" indent="0" algn="ctr">
              <a:buNone/>
              <a:defRPr sz="800" baseline="0">
                <a:latin typeface="+mn-lt"/>
              </a:defRPr>
            </a:lvl1pPr>
          </a:lstStyle>
          <a:p>
            <a:pPr lvl="0"/>
            <a:endParaRPr lang="en-US" dirty="0"/>
          </a:p>
        </p:txBody>
      </p:sp>
      <p:sp>
        <p:nvSpPr>
          <p:cNvPr id="37" name="Text Placeholder 9"/>
          <p:cNvSpPr>
            <a:spLocks noGrp="1"/>
          </p:cNvSpPr>
          <p:nvPr>
            <p:ph type="body" sz="quarter" idx="59"/>
          </p:nvPr>
        </p:nvSpPr>
        <p:spPr>
          <a:xfrm>
            <a:off x="551407" y="2089264"/>
            <a:ext cx="739598" cy="317891"/>
          </a:xfrm>
        </p:spPr>
        <p:txBody>
          <a:bodyPr anchor="ctr"/>
          <a:lstStyle>
            <a:lvl1pPr marL="0" indent="0" algn="ctr">
              <a:buNone/>
              <a:defRPr sz="900" baseline="0">
                <a:latin typeface="+mn-lt"/>
              </a:defRPr>
            </a:lvl1pPr>
          </a:lstStyle>
          <a:p>
            <a:pPr lvl="0"/>
            <a:endParaRPr lang="en-US" dirty="0"/>
          </a:p>
        </p:txBody>
      </p:sp>
      <p:sp>
        <p:nvSpPr>
          <p:cNvPr id="38" name="Text Placeholder 9"/>
          <p:cNvSpPr>
            <a:spLocks noGrp="1"/>
          </p:cNvSpPr>
          <p:nvPr>
            <p:ph type="body" sz="quarter" idx="60"/>
          </p:nvPr>
        </p:nvSpPr>
        <p:spPr>
          <a:xfrm>
            <a:off x="1325339" y="2092996"/>
            <a:ext cx="931262" cy="323179"/>
          </a:xfrm>
        </p:spPr>
        <p:txBody>
          <a:bodyPr anchor="ctr"/>
          <a:lstStyle>
            <a:lvl1pPr marL="0" indent="0" algn="ctr">
              <a:buNone/>
              <a:defRPr sz="900" baseline="0">
                <a:latin typeface="+mn-lt"/>
              </a:defRPr>
            </a:lvl1pPr>
          </a:lstStyle>
          <a:p>
            <a:pPr lvl="0"/>
            <a:endParaRPr lang="en-US" dirty="0"/>
          </a:p>
        </p:txBody>
      </p:sp>
      <p:sp>
        <p:nvSpPr>
          <p:cNvPr id="39" name="Text Placeholder 9"/>
          <p:cNvSpPr>
            <a:spLocks noGrp="1"/>
          </p:cNvSpPr>
          <p:nvPr>
            <p:ph type="body" sz="quarter" idx="61"/>
          </p:nvPr>
        </p:nvSpPr>
        <p:spPr>
          <a:xfrm>
            <a:off x="6201028" y="2090798"/>
            <a:ext cx="2935098" cy="317680"/>
          </a:xfrm>
        </p:spPr>
        <p:txBody>
          <a:bodyPr anchor="ctr"/>
          <a:lstStyle>
            <a:lvl1pPr marL="0" indent="0" algn="l">
              <a:buNone/>
              <a:defRPr sz="900" baseline="0">
                <a:latin typeface="+mn-lt"/>
              </a:defRPr>
            </a:lvl1pPr>
          </a:lstStyle>
          <a:p>
            <a:pPr lvl="0"/>
            <a:endParaRPr lang="en-US" dirty="0"/>
          </a:p>
        </p:txBody>
      </p:sp>
      <p:sp>
        <p:nvSpPr>
          <p:cNvPr id="40" name="Text Placeholder 9"/>
          <p:cNvSpPr>
            <a:spLocks noGrp="1"/>
          </p:cNvSpPr>
          <p:nvPr>
            <p:ph type="body" sz="quarter" idx="62"/>
          </p:nvPr>
        </p:nvSpPr>
        <p:spPr>
          <a:xfrm>
            <a:off x="2299250" y="2087453"/>
            <a:ext cx="931262" cy="323179"/>
          </a:xfrm>
        </p:spPr>
        <p:txBody>
          <a:bodyPr anchor="ctr"/>
          <a:lstStyle>
            <a:lvl1pPr marL="0" indent="0" algn="ctr">
              <a:buNone/>
              <a:defRPr sz="900" baseline="0">
                <a:latin typeface="+mn-lt"/>
              </a:defRPr>
            </a:lvl1pPr>
          </a:lstStyle>
          <a:p>
            <a:pPr lvl="0"/>
            <a:endParaRPr lang="en-US" dirty="0"/>
          </a:p>
        </p:txBody>
      </p:sp>
      <p:sp>
        <p:nvSpPr>
          <p:cNvPr id="41" name="Text Placeholder 9"/>
          <p:cNvSpPr>
            <a:spLocks noGrp="1"/>
          </p:cNvSpPr>
          <p:nvPr>
            <p:ph type="body" sz="quarter" idx="63"/>
          </p:nvPr>
        </p:nvSpPr>
        <p:spPr>
          <a:xfrm>
            <a:off x="3273161" y="2082485"/>
            <a:ext cx="931262" cy="323179"/>
          </a:xfrm>
        </p:spPr>
        <p:txBody>
          <a:bodyPr anchor="ctr"/>
          <a:lstStyle>
            <a:lvl1pPr marL="0" indent="0" algn="ctr">
              <a:buNone/>
              <a:defRPr sz="900" baseline="0">
                <a:latin typeface="+mn-lt"/>
              </a:defRPr>
            </a:lvl1pPr>
          </a:lstStyle>
          <a:p>
            <a:pPr lvl="0"/>
            <a:endParaRPr lang="en-US" dirty="0"/>
          </a:p>
        </p:txBody>
      </p:sp>
      <p:sp>
        <p:nvSpPr>
          <p:cNvPr id="42" name="Text Placeholder 9"/>
          <p:cNvSpPr>
            <a:spLocks noGrp="1"/>
          </p:cNvSpPr>
          <p:nvPr>
            <p:ph type="body" sz="quarter" idx="64"/>
          </p:nvPr>
        </p:nvSpPr>
        <p:spPr>
          <a:xfrm>
            <a:off x="4238758" y="2087453"/>
            <a:ext cx="973911" cy="323179"/>
          </a:xfrm>
        </p:spPr>
        <p:txBody>
          <a:bodyPr anchor="ctr"/>
          <a:lstStyle>
            <a:lvl1pPr marL="0" indent="0" algn="ctr">
              <a:buNone/>
              <a:defRPr sz="900" baseline="0">
                <a:latin typeface="+mn-lt"/>
              </a:defRPr>
            </a:lvl1pPr>
          </a:lstStyle>
          <a:p>
            <a:pPr lvl="0"/>
            <a:endParaRPr lang="en-US" dirty="0"/>
          </a:p>
        </p:txBody>
      </p:sp>
      <p:sp>
        <p:nvSpPr>
          <p:cNvPr id="43" name="Text Placeholder 9"/>
          <p:cNvSpPr>
            <a:spLocks noGrp="1"/>
          </p:cNvSpPr>
          <p:nvPr>
            <p:ph type="body" sz="quarter" idx="65"/>
          </p:nvPr>
        </p:nvSpPr>
        <p:spPr>
          <a:xfrm>
            <a:off x="5209408" y="2090223"/>
            <a:ext cx="973911" cy="323179"/>
          </a:xfrm>
        </p:spPr>
        <p:txBody>
          <a:bodyPr anchor="ctr"/>
          <a:lstStyle>
            <a:lvl1pPr marL="0" indent="0" algn="ctr">
              <a:buNone/>
              <a:defRPr sz="900" baseline="0">
                <a:latin typeface="+mn-lt"/>
              </a:defRPr>
            </a:lvl1pPr>
          </a:lstStyle>
          <a:p>
            <a:pPr lvl="0"/>
            <a:endParaRPr lang="en-US" dirty="0"/>
          </a:p>
        </p:txBody>
      </p:sp>
      <p:sp>
        <p:nvSpPr>
          <p:cNvPr id="44" name="Text Placeholder 9"/>
          <p:cNvSpPr>
            <a:spLocks noGrp="1"/>
          </p:cNvSpPr>
          <p:nvPr>
            <p:ph type="body" sz="quarter" idx="66"/>
          </p:nvPr>
        </p:nvSpPr>
        <p:spPr>
          <a:xfrm>
            <a:off x="9394" y="2453214"/>
            <a:ext cx="544778" cy="332509"/>
          </a:xfrm>
        </p:spPr>
        <p:txBody>
          <a:bodyPr anchor="ctr"/>
          <a:lstStyle>
            <a:lvl1pPr marL="0" indent="0" algn="ctr">
              <a:buNone/>
              <a:defRPr sz="800" baseline="0">
                <a:latin typeface="+mn-lt"/>
              </a:defRPr>
            </a:lvl1pPr>
          </a:lstStyle>
          <a:p>
            <a:pPr lvl="0"/>
            <a:endParaRPr lang="en-US" dirty="0"/>
          </a:p>
        </p:txBody>
      </p:sp>
      <p:sp>
        <p:nvSpPr>
          <p:cNvPr id="45" name="Text Placeholder 9"/>
          <p:cNvSpPr>
            <a:spLocks noGrp="1"/>
          </p:cNvSpPr>
          <p:nvPr>
            <p:ph type="body" sz="quarter" idx="67"/>
          </p:nvPr>
        </p:nvSpPr>
        <p:spPr>
          <a:xfrm>
            <a:off x="554173" y="2449482"/>
            <a:ext cx="739598" cy="317891"/>
          </a:xfrm>
        </p:spPr>
        <p:txBody>
          <a:bodyPr anchor="ctr"/>
          <a:lstStyle>
            <a:lvl1pPr marL="0" indent="0" algn="ctr">
              <a:buNone/>
              <a:defRPr sz="900" baseline="0">
                <a:latin typeface="+mn-lt"/>
              </a:defRPr>
            </a:lvl1pPr>
          </a:lstStyle>
          <a:p>
            <a:pPr lvl="0"/>
            <a:endParaRPr lang="en-US" dirty="0"/>
          </a:p>
        </p:txBody>
      </p:sp>
      <p:sp>
        <p:nvSpPr>
          <p:cNvPr id="46" name="Text Placeholder 9"/>
          <p:cNvSpPr>
            <a:spLocks noGrp="1"/>
          </p:cNvSpPr>
          <p:nvPr>
            <p:ph type="body" sz="quarter" idx="68"/>
          </p:nvPr>
        </p:nvSpPr>
        <p:spPr>
          <a:xfrm>
            <a:off x="1328105" y="2453214"/>
            <a:ext cx="931262" cy="323179"/>
          </a:xfrm>
        </p:spPr>
        <p:txBody>
          <a:bodyPr anchor="ctr"/>
          <a:lstStyle>
            <a:lvl1pPr marL="0" indent="0" algn="ctr">
              <a:buNone/>
              <a:defRPr sz="900" baseline="0">
                <a:latin typeface="+mn-lt"/>
              </a:defRPr>
            </a:lvl1pPr>
          </a:lstStyle>
          <a:p>
            <a:pPr lvl="0"/>
            <a:endParaRPr lang="en-US" dirty="0"/>
          </a:p>
        </p:txBody>
      </p:sp>
      <p:sp>
        <p:nvSpPr>
          <p:cNvPr id="47" name="Text Placeholder 9"/>
          <p:cNvSpPr>
            <a:spLocks noGrp="1"/>
          </p:cNvSpPr>
          <p:nvPr>
            <p:ph type="body" sz="quarter" idx="69"/>
          </p:nvPr>
        </p:nvSpPr>
        <p:spPr>
          <a:xfrm>
            <a:off x="6203794" y="2451016"/>
            <a:ext cx="2935098" cy="317680"/>
          </a:xfrm>
        </p:spPr>
        <p:txBody>
          <a:bodyPr anchor="ctr"/>
          <a:lstStyle>
            <a:lvl1pPr marL="0" indent="0" algn="l">
              <a:buNone/>
              <a:defRPr sz="900" baseline="0">
                <a:latin typeface="+mn-lt"/>
              </a:defRPr>
            </a:lvl1pPr>
          </a:lstStyle>
          <a:p>
            <a:pPr lvl="0"/>
            <a:endParaRPr lang="en-US" dirty="0"/>
          </a:p>
        </p:txBody>
      </p:sp>
      <p:sp>
        <p:nvSpPr>
          <p:cNvPr id="48" name="Text Placeholder 9"/>
          <p:cNvSpPr>
            <a:spLocks noGrp="1"/>
          </p:cNvSpPr>
          <p:nvPr>
            <p:ph type="body" sz="quarter" idx="70"/>
          </p:nvPr>
        </p:nvSpPr>
        <p:spPr>
          <a:xfrm>
            <a:off x="2302016" y="2447671"/>
            <a:ext cx="931262" cy="323179"/>
          </a:xfrm>
        </p:spPr>
        <p:txBody>
          <a:bodyPr anchor="ctr"/>
          <a:lstStyle>
            <a:lvl1pPr marL="0" indent="0" algn="ctr">
              <a:buNone/>
              <a:defRPr sz="900" baseline="0">
                <a:latin typeface="+mn-lt"/>
              </a:defRPr>
            </a:lvl1pPr>
          </a:lstStyle>
          <a:p>
            <a:pPr lvl="0"/>
            <a:endParaRPr lang="en-US" dirty="0"/>
          </a:p>
        </p:txBody>
      </p:sp>
      <p:sp>
        <p:nvSpPr>
          <p:cNvPr id="49" name="Text Placeholder 9"/>
          <p:cNvSpPr>
            <a:spLocks noGrp="1"/>
          </p:cNvSpPr>
          <p:nvPr>
            <p:ph type="body" sz="quarter" idx="71"/>
          </p:nvPr>
        </p:nvSpPr>
        <p:spPr>
          <a:xfrm>
            <a:off x="3275927" y="2442703"/>
            <a:ext cx="931262" cy="323179"/>
          </a:xfrm>
        </p:spPr>
        <p:txBody>
          <a:bodyPr anchor="ctr"/>
          <a:lstStyle>
            <a:lvl1pPr marL="0" indent="0" algn="ctr">
              <a:buNone/>
              <a:defRPr sz="900" baseline="0">
                <a:latin typeface="+mn-lt"/>
              </a:defRPr>
            </a:lvl1pPr>
          </a:lstStyle>
          <a:p>
            <a:pPr lvl="0"/>
            <a:endParaRPr lang="en-US" dirty="0"/>
          </a:p>
        </p:txBody>
      </p:sp>
      <p:sp>
        <p:nvSpPr>
          <p:cNvPr id="50" name="Text Placeholder 9"/>
          <p:cNvSpPr>
            <a:spLocks noGrp="1"/>
          </p:cNvSpPr>
          <p:nvPr>
            <p:ph type="body" sz="quarter" idx="72"/>
          </p:nvPr>
        </p:nvSpPr>
        <p:spPr>
          <a:xfrm>
            <a:off x="4241524" y="2447671"/>
            <a:ext cx="973911" cy="323179"/>
          </a:xfrm>
        </p:spPr>
        <p:txBody>
          <a:bodyPr anchor="ctr"/>
          <a:lstStyle>
            <a:lvl1pPr marL="0" indent="0" algn="ctr">
              <a:buNone/>
              <a:defRPr sz="900" baseline="0">
                <a:latin typeface="+mn-lt"/>
              </a:defRPr>
            </a:lvl1pPr>
          </a:lstStyle>
          <a:p>
            <a:pPr lvl="0"/>
            <a:endParaRPr lang="en-US" dirty="0"/>
          </a:p>
        </p:txBody>
      </p:sp>
      <p:sp>
        <p:nvSpPr>
          <p:cNvPr id="51" name="Text Placeholder 9"/>
          <p:cNvSpPr>
            <a:spLocks noGrp="1"/>
          </p:cNvSpPr>
          <p:nvPr>
            <p:ph type="body" sz="quarter" idx="73"/>
          </p:nvPr>
        </p:nvSpPr>
        <p:spPr>
          <a:xfrm>
            <a:off x="5212174" y="2450441"/>
            <a:ext cx="973911" cy="323179"/>
          </a:xfrm>
        </p:spPr>
        <p:txBody>
          <a:bodyPr anchor="ctr"/>
          <a:lstStyle>
            <a:lvl1pPr marL="0" indent="0" algn="ctr">
              <a:buNone/>
              <a:defRPr sz="900" baseline="0">
                <a:latin typeface="+mn-lt"/>
              </a:defRPr>
            </a:lvl1pPr>
          </a:lstStyle>
          <a:p>
            <a:pPr lvl="0"/>
            <a:endParaRPr lang="en-US" dirty="0"/>
          </a:p>
        </p:txBody>
      </p:sp>
      <p:sp>
        <p:nvSpPr>
          <p:cNvPr id="52" name="Text Placeholder 9"/>
          <p:cNvSpPr>
            <a:spLocks noGrp="1"/>
          </p:cNvSpPr>
          <p:nvPr>
            <p:ph type="body" sz="quarter" idx="74"/>
          </p:nvPr>
        </p:nvSpPr>
        <p:spPr>
          <a:xfrm>
            <a:off x="8046" y="2791272"/>
            <a:ext cx="544778" cy="332509"/>
          </a:xfrm>
        </p:spPr>
        <p:txBody>
          <a:bodyPr anchor="ctr"/>
          <a:lstStyle>
            <a:lvl1pPr marL="0" indent="0" algn="ctr">
              <a:buNone/>
              <a:defRPr sz="800" baseline="0">
                <a:latin typeface="+mn-lt"/>
              </a:defRPr>
            </a:lvl1pPr>
          </a:lstStyle>
          <a:p>
            <a:pPr lvl="0"/>
            <a:endParaRPr lang="en-US" dirty="0"/>
          </a:p>
        </p:txBody>
      </p:sp>
      <p:sp>
        <p:nvSpPr>
          <p:cNvPr id="53" name="Text Placeholder 9"/>
          <p:cNvSpPr>
            <a:spLocks noGrp="1"/>
          </p:cNvSpPr>
          <p:nvPr>
            <p:ph type="body" sz="quarter" idx="75"/>
          </p:nvPr>
        </p:nvSpPr>
        <p:spPr>
          <a:xfrm>
            <a:off x="571881" y="2787540"/>
            <a:ext cx="710814" cy="317891"/>
          </a:xfrm>
        </p:spPr>
        <p:txBody>
          <a:bodyPr anchor="ctr"/>
          <a:lstStyle>
            <a:lvl1pPr marL="0" indent="0" algn="ctr">
              <a:buNone/>
              <a:defRPr sz="900" baseline="0">
                <a:latin typeface="+mn-lt"/>
              </a:defRPr>
            </a:lvl1pPr>
          </a:lstStyle>
          <a:p>
            <a:pPr lvl="0"/>
            <a:endParaRPr lang="en-US" dirty="0"/>
          </a:p>
        </p:txBody>
      </p:sp>
      <p:sp>
        <p:nvSpPr>
          <p:cNvPr id="54" name="Text Placeholder 9"/>
          <p:cNvSpPr>
            <a:spLocks noGrp="1"/>
          </p:cNvSpPr>
          <p:nvPr>
            <p:ph type="body" sz="quarter" idx="76"/>
          </p:nvPr>
        </p:nvSpPr>
        <p:spPr>
          <a:xfrm>
            <a:off x="1317029" y="2791272"/>
            <a:ext cx="931262" cy="323179"/>
          </a:xfrm>
        </p:spPr>
        <p:txBody>
          <a:bodyPr anchor="ctr"/>
          <a:lstStyle>
            <a:lvl1pPr marL="0" indent="0" algn="ctr">
              <a:buNone/>
              <a:defRPr sz="900" baseline="0">
                <a:latin typeface="+mn-lt"/>
              </a:defRPr>
            </a:lvl1pPr>
          </a:lstStyle>
          <a:p>
            <a:pPr lvl="0"/>
            <a:endParaRPr lang="en-US" dirty="0"/>
          </a:p>
        </p:txBody>
      </p:sp>
      <p:sp>
        <p:nvSpPr>
          <p:cNvPr id="55" name="Text Placeholder 9"/>
          <p:cNvSpPr>
            <a:spLocks noGrp="1"/>
          </p:cNvSpPr>
          <p:nvPr>
            <p:ph type="body" sz="quarter" idx="77"/>
          </p:nvPr>
        </p:nvSpPr>
        <p:spPr>
          <a:xfrm>
            <a:off x="6192718" y="2789074"/>
            <a:ext cx="2935098" cy="317680"/>
          </a:xfrm>
        </p:spPr>
        <p:txBody>
          <a:bodyPr anchor="ctr"/>
          <a:lstStyle>
            <a:lvl1pPr marL="0" indent="0" algn="l">
              <a:buNone/>
              <a:defRPr sz="900" baseline="0">
                <a:latin typeface="+mn-lt"/>
              </a:defRPr>
            </a:lvl1pPr>
          </a:lstStyle>
          <a:p>
            <a:pPr lvl="0"/>
            <a:endParaRPr lang="en-US" dirty="0"/>
          </a:p>
        </p:txBody>
      </p:sp>
      <p:sp>
        <p:nvSpPr>
          <p:cNvPr id="56" name="Text Placeholder 9"/>
          <p:cNvSpPr>
            <a:spLocks noGrp="1"/>
          </p:cNvSpPr>
          <p:nvPr>
            <p:ph type="body" sz="quarter" idx="78"/>
          </p:nvPr>
        </p:nvSpPr>
        <p:spPr>
          <a:xfrm>
            <a:off x="2290940" y="2785729"/>
            <a:ext cx="931262" cy="323179"/>
          </a:xfrm>
        </p:spPr>
        <p:txBody>
          <a:bodyPr anchor="ctr"/>
          <a:lstStyle>
            <a:lvl1pPr marL="0" indent="0" algn="ctr">
              <a:buNone/>
              <a:defRPr sz="900" baseline="0">
                <a:latin typeface="+mn-lt"/>
              </a:defRPr>
            </a:lvl1pPr>
          </a:lstStyle>
          <a:p>
            <a:pPr lvl="0"/>
            <a:endParaRPr lang="en-US" dirty="0"/>
          </a:p>
        </p:txBody>
      </p:sp>
      <p:sp>
        <p:nvSpPr>
          <p:cNvPr id="57" name="Text Placeholder 9"/>
          <p:cNvSpPr>
            <a:spLocks noGrp="1"/>
          </p:cNvSpPr>
          <p:nvPr>
            <p:ph type="body" sz="quarter" idx="79"/>
          </p:nvPr>
        </p:nvSpPr>
        <p:spPr>
          <a:xfrm>
            <a:off x="3264851" y="2780761"/>
            <a:ext cx="931262" cy="323179"/>
          </a:xfrm>
        </p:spPr>
        <p:txBody>
          <a:bodyPr anchor="ctr"/>
          <a:lstStyle>
            <a:lvl1pPr marL="0" indent="0" algn="ctr">
              <a:buNone/>
              <a:defRPr sz="900" baseline="0">
                <a:latin typeface="+mn-lt"/>
              </a:defRPr>
            </a:lvl1pPr>
          </a:lstStyle>
          <a:p>
            <a:pPr lvl="0"/>
            <a:endParaRPr lang="en-US" dirty="0"/>
          </a:p>
        </p:txBody>
      </p:sp>
      <p:sp>
        <p:nvSpPr>
          <p:cNvPr id="58" name="Text Placeholder 9"/>
          <p:cNvSpPr>
            <a:spLocks noGrp="1"/>
          </p:cNvSpPr>
          <p:nvPr>
            <p:ph type="body" sz="quarter" idx="80"/>
          </p:nvPr>
        </p:nvSpPr>
        <p:spPr>
          <a:xfrm>
            <a:off x="4230448" y="2785729"/>
            <a:ext cx="973911" cy="323179"/>
          </a:xfrm>
        </p:spPr>
        <p:txBody>
          <a:bodyPr anchor="ctr"/>
          <a:lstStyle>
            <a:lvl1pPr marL="0" indent="0" algn="ctr">
              <a:buNone/>
              <a:defRPr sz="900" baseline="0">
                <a:latin typeface="+mn-lt"/>
              </a:defRPr>
            </a:lvl1pPr>
          </a:lstStyle>
          <a:p>
            <a:pPr lvl="0"/>
            <a:endParaRPr lang="en-US" dirty="0"/>
          </a:p>
        </p:txBody>
      </p:sp>
      <p:sp>
        <p:nvSpPr>
          <p:cNvPr id="59" name="Text Placeholder 9"/>
          <p:cNvSpPr>
            <a:spLocks noGrp="1"/>
          </p:cNvSpPr>
          <p:nvPr>
            <p:ph type="body" sz="quarter" idx="81"/>
          </p:nvPr>
        </p:nvSpPr>
        <p:spPr>
          <a:xfrm>
            <a:off x="5201098" y="2788499"/>
            <a:ext cx="973911" cy="323179"/>
          </a:xfrm>
        </p:spPr>
        <p:txBody>
          <a:bodyPr anchor="ctr"/>
          <a:lstStyle>
            <a:lvl1pPr marL="0" indent="0" algn="ctr">
              <a:buNone/>
              <a:defRPr sz="900" baseline="0">
                <a:latin typeface="+mn-lt"/>
              </a:defRPr>
            </a:lvl1pPr>
          </a:lstStyle>
          <a:p>
            <a:pPr lvl="0"/>
            <a:endParaRPr lang="en-US" dirty="0"/>
          </a:p>
        </p:txBody>
      </p:sp>
      <p:sp>
        <p:nvSpPr>
          <p:cNvPr id="60" name="Text Placeholder 9"/>
          <p:cNvSpPr>
            <a:spLocks noGrp="1"/>
          </p:cNvSpPr>
          <p:nvPr>
            <p:ph type="body" sz="quarter" idx="82"/>
          </p:nvPr>
        </p:nvSpPr>
        <p:spPr>
          <a:xfrm>
            <a:off x="1084" y="3151490"/>
            <a:ext cx="544778" cy="332509"/>
          </a:xfrm>
        </p:spPr>
        <p:txBody>
          <a:bodyPr anchor="ctr"/>
          <a:lstStyle>
            <a:lvl1pPr marL="0" indent="0" algn="ctr">
              <a:buNone/>
              <a:defRPr sz="800" baseline="0">
                <a:latin typeface="+mn-lt"/>
              </a:defRPr>
            </a:lvl1pPr>
          </a:lstStyle>
          <a:p>
            <a:pPr lvl="0"/>
            <a:endParaRPr lang="en-US" dirty="0"/>
          </a:p>
        </p:txBody>
      </p:sp>
      <p:sp>
        <p:nvSpPr>
          <p:cNvPr id="61" name="Text Placeholder 9"/>
          <p:cNvSpPr>
            <a:spLocks noGrp="1"/>
          </p:cNvSpPr>
          <p:nvPr>
            <p:ph type="body" sz="quarter" idx="83"/>
          </p:nvPr>
        </p:nvSpPr>
        <p:spPr>
          <a:xfrm>
            <a:off x="545863" y="3147758"/>
            <a:ext cx="739598" cy="317891"/>
          </a:xfrm>
        </p:spPr>
        <p:txBody>
          <a:bodyPr anchor="ctr"/>
          <a:lstStyle>
            <a:lvl1pPr marL="0" indent="0" algn="ctr">
              <a:buNone/>
              <a:defRPr sz="900" baseline="0">
                <a:latin typeface="+mn-lt"/>
              </a:defRPr>
            </a:lvl1pPr>
          </a:lstStyle>
          <a:p>
            <a:pPr lvl="0"/>
            <a:endParaRPr lang="en-US" dirty="0"/>
          </a:p>
        </p:txBody>
      </p:sp>
      <p:sp>
        <p:nvSpPr>
          <p:cNvPr id="62" name="Text Placeholder 9"/>
          <p:cNvSpPr>
            <a:spLocks noGrp="1"/>
          </p:cNvSpPr>
          <p:nvPr>
            <p:ph type="body" sz="quarter" idx="84"/>
          </p:nvPr>
        </p:nvSpPr>
        <p:spPr>
          <a:xfrm>
            <a:off x="1319795" y="3151490"/>
            <a:ext cx="931262" cy="323179"/>
          </a:xfrm>
        </p:spPr>
        <p:txBody>
          <a:bodyPr anchor="ctr"/>
          <a:lstStyle>
            <a:lvl1pPr marL="0" indent="0" algn="ctr">
              <a:buNone/>
              <a:defRPr sz="900" baseline="0">
                <a:latin typeface="+mn-lt"/>
              </a:defRPr>
            </a:lvl1pPr>
          </a:lstStyle>
          <a:p>
            <a:pPr lvl="0"/>
            <a:endParaRPr lang="en-US" dirty="0"/>
          </a:p>
        </p:txBody>
      </p:sp>
      <p:sp>
        <p:nvSpPr>
          <p:cNvPr id="63" name="Text Placeholder 9"/>
          <p:cNvSpPr>
            <a:spLocks noGrp="1"/>
          </p:cNvSpPr>
          <p:nvPr>
            <p:ph type="body" sz="quarter" idx="85"/>
          </p:nvPr>
        </p:nvSpPr>
        <p:spPr>
          <a:xfrm>
            <a:off x="6195484" y="3149292"/>
            <a:ext cx="2935098" cy="317680"/>
          </a:xfrm>
        </p:spPr>
        <p:txBody>
          <a:bodyPr anchor="ctr"/>
          <a:lstStyle>
            <a:lvl1pPr marL="0" indent="0" algn="l">
              <a:buNone/>
              <a:defRPr sz="900" baseline="0">
                <a:latin typeface="+mn-lt"/>
              </a:defRPr>
            </a:lvl1pPr>
          </a:lstStyle>
          <a:p>
            <a:pPr lvl="0"/>
            <a:endParaRPr lang="en-US" dirty="0"/>
          </a:p>
        </p:txBody>
      </p:sp>
      <p:sp>
        <p:nvSpPr>
          <p:cNvPr id="64" name="Text Placeholder 9"/>
          <p:cNvSpPr>
            <a:spLocks noGrp="1"/>
          </p:cNvSpPr>
          <p:nvPr>
            <p:ph type="body" sz="quarter" idx="86"/>
          </p:nvPr>
        </p:nvSpPr>
        <p:spPr>
          <a:xfrm>
            <a:off x="2293706" y="3145947"/>
            <a:ext cx="931262" cy="323179"/>
          </a:xfrm>
        </p:spPr>
        <p:txBody>
          <a:bodyPr anchor="ctr"/>
          <a:lstStyle>
            <a:lvl1pPr marL="0" indent="0" algn="ctr">
              <a:buNone/>
              <a:defRPr sz="900" baseline="0">
                <a:latin typeface="+mn-lt"/>
              </a:defRPr>
            </a:lvl1pPr>
          </a:lstStyle>
          <a:p>
            <a:pPr lvl="0"/>
            <a:endParaRPr lang="en-US" dirty="0"/>
          </a:p>
        </p:txBody>
      </p:sp>
      <p:sp>
        <p:nvSpPr>
          <p:cNvPr id="65" name="Text Placeholder 9"/>
          <p:cNvSpPr>
            <a:spLocks noGrp="1"/>
          </p:cNvSpPr>
          <p:nvPr>
            <p:ph type="body" sz="quarter" idx="87"/>
          </p:nvPr>
        </p:nvSpPr>
        <p:spPr>
          <a:xfrm>
            <a:off x="3267617" y="3140979"/>
            <a:ext cx="931262" cy="323179"/>
          </a:xfrm>
        </p:spPr>
        <p:txBody>
          <a:bodyPr anchor="ctr"/>
          <a:lstStyle>
            <a:lvl1pPr marL="0" indent="0" algn="ctr">
              <a:buNone/>
              <a:defRPr sz="900" baseline="0">
                <a:latin typeface="+mn-lt"/>
              </a:defRPr>
            </a:lvl1pPr>
          </a:lstStyle>
          <a:p>
            <a:pPr lvl="0"/>
            <a:endParaRPr lang="en-US" dirty="0"/>
          </a:p>
        </p:txBody>
      </p:sp>
      <p:sp>
        <p:nvSpPr>
          <p:cNvPr id="66" name="Text Placeholder 9"/>
          <p:cNvSpPr>
            <a:spLocks noGrp="1"/>
          </p:cNvSpPr>
          <p:nvPr>
            <p:ph type="body" sz="quarter" idx="88"/>
          </p:nvPr>
        </p:nvSpPr>
        <p:spPr>
          <a:xfrm>
            <a:off x="4233214" y="3145947"/>
            <a:ext cx="973911" cy="323179"/>
          </a:xfrm>
        </p:spPr>
        <p:txBody>
          <a:bodyPr anchor="ctr"/>
          <a:lstStyle>
            <a:lvl1pPr marL="0" indent="0" algn="ctr">
              <a:buNone/>
              <a:defRPr sz="900" baseline="0">
                <a:latin typeface="+mn-lt"/>
              </a:defRPr>
            </a:lvl1pPr>
          </a:lstStyle>
          <a:p>
            <a:pPr lvl="0"/>
            <a:endParaRPr lang="en-US" dirty="0"/>
          </a:p>
        </p:txBody>
      </p:sp>
      <p:sp>
        <p:nvSpPr>
          <p:cNvPr id="67" name="Text Placeholder 9"/>
          <p:cNvSpPr>
            <a:spLocks noGrp="1"/>
          </p:cNvSpPr>
          <p:nvPr>
            <p:ph type="body" sz="quarter" idx="89"/>
          </p:nvPr>
        </p:nvSpPr>
        <p:spPr>
          <a:xfrm>
            <a:off x="5203864" y="3148717"/>
            <a:ext cx="973911" cy="323179"/>
          </a:xfrm>
        </p:spPr>
        <p:txBody>
          <a:bodyPr anchor="ctr"/>
          <a:lstStyle>
            <a:lvl1pPr marL="0" indent="0" algn="ctr">
              <a:buNone/>
              <a:defRPr sz="900" baseline="0">
                <a:latin typeface="+mn-lt"/>
              </a:defRPr>
            </a:lvl1pPr>
          </a:lstStyle>
          <a:p>
            <a:pPr lvl="0"/>
            <a:endParaRPr lang="en-US" dirty="0"/>
          </a:p>
        </p:txBody>
      </p:sp>
      <p:sp>
        <p:nvSpPr>
          <p:cNvPr id="68" name="Text Placeholder 9"/>
          <p:cNvSpPr>
            <a:spLocks noGrp="1"/>
          </p:cNvSpPr>
          <p:nvPr>
            <p:ph type="body" sz="quarter" idx="90"/>
          </p:nvPr>
        </p:nvSpPr>
        <p:spPr>
          <a:xfrm>
            <a:off x="1084" y="3492311"/>
            <a:ext cx="544778" cy="332509"/>
          </a:xfrm>
        </p:spPr>
        <p:txBody>
          <a:bodyPr anchor="ctr"/>
          <a:lstStyle>
            <a:lvl1pPr marL="0" indent="0" algn="ctr">
              <a:buNone/>
              <a:defRPr sz="800" baseline="0">
                <a:latin typeface="+mn-lt"/>
              </a:defRPr>
            </a:lvl1pPr>
          </a:lstStyle>
          <a:p>
            <a:pPr lvl="0"/>
            <a:endParaRPr lang="en-US" dirty="0"/>
          </a:p>
        </p:txBody>
      </p:sp>
      <p:sp>
        <p:nvSpPr>
          <p:cNvPr id="69" name="Text Placeholder 9"/>
          <p:cNvSpPr>
            <a:spLocks noGrp="1"/>
          </p:cNvSpPr>
          <p:nvPr>
            <p:ph type="body" sz="quarter" idx="91"/>
          </p:nvPr>
        </p:nvSpPr>
        <p:spPr>
          <a:xfrm>
            <a:off x="545863" y="3488579"/>
            <a:ext cx="739598" cy="317891"/>
          </a:xfrm>
        </p:spPr>
        <p:txBody>
          <a:bodyPr anchor="ctr"/>
          <a:lstStyle>
            <a:lvl1pPr marL="0" indent="0" algn="ctr">
              <a:buNone/>
              <a:defRPr sz="900" baseline="0">
                <a:latin typeface="+mn-lt"/>
              </a:defRPr>
            </a:lvl1pPr>
          </a:lstStyle>
          <a:p>
            <a:pPr lvl="0"/>
            <a:endParaRPr lang="en-US" dirty="0"/>
          </a:p>
        </p:txBody>
      </p:sp>
      <p:sp>
        <p:nvSpPr>
          <p:cNvPr id="70" name="Text Placeholder 9"/>
          <p:cNvSpPr>
            <a:spLocks noGrp="1"/>
          </p:cNvSpPr>
          <p:nvPr>
            <p:ph type="body" sz="quarter" idx="92"/>
          </p:nvPr>
        </p:nvSpPr>
        <p:spPr>
          <a:xfrm>
            <a:off x="1319795" y="3492311"/>
            <a:ext cx="931262" cy="323179"/>
          </a:xfrm>
        </p:spPr>
        <p:txBody>
          <a:bodyPr anchor="ctr"/>
          <a:lstStyle>
            <a:lvl1pPr marL="0" indent="0" algn="ctr">
              <a:buNone/>
              <a:defRPr sz="900" baseline="0">
                <a:latin typeface="+mn-lt"/>
              </a:defRPr>
            </a:lvl1pPr>
          </a:lstStyle>
          <a:p>
            <a:pPr lvl="0"/>
            <a:endParaRPr lang="en-US" dirty="0"/>
          </a:p>
        </p:txBody>
      </p:sp>
      <p:sp>
        <p:nvSpPr>
          <p:cNvPr id="71" name="Text Placeholder 9"/>
          <p:cNvSpPr>
            <a:spLocks noGrp="1"/>
          </p:cNvSpPr>
          <p:nvPr>
            <p:ph type="body" sz="quarter" idx="93"/>
          </p:nvPr>
        </p:nvSpPr>
        <p:spPr>
          <a:xfrm>
            <a:off x="6195484" y="3490113"/>
            <a:ext cx="2935098" cy="317680"/>
          </a:xfrm>
        </p:spPr>
        <p:txBody>
          <a:bodyPr anchor="ctr"/>
          <a:lstStyle>
            <a:lvl1pPr marL="0" indent="0" algn="l">
              <a:buNone/>
              <a:defRPr sz="900" baseline="0">
                <a:latin typeface="+mn-lt"/>
              </a:defRPr>
            </a:lvl1pPr>
          </a:lstStyle>
          <a:p>
            <a:pPr lvl="0"/>
            <a:endParaRPr lang="en-US" dirty="0"/>
          </a:p>
        </p:txBody>
      </p:sp>
      <p:sp>
        <p:nvSpPr>
          <p:cNvPr id="72" name="Text Placeholder 9"/>
          <p:cNvSpPr>
            <a:spLocks noGrp="1"/>
          </p:cNvSpPr>
          <p:nvPr>
            <p:ph type="body" sz="quarter" idx="94"/>
          </p:nvPr>
        </p:nvSpPr>
        <p:spPr>
          <a:xfrm>
            <a:off x="2293706" y="3486768"/>
            <a:ext cx="931262" cy="323179"/>
          </a:xfrm>
        </p:spPr>
        <p:txBody>
          <a:bodyPr anchor="ctr"/>
          <a:lstStyle>
            <a:lvl1pPr marL="0" indent="0" algn="ctr">
              <a:buNone/>
              <a:defRPr sz="900" baseline="0">
                <a:latin typeface="+mn-lt"/>
              </a:defRPr>
            </a:lvl1pPr>
          </a:lstStyle>
          <a:p>
            <a:pPr lvl="0"/>
            <a:endParaRPr lang="en-US" dirty="0"/>
          </a:p>
        </p:txBody>
      </p:sp>
      <p:sp>
        <p:nvSpPr>
          <p:cNvPr id="73" name="Text Placeholder 9"/>
          <p:cNvSpPr>
            <a:spLocks noGrp="1"/>
          </p:cNvSpPr>
          <p:nvPr>
            <p:ph type="body" sz="quarter" idx="95"/>
          </p:nvPr>
        </p:nvSpPr>
        <p:spPr>
          <a:xfrm>
            <a:off x="3267617" y="3481800"/>
            <a:ext cx="931262" cy="323179"/>
          </a:xfrm>
        </p:spPr>
        <p:txBody>
          <a:bodyPr anchor="ctr"/>
          <a:lstStyle>
            <a:lvl1pPr marL="0" indent="0" algn="ctr">
              <a:buNone/>
              <a:defRPr sz="900" baseline="0">
                <a:latin typeface="+mn-lt"/>
              </a:defRPr>
            </a:lvl1pPr>
          </a:lstStyle>
          <a:p>
            <a:pPr lvl="0"/>
            <a:endParaRPr lang="en-US" dirty="0"/>
          </a:p>
        </p:txBody>
      </p:sp>
      <p:sp>
        <p:nvSpPr>
          <p:cNvPr id="74" name="Text Placeholder 9"/>
          <p:cNvSpPr>
            <a:spLocks noGrp="1"/>
          </p:cNvSpPr>
          <p:nvPr>
            <p:ph type="body" sz="quarter" idx="96"/>
          </p:nvPr>
        </p:nvSpPr>
        <p:spPr>
          <a:xfrm>
            <a:off x="4233214" y="3486768"/>
            <a:ext cx="973911" cy="323179"/>
          </a:xfrm>
        </p:spPr>
        <p:txBody>
          <a:bodyPr anchor="ctr"/>
          <a:lstStyle>
            <a:lvl1pPr marL="0" indent="0" algn="ctr">
              <a:buNone/>
              <a:defRPr sz="900" baseline="0">
                <a:latin typeface="+mn-lt"/>
              </a:defRPr>
            </a:lvl1pPr>
          </a:lstStyle>
          <a:p>
            <a:pPr lvl="0"/>
            <a:endParaRPr lang="en-US" dirty="0"/>
          </a:p>
        </p:txBody>
      </p:sp>
      <p:sp>
        <p:nvSpPr>
          <p:cNvPr id="75" name="Text Placeholder 9"/>
          <p:cNvSpPr>
            <a:spLocks noGrp="1"/>
          </p:cNvSpPr>
          <p:nvPr>
            <p:ph type="body" sz="quarter" idx="97"/>
          </p:nvPr>
        </p:nvSpPr>
        <p:spPr>
          <a:xfrm>
            <a:off x="5203864" y="3489538"/>
            <a:ext cx="973911" cy="323179"/>
          </a:xfrm>
        </p:spPr>
        <p:txBody>
          <a:bodyPr anchor="ctr"/>
          <a:lstStyle>
            <a:lvl1pPr marL="0" indent="0" algn="ctr">
              <a:buNone/>
              <a:defRPr sz="900" baseline="0">
                <a:latin typeface="+mn-lt"/>
              </a:defRPr>
            </a:lvl1pPr>
          </a:lstStyle>
          <a:p>
            <a:pPr lvl="0"/>
            <a:endParaRPr lang="en-US" dirty="0"/>
          </a:p>
        </p:txBody>
      </p:sp>
      <p:sp>
        <p:nvSpPr>
          <p:cNvPr id="76" name="Text Placeholder 9"/>
          <p:cNvSpPr>
            <a:spLocks noGrp="1"/>
          </p:cNvSpPr>
          <p:nvPr>
            <p:ph type="body" sz="quarter" idx="98"/>
          </p:nvPr>
        </p:nvSpPr>
        <p:spPr>
          <a:xfrm>
            <a:off x="3850" y="3852529"/>
            <a:ext cx="544778" cy="332509"/>
          </a:xfrm>
        </p:spPr>
        <p:txBody>
          <a:bodyPr anchor="ctr"/>
          <a:lstStyle>
            <a:lvl1pPr marL="0" indent="0" algn="ctr">
              <a:buNone/>
              <a:defRPr sz="800" baseline="0">
                <a:latin typeface="+mn-lt"/>
              </a:defRPr>
            </a:lvl1pPr>
          </a:lstStyle>
          <a:p>
            <a:pPr lvl="0"/>
            <a:endParaRPr lang="en-US" dirty="0"/>
          </a:p>
        </p:txBody>
      </p:sp>
      <p:sp>
        <p:nvSpPr>
          <p:cNvPr id="77" name="Text Placeholder 9"/>
          <p:cNvSpPr>
            <a:spLocks noGrp="1"/>
          </p:cNvSpPr>
          <p:nvPr>
            <p:ph type="body" sz="quarter" idx="99"/>
          </p:nvPr>
        </p:nvSpPr>
        <p:spPr>
          <a:xfrm>
            <a:off x="548629" y="3848797"/>
            <a:ext cx="739598" cy="317891"/>
          </a:xfrm>
        </p:spPr>
        <p:txBody>
          <a:bodyPr anchor="ctr"/>
          <a:lstStyle>
            <a:lvl1pPr marL="0" indent="0" algn="ctr">
              <a:buNone/>
              <a:defRPr sz="900" baseline="0">
                <a:latin typeface="+mn-lt"/>
              </a:defRPr>
            </a:lvl1pPr>
          </a:lstStyle>
          <a:p>
            <a:pPr lvl="0"/>
            <a:endParaRPr lang="en-US" dirty="0"/>
          </a:p>
        </p:txBody>
      </p:sp>
      <p:sp>
        <p:nvSpPr>
          <p:cNvPr id="78" name="Text Placeholder 9"/>
          <p:cNvSpPr>
            <a:spLocks noGrp="1"/>
          </p:cNvSpPr>
          <p:nvPr>
            <p:ph type="body" sz="quarter" idx="100"/>
          </p:nvPr>
        </p:nvSpPr>
        <p:spPr>
          <a:xfrm>
            <a:off x="1322561" y="3852529"/>
            <a:ext cx="931262" cy="323179"/>
          </a:xfrm>
        </p:spPr>
        <p:txBody>
          <a:bodyPr anchor="ctr"/>
          <a:lstStyle>
            <a:lvl1pPr marL="0" indent="0" algn="ctr">
              <a:buNone/>
              <a:defRPr sz="900" baseline="0">
                <a:latin typeface="+mn-lt"/>
              </a:defRPr>
            </a:lvl1pPr>
          </a:lstStyle>
          <a:p>
            <a:pPr lvl="0"/>
            <a:endParaRPr lang="en-US" dirty="0"/>
          </a:p>
        </p:txBody>
      </p:sp>
      <p:sp>
        <p:nvSpPr>
          <p:cNvPr id="79" name="Text Placeholder 9"/>
          <p:cNvSpPr>
            <a:spLocks noGrp="1"/>
          </p:cNvSpPr>
          <p:nvPr>
            <p:ph type="body" sz="quarter" idx="101"/>
          </p:nvPr>
        </p:nvSpPr>
        <p:spPr>
          <a:xfrm>
            <a:off x="6198250" y="3850331"/>
            <a:ext cx="2935098" cy="317680"/>
          </a:xfrm>
        </p:spPr>
        <p:txBody>
          <a:bodyPr anchor="ctr"/>
          <a:lstStyle>
            <a:lvl1pPr marL="0" indent="0" algn="l">
              <a:buNone/>
              <a:defRPr sz="900" baseline="0">
                <a:latin typeface="+mn-lt"/>
              </a:defRPr>
            </a:lvl1pPr>
          </a:lstStyle>
          <a:p>
            <a:pPr lvl="0"/>
            <a:endParaRPr lang="en-US" dirty="0"/>
          </a:p>
        </p:txBody>
      </p:sp>
      <p:sp>
        <p:nvSpPr>
          <p:cNvPr id="80" name="Text Placeholder 9"/>
          <p:cNvSpPr>
            <a:spLocks noGrp="1"/>
          </p:cNvSpPr>
          <p:nvPr>
            <p:ph type="body" sz="quarter" idx="102"/>
          </p:nvPr>
        </p:nvSpPr>
        <p:spPr>
          <a:xfrm>
            <a:off x="2296472" y="3846986"/>
            <a:ext cx="931262" cy="323179"/>
          </a:xfrm>
        </p:spPr>
        <p:txBody>
          <a:bodyPr anchor="ctr"/>
          <a:lstStyle>
            <a:lvl1pPr marL="0" indent="0" algn="ctr">
              <a:buNone/>
              <a:defRPr sz="900" baseline="0">
                <a:latin typeface="+mn-lt"/>
              </a:defRPr>
            </a:lvl1pPr>
          </a:lstStyle>
          <a:p>
            <a:pPr lvl="0"/>
            <a:endParaRPr lang="en-US" dirty="0"/>
          </a:p>
        </p:txBody>
      </p:sp>
      <p:sp>
        <p:nvSpPr>
          <p:cNvPr id="81" name="Text Placeholder 9"/>
          <p:cNvSpPr>
            <a:spLocks noGrp="1"/>
          </p:cNvSpPr>
          <p:nvPr>
            <p:ph type="body" sz="quarter" idx="103"/>
          </p:nvPr>
        </p:nvSpPr>
        <p:spPr>
          <a:xfrm>
            <a:off x="3270383" y="3842018"/>
            <a:ext cx="931262" cy="323179"/>
          </a:xfrm>
        </p:spPr>
        <p:txBody>
          <a:bodyPr anchor="ctr"/>
          <a:lstStyle>
            <a:lvl1pPr marL="0" indent="0" algn="ctr">
              <a:buNone/>
              <a:defRPr sz="900" baseline="0">
                <a:latin typeface="+mn-lt"/>
              </a:defRPr>
            </a:lvl1pPr>
          </a:lstStyle>
          <a:p>
            <a:pPr lvl="0"/>
            <a:endParaRPr lang="en-US" dirty="0"/>
          </a:p>
        </p:txBody>
      </p:sp>
      <p:sp>
        <p:nvSpPr>
          <p:cNvPr id="82" name="Text Placeholder 9"/>
          <p:cNvSpPr>
            <a:spLocks noGrp="1"/>
          </p:cNvSpPr>
          <p:nvPr>
            <p:ph type="body" sz="quarter" idx="104"/>
          </p:nvPr>
        </p:nvSpPr>
        <p:spPr>
          <a:xfrm>
            <a:off x="4235980" y="3846986"/>
            <a:ext cx="973911" cy="323179"/>
          </a:xfrm>
        </p:spPr>
        <p:txBody>
          <a:bodyPr anchor="ctr"/>
          <a:lstStyle>
            <a:lvl1pPr marL="0" indent="0" algn="ctr">
              <a:buNone/>
              <a:defRPr sz="900" baseline="0">
                <a:latin typeface="+mn-lt"/>
              </a:defRPr>
            </a:lvl1pPr>
          </a:lstStyle>
          <a:p>
            <a:pPr lvl="0"/>
            <a:endParaRPr lang="en-US" dirty="0"/>
          </a:p>
        </p:txBody>
      </p:sp>
      <p:sp>
        <p:nvSpPr>
          <p:cNvPr id="83" name="Text Placeholder 9"/>
          <p:cNvSpPr>
            <a:spLocks noGrp="1"/>
          </p:cNvSpPr>
          <p:nvPr>
            <p:ph type="body" sz="quarter" idx="105"/>
          </p:nvPr>
        </p:nvSpPr>
        <p:spPr>
          <a:xfrm>
            <a:off x="5206630" y="3849756"/>
            <a:ext cx="973911" cy="323179"/>
          </a:xfrm>
        </p:spPr>
        <p:txBody>
          <a:bodyPr anchor="ctr"/>
          <a:lstStyle>
            <a:lvl1pPr marL="0" indent="0" algn="ctr">
              <a:buNone/>
              <a:defRPr sz="900" baseline="0">
                <a:latin typeface="+mn-lt"/>
              </a:defRPr>
            </a:lvl1pPr>
          </a:lstStyle>
          <a:p>
            <a:pPr lvl="0"/>
            <a:endParaRPr lang="en-US" dirty="0"/>
          </a:p>
        </p:txBody>
      </p:sp>
      <p:sp>
        <p:nvSpPr>
          <p:cNvPr id="84" name="Text Placeholder 9"/>
          <p:cNvSpPr>
            <a:spLocks noGrp="1"/>
          </p:cNvSpPr>
          <p:nvPr>
            <p:ph type="body" sz="quarter" idx="106"/>
          </p:nvPr>
        </p:nvSpPr>
        <p:spPr>
          <a:xfrm>
            <a:off x="17771" y="4204431"/>
            <a:ext cx="544778" cy="332509"/>
          </a:xfrm>
        </p:spPr>
        <p:txBody>
          <a:bodyPr anchor="ctr"/>
          <a:lstStyle>
            <a:lvl1pPr marL="0" indent="0" algn="ctr">
              <a:buNone/>
              <a:defRPr sz="800" baseline="0">
                <a:latin typeface="+mn-lt"/>
              </a:defRPr>
            </a:lvl1pPr>
          </a:lstStyle>
          <a:p>
            <a:pPr lvl="0"/>
            <a:endParaRPr lang="en-US" dirty="0"/>
          </a:p>
        </p:txBody>
      </p:sp>
      <p:sp>
        <p:nvSpPr>
          <p:cNvPr id="85" name="Text Placeholder 9"/>
          <p:cNvSpPr>
            <a:spLocks noGrp="1"/>
          </p:cNvSpPr>
          <p:nvPr>
            <p:ph type="body" sz="quarter" idx="107"/>
          </p:nvPr>
        </p:nvSpPr>
        <p:spPr>
          <a:xfrm>
            <a:off x="543094" y="4200699"/>
            <a:ext cx="739598" cy="317891"/>
          </a:xfrm>
        </p:spPr>
        <p:txBody>
          <a:bodyPr anchor="ctr"/>
          <a:lstStyle>
            <a:lvl1pPr marL="0" indent="0" algn="ctr">
              <a:buNone/>
              <a:defRPr sz="900" baseline="0">
                <a:latin typeface="+mn-lt"/>
              </a:defRPr>
            </a:lvl1pPr>
          </a:lstStyle>
          <a:p>
            <a:pPr lvl="0"/>
            <a:endParaRPr lang="en-US" dirty="0"/>
          </a:p>
        </p:txBody>
      </p:sp>
      <p:sp>
        <p:nvSpPr>
          <p:cNvPr id="86" name="Text Placeholder 9"/>
          <p:cNvSpPr>
            <a:spLocks noGrp="1"/>
          </p:cNvSpPr>
          <p:nvPr>
            <p:ph type="body" sz="quarter" idx="108"/>
          </p:nvPr>
        </p:nvSpPr>
        <p:spPr>
          <a:xfrm>
            <a:off x="1317026" y="4204431"/>
            <a:ext cx="931262" cy="323179"/>
          </a:xfrm>
        </p:spPr>
        <p:txBody>
          <a:bodyPr anchor="ctr"/>
          <a:lstStyle>
            <a:lvl1pPr marL="0" indent="0" algn="ctr">
              <a:buNone/>
              <a:defRPr sz="900" baseline="0">
                <a:latin typeface="+mn-lt"/>
              </a:defRPr>
            </a:lvl1pPr>
          </a:lstStyle>
          <a:p>
            <a:pPr lvl="0"/>
            <a:endParaRPr lang="en-US" dirty="0"/>
          </a:p>
        </p:txBody>
      </p:sp>
      <p:sp>
        <p:nvSpPr>
          <p:cNvPr id="87" name="Text Placeholder 9"/>
          <p:cNvSpPr>
            <a:spLocks noGrp="1"/>
          </p:cNvSpPr>
          <p:nvPr>
            <p:ph type="body" sz="quarter" idx="109"/>
          </p:nvPr>
        </p:nvSpPr>
        <p:spPr>
          <a:xfrm>
            <a:off x="6192715" y="4202233"/>
            <a:ext cx="2935098" cy="317680"/>
          </a:xfrm>
        </p:spPr>
        <p:txBody>
          <a:bodyPr anchor="ctr"/>
          <a:lstStyle>
            <a:lvl1pPr marL="0" indent="0" algn="l">
              <a:buNone/>
              <a:defRPr sz="900" baseline="0">
                <a:latin typeface="+mn-lt"/>
              </a:defRPr>
            </a:lvl1pPr>
          </a:lstStyle>
          <a:p>
            <a:pPr lvl="0"/>
            <a:endParaRPr lang="en-US" dirty="0"/>
          </a:p>
        </p:txBody>
      </p:sp>
      <p:sp>
        <p:nvSpPr>
          <p:cNvPr id="88" name="Text Placeholder 9"/>
          <p:cNvSpPr>
            <a:spLocks noGrp="1"/>
          </p:cNvSpPr>
          <p:nvPr>
            <p:ph type="body" sz="quarter" idx="110"/>
          </p:nvPr>
        </p:nvSpPr>
        <p:spPr>
          <a:xfrm>
            <a:off x="2290937" y="4198888"/>
            <a:ext cx="931262" cy="323179"/>
          </a:xfrm>
        </p:spPr>
        <p:txBody>
          <a:bodyPr anchor="ctr"/>
          <a:lstStyle>
            <a:lvl1pPr marL="0" indent="0" algn="ctr">
              <a:buNone/>
              <a:defRPr sz="900" baseline="0">
                <a:latin typeface="+mn-lt"/>
              </a:defRPr>
            </a:lvl1pPr>
          </a:lstStyle>
          <a:p>
            <a:pPr lvl="0"/>
            <a:endParaRPr lang="en-US" dirty="0"/>
          </a:p>
        </p:txBody>
      </p:sp>
      <p:sp>
        <p:nvSpPr>
          <p:cNvPr id="89" name="Text Placeholder 9"/>
          <p:cNvSpPr>
            <a:spLocks noGrp="1"/>
          </p:cNvSpPr>
          <p:nvPr>
            <p:ph type="body" sz="quarter" idx="111"/>
          </p:nvPr>
        </p:nvSpPr>
        <p:spPr>
          <a:xfrm>
            <a:off x="3264848" y="4193920"/>
            <a:ext cx="931262" cy="323179"/>
          </a:xfrm>
        </p:spPr>
        <p:txBody>
          <a:bodyPr anchor="ctr"/>
          <a:lstStyle>
            <a:lvl1pPr marL="0" indent="0" algn="ctr">
              <a:buNone/>
              <a:defRPr sz="900" baseline="0">
                <a:latin typeface="+mn-lt"/>
              </a:defRPr>
            </a:lvl1pPr>
          </a:lstStyle>
          <a:p>
            <a:pPr lvl="0"/>
            <a:endParaRPr lang="en-US" dirty="0"/>
          </a:p>
        </p:txBody>
      </p:sp>
      <p:sp>
        <p:nvSpPr>
          <p:cNvPr id="90" name="Text Placeholder 9"/>
          <p:cNvSpPr>
            <a:spLocks noGrp="1"/>
          </p:cNvSpPr>
          <p:nvPr>
            <p:ph type="body" sz="quarter" idx="112"/>
          </p:nvPr>
        </p:nvSpPr>
        <p:spPr>
          <a:xfrm>
            <a:off x="4230445" y="4198888"/>
            <a:ext cx="973911" cy="323179"/>
          </a:xfrm>
        </p:spPr>
        <p:txBody>
          <a:bodyPr anchor="ctr"/>
          <a:lstStyle>
            <a:lvl1pPr marL="0" indent="0" algn="ctr">
              <a:buNone/>
              <a:defRPr sz="900" baseline="0">
                <a:latin typeface="+mn-lt"/>
              </a:defRPr>
            </a:lvl1pPr>
          </a:lstStyle>
          <a:p>
            <a:pPr lvl="0"/>
            <a:endParaRPr lang="en-US" dirty="0"/>
          </a:p>
        </p:txBody>
      </p:sp>
      <p:sp>
        <p:nvSpPr>
          <p:cNvPr id="91" name="Text Placeholder 9"/>
          <p:cNvSpPr>
            <a:spLocks noGrp="1"/>
          </p:cNvSpPr>
          <p:nvPr>
            <p:ph type="body" sz="quarter" idx="113"/>
          </p:nvPr>
        </p:nvSpPr>
        <p:spPr>
          <a:xfrm>
            <a:off x="5201095" y="4201658"/>
            <a:ext cx="973911" cy="323179"/>
          </a:xfrm>
        </p:spPr>
        <p:txBody>
          <a:bodyPr anchor="ctr"/>
          <a:lstStyle>
            <a:lvl1pPr marL="0" indent="0" algn="ctr">
              <a:buNone/>
              <a:defRPr sz="900" baseline="0">
                <a:latin typeface="+mn-lt"/>
              </a:defRPr>
            </a:lvl1pPr>
          </a:lstStyle>
          <a:p>
            <a:pPr lvl="0"/>
            <a:endParaRPr lang="en-US" dirty="0"/>
          </a:p>
        </p:txBody>
      </p:sp>
      <p:sp>
        <p:nvSpPr>
          <p:cNvPr id="92" name="Text Placeholder 9"/>
          <p:cNvSpPr>
            <a:spLocks noGrp="1"/>
          </p:cNvSpPr>
          <p:nvPr>
            <p:ph type="body" sz="quarter" idx="114"/>
          </p:nvPr>
        </p:nvSpPr>
        <p:spPr>
          <a:xfrm>
            <a:off x="1081" y="4564649"/>
            <a:ext cx="544778" cy="332509"/>
          </a:xfrm>
        </p:spPr>
        <p:txBody>
          <a:bodyPr anchor="ctr"/>
          <a:lstStyle>
            <a:lvl1pPr marL="0" indent="0" algn="ctr">
              <a:buNone/>
              <a:defRPr sz="800" baseline="0">
                <a:latin typeface="+mn-lt"/>
              </a:defRPr>
            </a:lvl1pPr>
          </a:lstStyle>
          <a:p>
            <a:pPr lvl="0"/>
            <a:endParaRPr lang="en-US" dirty="0"/>
          </a:p>
        </p:txBody>
      </p:sp>
      <p:sp>
        <p:nvSpPr>
          <p:cNvPr id="93" name="Text Placeholder 9"/>
          <p:cNvSpPr>
            <a:spLocks noGrp="1"/>
          </p:cNvSpPr>
          <p:nvPr>
            <p:ph type="body" sz="quarter" idx="115"/>
          </p:nvPr>
        </p:nvSpPr>
        <p:spPr>
          <a:xfrm>
            <a:off x="545860" y="4560917"/>
            <a:ext cx="739598" cy="317891"/>
          </a:xfrm>
        </p:spPr>
        <p:txBody>
          <a:bodyPr anchor="ctr"/>
          <a:lstStyle>
            <a:lvl1pPr marL="0" indent="0" algn="ctr">
              <a:buNone/>
              <a:defRPr sz="900" baseline="0">
                <a:latin typeface="+mn-lt"/>
              </a:defRPr>
            </a:lvl1pPr>
          </a:lstStyle>
          <a:p>
            <a:pPr lvl="0"/>
            <a:endParaRPr lang="en-US" dirty="0"/>
          </a:p>
        </p:txBody>
      </p:sp>
      <p:sp>
        <p:nvSpPr>
          <p:cNvPr id="94" name="Text Placeholder 9"/>
          <p:cNvSpPr>
            <a:spLocks noGrp="1"/>
          </p:cNvSpPr>
          <p:nvPr>
            <p:ph type="body" sz="quarter" idx="116"/>
          </p:nvPr>
        </p:nvSpPr>
        <p:spPr>
          <a:xfrm>
            <a:off x="1319792" y="4564649"/>
            <a:ext cx="931262" cy="323179"/>
          </a:xfrm>
        </p:spPr>
        <p:txBody>
          <a:bodyPr anchor="ctr"/>
          <a:lstStyle>
            <a:lvl1pPr marL="0" indent="0" algn="ctr">
              <a:buNone/>
              <a:defRPr sz="900" baseline="0">
                <a:latin typeface="+mn-lt"/>
              </a:defRPr>
            </a:lvl1pPr>
          </a:lstStyle>
          <a:p>
            <a:pPr lvl="0"/>
            <a:endParaRPr lang="en-US" dirty="0"/>
          </a:p>
        </p:txBody>
      </p:sp>
      <p:sp>
        <p:nvSpPr>
          <p:cNvPr id="95" name="Text Placeholder 9"/>
          <p:cNvSpPr>
            <a:spLocks noGrp="1"/>
          </p:cNvSpPr>
          <p:nvPr>
            <p:ph type="body" sz="quarter" idx="117"/>
          </p:nvPr>
        </p:nvSpPr>
        <p:spPr>
          <a:xfrm>
            <a:off x="6195481" y="4562451"/>
            <a:ext cx="2935098" cy="317680"/>
          </a:xfrm>
        </p:spPr>
        <p:txBody>
          <a:bodyPr anchor="ctr"/>
          <a:lstStyle>
            <a:lvl1pPr marL="0" indent="0" algn="l">
              <a:buNone/>
              <a:defRPr sz="900" baseline="0">
                <a:latin typeface="+mn-lt"/>
              </a:defRPr>
            </a:lvl1pPr>
          </a:lstStyle>
          <a:p>
            <a:pPr lvl="0"/>
            <a:endParaRPr lang="en-US" dirty="0"/>
          </a:p>
        </p:txBody>
      </p:sp>
      <p:sp>
        <p:nvSpPr>
          <p:cNvPr id="96" name="Text Placeholder 9"/>
          <p:cNvSpPr>
            <a:spLocks noGrp="1"/>
          </p:cNvSpPr>
          <p:nvPr>
            <p:ph type="body" sz="quarter" idx="118"/>
          </p:nvPr>
        </p:nvSpPr>
        <p:spPr>
          <a:xfrm>
            <a:off x="2293703" y="4559106"/>
            <a:ext cx="931262" cy="323179"/>
          </a:xfrm>
        </p:spPr>
        <p:txBody>
          <a:bodyPr anchor="ctr"/>
          <a:lstStyle>
            <a:lvl1pPr marL="0" indent="0" algn="ctr">
              <a:buNone/>
              <a:defRPr sz="900" baseline="0">
                <a:latin typeface="+mn-lt"/>
              </a:defRPr>
            </a:lvl1pPr>
          </a:lstStyle>
          <a:p>
            <a:pPr lvl="0"/>
            <a:endParaRPr lang="en-US" dirty="0"/>
          </a:p>
        </p:txBody>
      </p:sp>
      <p:sp>
        <p:nvSpPr>
          <p:cNvPr id="97" name="Text Placeholder 9"/>
          <p:cNvSpPr>
            <a:spLocks noGrp="1"/>
          </p:cNvSpPr>
          <p:nvPr>
            <p:ph type="body" sz="quarter" idx="119"/>
          </p:nvPr>
        </p:nvSpPr>
        <p:spPr>
          <a:xfrm>
            <a:off x="3267614" y="4554138"/>
            <a:ext cx="931262" cy="323179"/>
          </a:xfrm>
        </p:spPr>
        <p:txBody>
          <a:bodyPr anchor="ctr"/>
          <a:lstStyle>
            <a:lvl1pPr marL="0" indent="0" algn="ctr">
              <a:buNone/>
              <a:defRPr sz="900" baseline="0">
                <a:latin typeface="+mn-lt"/>
              </a:defRPr>
            </a:lvl1pPr>
          </a:lstStyle>
          <a:p>
            <a:pPr lvl="0"/>
            <a:endParaRPr lang="en-US" dirty="0"/>
          </a:p>
        </p:txBody>
      </p:sp>
      <p:sp>
        <p:nvSpPr>
          <p:cNvPr id="98" name="Text Placeholder 9"/>
          <p:cNvSpPr>
            <a:spLocks noGrp="1"/>
          </p:cNvSpPr>
          <p:nvPr>
            <p:ph type="body" sz="quarter" idx="120"/>
          </p:nvPr>
        </p:nvSpPr>
        <p:spPr>
          <a:xfrm>
            <a:off x="4233211" y="4559106"/>
            <a:ext cx="973911" cy="323179"/>
          </a:xfrm>
        </p:spPr>
        <p:txBody>
          <a:bodyPr anchor="ctr"/>
          <a:lstStyle>
            <a:lvl1pPr marL="0" indent="0" algn="ctr">
              <a:buNone/>
              <a:defRPr sz="900" baseline="0">
                <a:latin typeface="+mn-lt"/>
              </a:defRPr>
            </a:lvl1pPr>
          </a:lstStyle>
          <a:p>
            <a:pPr lvl="0"/>
            <a:endParaRPr lang="en-US" dirty="0"/>
          </a:p>
        </p:txBody>
      </p:sp>
      <p:sp>
        <p:nvSpPr>
          <p:cNvPr id="99" name="Text Placeholder 9"/>
          <p:cNvSpPr>
            <a:spLocks noGrp="1"/>
          </p:cNvSpPr>
          <p:nvPr>
            <p:ph type="body" sz="quarter" idx="121"/>
          </p:nvPr>
        </p:nvSpPr>
        <p:spPr>
          <a:xfrm>
            <a:off x="5203861" y="4561876"/>
            <a:ext cx="973911" cy="323179"/>
          </a:xfrm>
        </p:spPr>
        <p:txBody>
          <a:bodyPr anchor="ctr"/>
          <a:lstStyle>
            <a:lvl1pPr marL="0" indent="0" algn="ctr">
              <a:buNone/>
              <a:defRPr sz="900" baseline="0">
                <a:latin typeface="+mn-lt"/>
              </a:defRPr>
            </a:lvl1pPr>
          </a:lstStyle>
          <a:p>
            <a:pPr lvl="0"/>
            <a:endParaRPr lang="en-US" dirty="0"/>
          </a:p>
        </p:txBody>
      </p:sp>
      <p:sp>
        <p:nvSpPr>
          <p:cNvPr id="100" name="Text Placeholder 9"/>
          <p:cNvSpPr>
            <a:spLocks noGrp="1"/>
          </p:cNvSpPr>
          <p:nvPr>
            <p:ph type="body" sz="quarter" idx="122"/>
          </p:nvPr>
        </p:nvSpPr>
        <p:spPr>
          <a:xfrm>
            <a:off x="1081" y="4905470"/>
            <a:ext cx="544778" cy="332509"/>
          </a:xfrm>
        </p:spPr>
        <p:txBody>
          <a:bodyPr anchor="ctr"/>
          <a:lstStyle>
            <a:lvl1pPr marL="0" indent="0" algn="ctr">
              <a:buNone/>
              <a:defRPr sz="800" baseline="0">
                <a:latin typeface="+mn-lt"/>
              </a:defRPr>
            </a:lvl1pPr>
          </a:lstStyle>
          <a:p>
            <a:pPr lvl="0"/>
            <a:endParaRPr lang="en-US" dirty="0"/>
          </a:p>
        </p:txBody>
      </p:sp>
      <p:sp>
        <p:nvSpPr>
          <p:cNvPr id="101" name="Text Placeholder 9"/>
          <p:cNvSpPr>
            <a:spLocks noGrp="1"/>
          </p:cNvSpPr>
          <p:nvPr>
            <p:ph type="body" sz="quarter" idx="123"/>
          </p:nvPr>
        </p:nvSpPr>
        <p:spPr>
          <a:xfrm>
            <a:off x="545860" y="4901738"/>
            <a:ext cx="739598" cy="317891"/>
          </a:xfrm>
        </p:spPr>
        <p:txBody>
          <a:bodyPr anchor="ctr"/>
          <a:lstStyle>
            <a:lvl1pPr marL="0" indent="0" algn="ctr">
              <a:buNone/>
              <a:defRPr sz="900" baseline="0">
                <a:latin typeface="+mn-lt"/>
              </a:defRPr>
            </a:lvl1pPr>
          </a:lstStyle>
          <a:p>
            <a:pPr lvl="0"/>
            <a:endParaRPr lang="en-US" dirty="0"/>
          </a:p>
        </p:txBody>
      </p:sp>
      <p:sp>
        <p:nvSpPr>
          <p:cNvPr id="102" name="Text Placeholder 9"/>
          <p:cNvSpPr>
            <a:spLocks noGrp="1"/>
          </p:cNvSpPr>
          <p:nvPr>
            <p:ph type="body" sz="quarter" idx="124"/>
          </p:nvPr>
        </p:nvSpPr>
        <p:spPr>
          <a:xfrm>
            <a:off x="1319792" y="4905470"/>
            <a:ext cx="931262" cy="323179"/>
          </a:xfrm>
        </p:spPr>
        <p:txBody>
          <a:bodyPr anchor="ctr"/>
          <a:lstStyle>
            <a:lvl1pPr marL="0" indent="0" algn="ctr">
              <a:buNone/>
              <a:defRPr sz="900" baseline="0">
                <a:latin typeface="+mn-lt"/>
              </a:defRPr>
            </a:lvl1pPr>
          </a:lstStyle>
          <a:p>
            <a:pPr lvl="0"/>
            <a:endParaRPr lang="en-US" dirty="0"/>
          </a:p>
        </p:txBody>
      </p:sp>
      <p:sp>
        <p:nvSpPr>
          <p:cNvPr id="103" name="Text Placeholder 9"/>
          <p:cNvSpPr>
            <a:spLocks noGrp="1"/>
          </p:cNvSpPr>
          <p:nvPr>
            <p:ph type="body" sz="quarter" idx="125"/>
          </p:nvPr>
        </p:nvSpPr>
        <p:spPr>
          <a:xfrm>
            <a:off x="6195481" y="4903272"/>
            <a:ext cx="2935098" cy="317680"/>
          </a:xfrm>
        </p:spPr>
        <p:txBody>
          <a:bodyPr anchor="ctr"/>
          <a:lstStyle>
            <a:lvl1pPr marL="0" indent="0" algn="l">
              <a:buNone/>
              <a:defRPr sz="900" baseline="0">
                <a:latin typeface="+mn-lt"/>
              </a:defRPr>
            </a:lvl1pPr>
          </a:lstStyle>
          <a:p>
            <a:pPr lvl="0"/>
            <a:endParaRPr lang="en-US" dirty="0"/>
          </a:p>
        </p:txBody>
      </p:sp>
      <p:sp>
        <p:nvSpPr>
          <p:cNvPr id="104" name="Text Placeholder 9"/>
          <p:cNvSpPr>
            <a:spLocks noGrp="1"/>
          </p:cNvSpPr>
          <p:nvPr>
            <p:ph type="body" sz="quarter" idx="126"/>
          </p:nvPr>
        </p:nvSpPr>
        <p:spPr>
          <a:xfrm>
            <a:off x="2293703" y="4899927"/>
            <a:ext cx="931262" cy="323179"/>
          </a:xfrm>
        </p:spPr>
        <p:txBody>
          <a:bodyPr anchor="ctr"/>
          <a:lstStyle>
            <a:lvl1pPr marL="0" indent="0" algn="ctr">
              <a:buNone/>
              <a:defRPr sz="900" baseline="0">
                <a:latin typeface="+mn-lt"/>
              </a:defRPr>
            </a:lvl1pPr>
          </a:lstStyle>
          <a:p>
            <a:pPr lvl="0"/>
            <a:endParaRPr lang="en-US" dirty="0"/>
          </a:p>
        </p:txBody>
      </p:sp>
      <p:sp>
        <p:nvSpPr>
          <p:cNvPr id="105" name="Text Placeholder 9"/>
          <p:cNvSpPr>
            <a:spLocks noGrp="1"/>
          </p:cNvSpPr>
          <p:nvPr>
            <p:ph type="body" sz="quarter" idx="127"/>
          </p:nvPr>
        </p:nvSpPr>
        <p:spPr>
          <a:xfrm>
            <a:off x="3267614" y="4894959"/>
            <a:ext cx="931262" cy="323179"/>
          </a:xfrm>
        </p:spPr>
        <p:txBody>
          <a:bodyPr anchor="ctr"/>
          <a:lstStyle>
            <a:lvl1pPr marL="0" indent="0" algn="ctr">
              <a:buNone/>
              <a:defRPr sz="900" baseline="0">
                <a:latin typeface="+mn-lt"/>
              </a:defRPr>
            </a:lvl1pPr>
          </a:lstStyle>
          <a:p>
            <a:pPr lvl="0"/>
            <a:endParaRPr lang="en-US" dirty="0"/>
          </a:p>
        </p:txBody>
      </p:sp>
      <p:sp>
        <p:nvSpPr>
          <p:cNvPr id="106" name="Text Placeholder 9"/>
          <p:cNvSpPr>
            <a:spLocks noGrp="1"/>
          </p:cNvSpPr>
          <p:nvPr>
            <p:ph type="body" sz="quarter" idx="128"/>
          </p:nvPr>
        </p:nvSpPr>
        <p:spPr>
          <a:xfrm>
            <a:off x="4233211" y="4899927"/>
            <a:ext cx="973911" cy="323179"/>
          </a:xfrm>
        </p:spPr>
        <p:txBody>
          <a:bodyPr anchor="ctr"/>
          <a:lstStyle>
            <a:lvl1pPr marL="0" indent="0" algn="ctr">
              <a:buNone/>
              <a:defRPr sz="900" baseline="0">
                <a:latin typeface="+mn-lt"/>
              </a:defRPr>
            </a:lvl1pPr>
          </a:lstStyle>
          <a:p>
            <a:pPr lvl="0"/>
            <a:endParaRPr lang="en-US" dirty="0"/>
          </a:p>
        </p:txBody>
      </p:sp>
      <p:sp>
        <p:nvSpPr>
          <p:cNvPr id="107" name="Text Placeholder 9"/>
          <p:cNvSpPr>
            <a:spLocks noGrp="1"/>
          </p:cNvSpPr>
          <p:nvPr>
            <p:ph type="body" sz="quarter" idx="129"/>
          </p:nvPr>
        </p:nvSpPr>
        <p:spPr>
          <a:xfrm>
            <a:off x="5203861" y="4902697"/>
            <a:ext cx="973911" cy="323179"/>
          </a:xfrm>
        </p:spPr>
        <p:txBody>
          <a:bodyPr anchor="ctr"/>
          <a:lstStyle>
            <a:lvl1pPr marL="0" indent="0" algn="ctr">
              <a:buNone/>
              <a:defRPr sz="900" baseline="0">
                <a:latin typeface="+mn-lt"/>
              </a:defRPr>
            </a:lvl1pPr>
          </a:lstStyle>
          <a:p>
            <a:pPr lvl="0"/>
            <a:endParaRPr lang="en-US" dirty="0"/>
          </a:p>
        </p:txBody>
      </p:sp>
      <p:sp>
        <p:nvSpPr>
          <p:cNvPr id="108" name="Text Placeholder 9"/>
          <p:cNvSpPr>
            <a:spLocks noGrp="1"/>
          </p:cNvSpPr>
          <p:nvPr>
            <p:ph type="body" sz="quarter" idx="130"/>
          </p:nvPr>
        </p:nvSpPr>
        <p:spPr>
          <a:xfrm>
            <a:off x="3847" y="5265688"/>
            <a:ext cx="544778" cy="332509"/>
          </a:xfrm>
        </p:spPr>
        <p:txBody>
          <a:bodyPr anchor="ctr"/>
          <a:lstStyle>
            <a:lvl1pPr marL="0" indent="0" algn="ctr">
              <a:buNone/>
              <a:defRPr sz="800" baseline="0">
                <a:latin typeface="+mn-lt"/>
              </a:defRPr>
            </a:lvl1pPr>
          </a:lstStyle>
          <a:p>
            <a:pPr lvl="0"/>
            <a:endParaRPr lang="en-US" dirty="0"/>
          </a:p>
        </p:txBody>
      </p:sp>
      <p:sp>
        <p:nvSpPr>
          <p:cNvPr id="109" name="Text Placeholder 9"/>
          <p:cNvSpPr>
            <a:spLocks noGrp="1"/>
          </p:cNvSpPr>
          <p:nvPr>
            <p:ph type="body" sz="quarter" idx="131"/>
          </p:nvPr>
        </p:nvSpPr>
        <p:spPr>
          <a:xfrm>
            <a:off x="548626" y="5261956"/>
            <a:ext cx="739598" cy="317891"/>
          </a:xfrm>
        </p:spPr>
        <p:txBody>
          <a:bodyPr anchor="ctr"/>
          <a:lstStyle>
            <a:lvl1pPr marL="0" indent="0" algn="ctr">
              <a:buNone/>
              <a:defRPr sz="900" baseline="0">
                <a:latin typeface="+mn-lt"/>
              </a:defRPr>
            </a:lvl1pPr>
          </a:lstStyle>
          <a:p>
            <a:pPr lvl="0"/>
            <a:endParaRPr lang="en-US" dirty="0"/>
          </a:p>
        </p:txBody>
      </p:sp>
      <p:sp>
        <p:nvSpPr>
          <p:cNvPr id="110" name="Text Placeholder 9"/>
          <p:cNvSpPr>
            <a:spLocks noGrp="1"/>
          </p:cNvSpPr>
          <p:nvPr>
            <p:ph type="body" sz="quarter" idx="132"/>
          </p:nvPr>
        </p:nvSpPr>
        <p:spPr>
          <a:xfrm>
            <a:off x="1322558" y="5265688"/>
            <a:ext cx="931262" cy="323179"/>
          </a:xfrm>
        </p:spPr>
        <p:txBody>
          <a:bodyPr anchor="ctr"/>
          <a:lstStyle>
            <a:lvl1pPr marL="0" indent="0" algn="ctr">
              <a:buNone/>
              <a:defRPr sz="900" baseline="0">
                <a:latin typeface="+mn-lt"/>
              </a:defRPr>
            </a:lvl1pPr>
          </a:lstStyle>
          <a:p>
            <a:pPr lvl="0"/>
            <a:endParaRPr lang="en-US" dirty="0"/>
          </a:p>
        </p:txBody>
      </p:sp>
      <p:sp>
        <p:nvSpPr>
          <p:cNvPr id="111" name="Text Placeholder 9"/>
          <p:cNvSpPr>
            <a:spLocks noGrp="1"/>
          </p:cNvSpPr>
          <p:nvPr>
            <p:ph type="body" sz="quarter" idx="133"/>
          </p:nvPr>
        </p:nvSpPr>
        <p:spPr>
          <a:xfrm>
            <a:off x="6198247" y="5263490"/>
            <a:ext cx="2935098" cy="317680"/>
          </a:xfrm>
        </p:spPr>
        <p:txBody>
          <a:bodyPr anchor="ctr"/>
          <a:lstStyle>
            <a:lvl1pPr marL="0" indent="0" algn="l">
              <a:buNone/>
              <a:defRPr sz="900" baseline="0">
                <a:latin typeface="+mn-lt"/>
              </a:defRPr>
            </a:lvl1pPr>
          </a:lstStyle>
          <a:p>
            <a:pPr lvl="0"/>
            <a:endParaRPr lang="en-US" dirty="0"/>
          </a:p>
        </p:txBody>
      </p:sp>
      <p:sp>
        <p:nvSpPr>
          <p:cNvPr id="112" name="Text Placeholder 9"/>
          <p:cNvSpPr>
            <a:spLocks noGrp="1"/>
          </p:cNvSpPr>
          <p:nvPr>
            <p:ph type="body" sz="quarter" idx="134"/>
          </p:nvPr>
        </p:nvSpPr>
        <p:spPr>
          <a:xfrm>
            <a:off x="2296469" y="5260145"/>
            <a:ext cx="931262" cy="323179"/>
          </a:xfrm>
        </p:spPr>
        <p:txBody>
          <a:bodyPr anchor="ctr"/>
          <a:lstStyle>
            <a:lvl1pPr marL="0" indent="0" algn="ctr">
              <a:buNone/>
              <a:defRPr sz="900" baseline="0">
                <a:latin typeface="+mn-lt"/>
              </a:defRPr>
            </a:lvl1pPr>
          </a:lstStyle>
          <a:p>
            <a:pPr lvl="0"/>
            <a:endParaRPr lang="en-US" dirty="0"/>
          </a:p>
        </p:txBody>
      </p:sp>
      <p:sp>
        <p:nvSpPr>
          <p:cNvPr id="113" name="Text Placeholder 9"/>
          <p:cNvSpPr>
            <a:spLocks noGrp="1"/>
          </p:cNvSpPr>
          <p:nvPr>
            <p:ph type="body" sz="quarter" idx="135"/>
          </p:nvPr>
        </p:nvSpPr>
        <p:spPr>
          <a:xfrm>
            <a:off x="3270380" y="5255177"/>
            <a:ext cx="931262" cy="323179"/>
          </a:xfrm>
        </p:spPr>
        <p:txBody>
          <a:bodyPr anchor="ctr"/>
          <a:lstStyle>
            <a:lvl1pPr marL="0" indent="0" algn="ctr">
              <a:buNone/>
              <a:defRPr sz="900" baseline="0">
                <a:latin typeface="+mn-lt"/>
              </a:defRPr>
            </a:lvl1pPr>
          </a:lstStyle>
          <a:p>
            <a:pPr lvl="0"/>
            <a:endParaRPr lang="en-US" dirty="0"/>
          </a:p>
        </p:txBody>
      </p:sp>
      <p:sp>
        <p:nvSpPr>
          <p:cNvPr id="114" name="Text Placeholder 9"/>
          <p:cNvSpPr>
            <a:spLocks noGrp="1"/>
          </p:cNvSpPr>
          <p:nvPr>
            <p:ph type="body" sz="quarter" idx="136"/>
          </p:nvPr>
        </p:nvSpPr>
        <p:spPr>
          <a:xfrm>
            <a:off x="4235977" y="5260145"/>
            <a:ext cx="973911" cy="323179"/>
          </a:xfrm>
        </p:spPr>
        <p:txBody>
          <a:bodyPr anchor="ctr"/>
          <a:lstStyle>
            <a:lvl1pPr marL="0" indent="0" algn="ctr">
              <a:buNone/>
              <a:defRPr sz="900" baseline="0">
                <a:latin typeface="+mn-lt"/>
              </a:defRPr>
            </a:lvl1pPr>
          </a:lstStyle>
          <a:p>
            <a:pPr lvl="0"/>
            <a:endParaRPr lang="en-US" dirty="0"/>
          </a:p>
        </p:txBody>
      </p:sp>
      <p:sp>
        <p:nvSpPr>
          <p:cNvPr id="115" name="Text Placeholder 9"/>
          <p:cNvSpPr>
            <a:spLocks noGrp="1"/>
          </p:cNvSpPr>
          <p:nvPr>
            <p:ph type="body" sz="quarter" idx="137"/>
          </p:nvPr>
        </p:nvSpPr>
        <p:spPr>
          <a:xfrm>
            <a:off x="5206627" y="5262915"/>
            <a:ext cx="973911" cy="323179"/>
          </a:xfrm>
        </p:spPr>
        <p:txBody>
          <a:bodyPr anchor="ctr"/>
          <a:lstStyle>
            <a:lvl1pPr marL="0" indent="0" algn="ctr">
              <a:buNone/>
              <a:defRPr sz="900" baseline="0">
                <a:latin typeface="+mn-lt"/>
              </a:defRPr>
            </a:lvl1pPr>
          </a:lstStyle>
          <a:p>
            <a:pPr lvl="0"/>
            <a:endParaRPr lang="en-US" dirty="0"/>
          </a:p>
        </p:txBody>
      </p:sp>
      <p:sp>
        <p:nvSpPr>
          <p:cNvPr id="116" name="Text Placeholder 9"/>
          <p:cNvSpPr>
            <a:spLocks noGrp="1"/>
          </p:cNvSpPr>
          <p:nvPr>
            <p:ph type="body" sz="quarter" idx="138"/>
          </p:nvPr>
        </p:nvSpPr>
        <p:spPr>
          <a:xfrm>
            <a:off x="-9998" y="5600971"/>
            <a:ext cx="544778" cy="332509"/>
          </a:xfrm>
        </p:spPr>
        <p:txBody>
          <a:bodyPr anchor="ctr"/>
          <a:lstStyle>
            <a:lvl1pPr marL="0" indent="0" algn="ctr">
              <a:buNone/>
              <a:defRPr sz="800" baseline="0">
                <a:latin typeface="+mn-lt"/>
              </a:defRPr>
            </a:lvl1pPr>
          </a:lstStyle>
          <a:p>
            <a:pPr lvl="0"/>
            <a:endParaRPr lang="en-US" dirty="0"/>
          </a:p>
        </p:txBody>
      </p:sp>
      <p:sp>
        <p:nvSpPr>
          <p:cNvPr id="117" name="Text Placeholder 9"/>
          <p:cNvSpPr>
            <a:spLocks noGrp="1"/>
          </p:cNvSpPr>
          <p:nvPr>
            <p:ph type="body" sz="quarter" idx="139"/>
          </p:nvPr>
        </p:nvSpPr>
        <p:spPr>
          <a:xfrm>
            <a:off x="534781" y="5597239"/>
            <a:ext cx="739598" cy="317891"/>
          </a:xfrm>
        </p:spPr>
        <p:txBody>
          <a:bodyPr anchor="ctr"/>
          <a:lstStyle>
            <a:lvl1pPr marL="0" indent="0" algn="ctr">
              <a:buNone/>
              <a:defRPr sz="900" baseline="0">
                <a:latin typeface="+mn-lt"/>
              </a:defRPr>
            </a:lvl1pPr>
          </a:lstStyle>
          <a:p>
            <a:pPr lvl="0"/>
            <a:endParaRPr lang="en-US" dirty="0"/>
          </a:p>
        </p:txBody>
      </p:sp>
      <p:sp>
        <p:nvSpPr>
          <p:cNvPr id="118" name="Text Placeholder 9"/>
          <p:cNvSpPr>
            <a:spLocks noGrp="1"/>
          </p:cNvSpPr>
          <p:nvPr>
            <p:ph type="body" sz="quarter" idx="140"/>
          </p:nvPr>
        </p:nvSpPr>
        <p:spPr>
          <a:xfrm>
            <a:off x="1308713" y="5600971"/>
            <a:ext cx="931262" cy="323179"/>
          </a:xfrm>
        </p:spPr>
        <p:txBody>
          <a:bodyPr anchor="ctr"/>
          <a:lstStyle>
            <a:lvl1pPr marL="0" indent="0" algn="ctr">
              <a:buNone/>
              <a:defRPr sz="900" baseline="0">
                <a:latin typeface="+mn-lt"/>
              </a:defRPr>
            </a:lvl1pPr>
          </a:lstStyle>
          <a:p>
            <a:pPr lvl="0"/>
            <a:endParaRPr lang="en-US" dirty="0"/>
          </a:p>
        </p:txBody>
      </p:sp>
      <p:sp>
        <p:nvSpPr>
          <p:cNvPr id="119" name="Text Placeholder 9"/>
          <p:cNvSpPr>
            <a:spLocks noGrp="1"/>
          </p:cNvSpPr>
          <p:nvPr>
            <p:ph type="body" sz="quarter" idx="141"/>
          </p:nvPr>
        </p:nvSpPr>
        <p:spPr>
          <a:xfrm>
            <a:off x="6184402" y="5598773"/>
            <a:ext cx="2935098" cy="317680"/>
          </a:xfrm>
        </p:spPr>
        <p:txBody>
          <a:bodyPr anchor="ctr"/>
          <a:lstStyle>
            <a:lvl1pPr marL="0" indent="0" algn="l">
              <a:buNone/>
              <a:defRPr sz="900" baseline="0">
                <a:latin typeface="+mn-lt"/>
              </a:defRPr>
            </a:lvl1pPr>
          </a:lstStyle>
          <a:p>
            <a:pPr lvl="0"/>
            <a:endParaRPr lang="en-US" dirty="0"/>
          </a:p>
        </p:txBody>
      </p:sp>
      <p:sp>
        <p:nvSpPr>
          <p:cNvPr id="120" name="Text Placeholder 9"/>
          <p:cNvSpPr>
            <a:spLocks noGrp="1"/>
          </p:cNvSpPr>
          <p:nvPr>
            <p:ph type="body" sz="quarter" idx="142"/>
          </p:nvPr>
        </p:nvSpPr>
        <p:spPr>
          <a:xfrm>
            <a:off x="2282624" y="5595428"/>
            <a:ext cx="931262" cy="323179"/>
          </a:xfrm>
        </p:spPr>
        <p:txBody>
          <a:bodyPr anchor="ctr"/>
          <a:lstStyle>
            <a:lvl1pPr marL="0" indent="0" algn="ctr">
              <a:buNone/>
              <a:defRPr sz="900" baseline="0">
                <a:latin typeface="+mn-lt"/>
              </a:defRPr>
            </a:lvl1pPr>
          </a:lstStyle>
          <a:p>
            <a:pPr lvl="0"/>
            <a:endParaRPr lang="en-US" dirty="0"/>
          </a:p>
        </p:txBody>
      </p:sp>
      <p:sp>
        <p:nvSpPr>
          <p:cNvPr id="121" name="Text Placeholder 9"/>
          <p:cNvSpPr>
            <a:spLocks noGrp="1"/>
          </p:cNvSpPr>
          <p:nvPr>
            <p:ph type="body" sz="quarter" idx="143"/>
          </p:nvPr>
        </p:nvSpPr>
        <p:spPr>
          <a:xfrm>
            <a:off x="3256535" y="5590460"/>
            <a:ext cx="931262" cy="323179"/>
          </a:xfrm>
        </p:spPr>
        <p:txBody>
          <a:bodyPr anchor="ctr"/>
          <a:lstStyle>
            <a:lvl1pPr marL="0" indent="0" algn="ctr">
              <a:buNone/>
              <a:defRPr sz="900" baseline="0">
                <a:latin typeface="+mn-lt"/>
              </a:defRPr>
            </a:lvl1pPr>
          </a:lstStyle>
          <a:p>
            <a:pPr lvl="0"/>
            <a:endParaRPr lang="en-US" dirty="0"/>
          </a:p>
        </p:txBody>
      </p:sp>
      <p:sp>
        <p:nvSpPr>
          <p:cNvPr id="122" name="Text Placeholder 9"/>
          <p:cNvSpPr>
            <a:spLocks noGrp="1"/>
          </p:cNvSpPr>
          <p:nvPr>
            <p:ph type="body" sz="quarter" idx="144"/>
          </p:nvPr>
        </p:nvSpPr>
        <p:spPr>
          <a:xfrm>
            <a:off x="4222132" y="5595428"/>
            <a:ext cx="973911" cy="323179"/>
          </a:xfrm>
        </p:spPr>
        <p:txBody>
          <a:bodyPr anchor="ctr"/>
          <a:lstStyle>
            <a:lvl1pPr marL="0" indent="0" algn="ctr">
              <a:buNone/>
              <a:defRPr sz="900" baseline="0">
                <a:latin typeface="+mn-lt"/>
              </a:defRPr>
            </a:lvl1pPr>
          </a:lstStyle>
          <a:p>
            <a:pPr lvl="0"/>
            <a:endParaRPr lang="en-US" dirty="0"/>
          </a:p>
        </p:txBody>
      </p:sp>
      <p:sp>
        <p:nvSpPr>
          <p:cNvPr id="123" name="Text Placeholder 9"/>
          <p:cNvSpPr>
            <a:spLocks noGrp="1"/>
          </p:cNvSpPr>
          <p:nvPr>
            <p:ph type="body" sz="quarter" idx="145"/>
          </p:nvPr>
        </p:nvSpPr>
        <p:spPr>
          <a:xfrm>
            <a:off x="5192782" y="5598198"/>
            <a:ext cx="973911" cy="323179"/>
          </a:xfrm>
        </p:spPr>
        <p:txBody>
          <a:bodyPr anchor="ctr"/>
          <a:lstStyle>
            <a:lvl1pPr marL="0" indent="0" algn="ctr">
              <a:buNone/>
              <a:defRPr sz="900" baseline="0">
                <a:latin typeface="+mn-lt"/>
              </a:defRPr>
            </a:lvl1pPr>
          </a:lstStyle>
          <a:p>
            <a:pPr lvl="0"/>
            <a:endParaRPr lang="en-US" dirty="0"/>
          </a:p>
        </p:txBody>
      </p:sp>
      <p:sp>
        <p:nvSpPr>
          <p:cNvPr id="124" name="Text Placeholder 9"/>
          <p:cNvSpPr>
            <a:spLocks noGrp="1"/>
          </p:cNvSpPr>
          <p:nvPr>
            <p:ph type="body" sz="quarter" idx="146"/>
          </p:nvPr>
        </p:nvSpPr>
        <p:spPr>
          <a:xfrm>
            <a:off x="-7232" y="5961189"/>
            <a:ext cx="542013" cy="332509"/>
          </a:xfrm>
        </p:spPr>
        <p:txBody>
          <a:bodyPr anchor="ctr"/>
          <a:lstStyle>
            <a:lvl1pPr marL="0" indent="0" algn="ctr">
              <a:buNone/>
              <a:defRPr sz="800" baseline="0">
                <a:latin typeface="+mn-lt"/>
              </a:defRPr>
            </a:lvl1pPr>
          </a:lstStyle>
          <a:p>
            <a:pPr lvl="0"/>
            <a:endParaRPr lang="en-US" dirty="0"/>
          </a:p>
        </p:txBody>
      </p:sp>
      <p:sp>
        <p:nvSpPr>
          <p:cNvPr id="125" name="Text Placeholder 9"/>
          <p:cNvSpPr>
            <a:spLocks noGrp="1"/>
          </p:cNvSpPr>
          <p:nvPr>
            <p:ph type="body" sz="quarter" idx="147"/>
          </p:nvPr>
        </p:nvSpPr>
        <p:spPr>
          <a:xfrm>
            <a:off x="534781" y="5957457"/>
            <a:ext cx="742364" cy="317891"/>
          </a:xfrm>
        </p:spPr>
        <p:txBody>
          <a:bodyPr anchor="ctr"/>
          <a:lstStyle>
            <a:lvl1pPr marL="0" indent="0" algn="ctr">
              <a:buNone/>
              <a:defRPr sz="900" baseline="0">
                <a:latin typeface="+mn-lt"/>
              </a:defRPr>
            </a:lvl1pPr>
          </a:lstStyle>
          <a:p>
            <a:pPr lvl="0"/>
            <a:endParaRPr lang="en-US" dirty="0"/>
          </a:p>
        </p:txBody>
      </p:sp>
      <p:sp>
        <p:nvSpPr>
          <p:cNvPr id="126" name="Text Placeholder 9"/>
          <p:cNvSpPr>
            <a:spLocks noGrp="1"/>
          </p:cNvSpPr>
          <p:nvPr>
            <p:ph type="body" sz="quarter" idx="148"/>
          </p:nvPr>
        </p:nvSpPr>
        <p:spPr>
          <a:xfrm>
            <a:off x="1311479" y="5961189"/>
            <a:ext cx="931262" cy="323179"/>
          </a:xfrm>
        </p:spPr>
        <p:txBody>
          <a:bodyPr anchor="ctr"/>
          <a:lstStyle>
            <a:lvl1pPr marL="0" indent="0" algn="ctr">
              <a:buNone/>
              <a:defRPr sz="900" baseline="0">
                <a:latin typeface="+mn-lt"/>
              </a:defRPr>
            </a:lvl1pPr>
          </a:lstStyle>
          <a:p>
            <a:pPr lvl="0"/>
            <a:endParaRPr lang="en-US" dirty="0"/>
          </a:p>
        </p:txBody>
      </p:sp>
      <p:sp>
        <p:nvSpPr>
          <p:cNvPr id="127" name="Text Placeholder 9"/>
          <p:cNvSpPr>
            <a:spLocks noGrp="1"/>
          </p:cNvSpPr>
          <p:nvPr>
            <p:ph type="body" sz="quarter" idx="149"/>
          </p:nvPr>
        </p:nvSpPr>
        <p:spPr>
          <a:xfrm>
            <a:off x="6187168" y="5958991"/>
            <a:ext cx="2935098" cy="317680"/>
          </a:xfrm>
        </p:spPr>
        <p:txBody>
          <a:bodyPr anchor="ctr"/>
          <a:lstStyle>
            <a:lvl1pPr marL="0" indent="0" algn="l">
              <a:buNone/>
              <a:defRPr sz="900" baseline="0">
                <a:latin typeface="+mn-lt"/>
              </a:defRPr>
            </a:lvl1pPr>
          </a:lstStyle>
          <a:p>
            <a:pPr lvl="0"/>
            <a:endParaRPr lang="en-US" dirty="0"/>
          </a:p>
        </p:txBody>
      </p:sp>
      <p:sp>
        <p:nvSpPr>
          <p:cNvPr id="128" name="Text Placeholder 9"/>
          <p:cNvSpPr>
            <a:spLocks noGrp="1"/>
          </p:cNvSpPr>
          <p:nvPr>
            <p:ph type="body" sz="quarter" idx="150"/>
          </p:nvPr>
        </p:nvSpPr>
        <p:spPr>
          <a:xfrm>
            <a:off x="2285390" y="5955646"/>
            <a:ext cx="931262" cy="323179"/>
          </a:xfrm>
        </p:spPr>
        <p:txBody>
          <a:bodyPr anchor="ctr"/>
          <a:lstStyle>
            <a:lvl1pPr marL="0" indent="0" algn="ctr">
              <a:buNone/>
              <a:defRPr sz="900" baseline="0">
                <a:latin typeface="+mn-lt"/>
              </a:defRPr>
            </a:lvl1pPr>
          </a:lstStyle>
          <a:p>
            <a:pPr lvl="0"/>
            <a:endParaRPr lang="en-US" dirty="0"/>
          </a:p>
        </p:txBody>
      </p:sp>
      <p:sp>
        <p:nvSpPr>
          <p:cNvPr id="129" name="Text Placeholder 9"/>
          <p:cNvSpPr>
            <a:spLocks noGrp="1"/>
          </p:cNvSpPr>
          <p:nvPr>
            <p:ph type="body" sz="quarter" idx="151"/>
          </p:nvPr>
        </p:nvSpPr>
        <p:spPr>
          <a:xfrm>
            <a:off x="3259301" y="5950678"/>
            <a:ext cx="931262" cy="323179"/>
          </a:xfrm>
        </p:spPr>
        <p:txBody>
          <a:bodyPr anchor="ctr"/>
          <a:lstStyle>
            <a:lvl1pPr marL="0" indent="0" algn="ctr">
              <a:buNone/>
              <a:defRPr sz="900" baseline="0">
                <a:latin typeface="+mn-lt"/>
              </a:defRPr>
            </a:lvl1pPr>
          </a:lstStyle>
          <a:p>
            <a:pPr lvl="0"/>
            <a:endParaRPr lang="en-US" dirty="0"/>
          </a:p>
        </p:txBody>
      </p:sp>
      <p:sp>
        <p:nvSpPr>
          <p:cNvPr id="130" name="Text Placeholder 9"/>
          <p:cNvSpPr>
            <a:spLocks noGrp="1"/>
          </p:cNvSpPr>
          <p:nvPr>
            <p:ph type="body" sz="quarter" idx="152"/>
          </p:nvPr>
        </p:nvSpPr>
        <p:spPr>
          <a:xfrm>
            <a:off x="4224898" y="5955646"/>
            <a:ext cx="973911" cy="323179"/>
          </a:xfrm>
        </p:spPr>
        <p:txBody>
          <a:bodyPr anchor="ctr"/>
          <a:lstStyle>
            <a:lvl1pPr marL="0" indent="0" algn="ctr">
              <a:buNone/>
              <a:defRPr sz="900" baseline="0">
                <a:latin typeface="+mn-lt"/>
              </a:defRPr>
            </a:lvl1pPr>
          </a:lstStyle>
          <a:p>
            <a:pPr lvl="0"/>
            <a:endParaRPr lang="en-US" dirty="0"/>
          </a:p>
        </p:txBody>
      </p:sp>
      <p:sp>
        <p:nvSpPr>
          <p:cNvPr id="131" name="Text Placeholder 9"/>
          <p:cNvSpPr>
            <a:spLocks noGrp="1"/>
          </p:cNvSpPr>
          <p:nvPr>
            <p:ph type="body" sz="quarter" idx="153"/>
          </p:nvPr>
        </p:nvSpPr>
        <p:spPr>
          <a:xfrm>
            <a:off x="5195548" y="5958416"/>
            <a:ext cx="973911" cy="323179"/>
          </a:xfrm>
        </p:spPr>
        <p:txBody>
          <a:bodyPr anchor="ctr"/>
          <a:lstStyle>
            <a:lvl1pPr marL="0" indent="0" algn="ctr">
              <a:buNone/>
              <a:defRPr sz="900" baseline="0">
                <a:latin typeface="+mn-lt"/>
              </a:defRPr>
            </a:lvl1pPr>
          </a:lstStyle>
          <a:p>
            <a:pPr lvl="0"/>
            <a:endParaRPr lang="en-US" dirty="0"/>
          </a:p>
        </p:txBody>
      </p:sp>
    </p:spTree>
    <p:extLst>
      <p:ext uri="{BB962C8B-B14F-4D97-AF65-F5344CB8AC3E}">
        <p14:creationId xmlns:p14="http://schemas.microsoft.com/office/powerpoint/2010/main" val="182042600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ch Sign Off">
    <p:spTree>
      <p:nvGrpSpPr>
        <p:cNvPr id="1" name=""/>
        <p:cNvGrpSpPr/>
        <p:nvPr/>
      </p:nvGrpSpPr>
      <p:grpSpPr>
        <a:xfrm>
          <a:off x="0" y="0"/>
          <a:ext cx="0" cy="0"/>
          <a:chOff x="0" y="0"/>
          <a:chExt cx="0" cy="0"/>
        </a:xfrm>
      </p:grpSpPr>
      <p:pic>
        <p:nvPicPr>
          <p:cNvPr id="39" name="Picture 38"/>
          <p:cNvPicPr>
            <a:picLocks noChangeAspect="1"/>
          </p:cNvPicPr>
          <p:nvPr userDrawn="1"/>
        </p:nvPicPr>
        <p:blipFill>
          <a:blip r:embed="rId2"/>
          <a:stretch>
            <a:fillRect/>
          </a:stretch>
        </p:blipFill>
        <p:spPr>
          <a:xfrm>
            <a:off x="258766" y="994982"/>
            <a:ext cx="8739960" cy="5357944"/>
          </a:xfrm>
          <a:prstGeom prst="rect">
            <a:avLst/>
          </a:prstGeom>
        </p:spPr>
      </p:pic>
      <p:pic>
        <p:nvPicPr>
          <p:cNvPr id="4" name="Picture 3"/>
          <p:cNvPicPr>
            <a:picLocks noChangeAspect="1"/>
          </p:cNvPicPr>
          <p:nvPr userDrawn="1"/>
        </p:nvPicPr>
        <p:blipFill>
          <a:blip r:embed="rId3"/>
          <a:stretch>
            <a:fillRect/>
          </a:stretch>
        </p:blipFill>
        <p:spPr>
          <a:xfrm>
            <a:off x="0" y="129326"/>
            <a:ext cx="7676940" cy="646232"/>
          </a:xfrm>
          <a:prstGeom prst="rect">
            <a:avLst/>
          </a:prstGeom>
        </p:spPr>
      </p:pic>
      <p:sp>
        <p:nvSpPr>
          <p:cNvPr id="8" name="Text Placeholder 9"/>
          <p:cNvSpPr>
            <a:spLocks noGrp="1"/>
          </p:cNvSpPr>
          <p:nvPr>
            <p:ph type="body" sz="quarter" idx="37"/>
          </p:nvPr>
        </p:nvSpPr>
        <p:spPr>
          <a:xfrm>
            <a:off x="2482123" y="1698164"/>
            <a:ext cx="6454820" cy="298220"/>
          </a:xfrm>
        </p:spPr>
        <p:txBody>
          <a:bodyPr anchor="ctr"/>
          <a:lstStyle>
            <a:lvl1pPr marL="0" indent="0" algn="l">
              <a:buNone/>
              <a:defRPr sz="1100" baseline="0">
                <a:latin typeface="+mn-lt"/>
              </a:defRPr>
            </a:lvl1pPr>
          </a:lstStyle>
          <a:p>
            <a:pPr lvl="0"/>
            <a:endParaRPr lang="en-US" dirty="0"/>
          </a:p>
        </p:txBody>
      </p:sp>
      <p:sp>
        <p:nvSpPr>
          <p:cNvPr id="10" name="Text Placeholder 9"/>
          <p:cNvSpPr>
            <a:spLocks noGrp="1"/>
          </p:cNvSpPr>
          <p:nvPr>
            <p:ph type="body" sz="quarter" idx="47"/>
          </p:nvPr>
        </p:nvSpPr>
        <p:spPr>
          <a:xfrm>
            <a:off x="263610" y="1698161"/>
            <a:ext cx="1474574" cy="303382"/>
          </a:xfrm>
        </p:spPr>
        <p:txBody>
          <a:bodyPr anchor="ctr"/>
          <a:lstStyle>
            <a:lvl1pPr marL="0" indent="0" algn="ctr">
              <a:buNone/>
              <a:defRPr sz="1000" baseline="0">
                <a:latin typeface="+mn-lt"/>
              </a:defRPr>
            </a:lvl1pPr>
          </a:lstStyle>
          <a:p>
            <a:pPr lvl="0"/>
            <a:endParaRPr lang="en-US" dirty="0"/>
          </a:p>
        </p:txBody>
      </p:sp>
      <p:sp>
        <p:nvSpPr>
          <p:cNvPr id="11" name="Text Placeholder 9"/>
          <p:cNvSpPr>
            <a:spLocks noGrp="1"/>
          </p:cNvSpPr>
          <p:nvPr>
            <p:ph type="body" sz="quarter" idx="48"/>
          </p:nvPr>
        </p:nvSpPr>
        <p:spPr>
          <a:xfrm>
            <a:off x="2468486" y="2009784"/>
            <a:ext cx="6468457" cy="298220"/>
          </a:xfrm>
        </p:spPr>
        <p:txBody>
          <a:bodyPr anchor="ctr"/>
          <a:lstStyle>
            <a:lvl1pPr marL="0" indent="0" algn="l">
              <a:buNone/>
              <a:defRPr sz="1100" baseline="0">
                <a:latin typeface="+mn-lt"/>
              </a:defRPr>
            </a:lvl1pPr>
          </a:lstStyle>
          <a:p>
            <a:pPr lvl="0"/>
            <a:endParaRPr lang="en-US" dirty="0"/>
          </a:p>
        </p:txBody>
      </p:sp>
      <p:sp>
        <p:nvSpPr>
          <p:cNvPr id="12" name="Text Placeholder 9"/>
          <p:cNvSpPr>
            <a:spLocks noGrp="1"/>
          </p:cNvSpPr>
          <p:nvPr>
            <p:ph type="body" sz="quarter" idx="49"/>
          </p:nvPr>
        </p:nvSpPr>
        <p:spPr>
          <a:xfrm>
            <a:off x="263610" y="2009781"/>
            <a:ext cx="1474574" cy="303382"/>
          </a:xfrm>
        </p:spPr>
        <p:txBody>
          <a:bodyPr anchor="ctr"/>
          <a:lstStyle>
            <a:lvl1pPr marL="0" indent="0" algn="ctr">
              <a:buNone/>
              <a:defRPr sz="1000" baseline="0">
                <a:latin typeface="+mn-lt"/>
              </a:defRPr>
            </a:lvl1pPr>
          </a:lstStyle>
          <a:p>
            <a:pPr lvl="0"/>
            <a:endParaRPr lang="en-US" dirty="0"/>
          </a:p>
        </p:txBody>
      </p:sp>
      <p:sp>
        <p:nvSpPr>
          <p:cNvPr id="13" name="Text Placeholder 9"/>
          <p:cNvSpPr>
            <a:spLocks noGrp="1"/>
          </p:cNvSpPr>
          <p:nvPr>
            <p:ph type="body" sz="quarter" idx="50"/>
          </p:nvPr>
        </p:nvSpPr>
        <p:spPr>
          <a:xfrm>
            <a:off x="2479588" y="2328549"/>
            <a:ext cx="6457356" cy="298220"/>
          </a:xfrm>
        </p:spPr>
        <p:txBody>
          <a:bodyPr anchor="ctr"/>
          <a:lstStyle>
            <a:lvl1pPr marL="0" indent="0" algn="l">
              <a:buNone/>
              <a:defRPr sz="1100" baseline="0">
                <a:latin typeface="+mn-lt"/>
              </a:defRPr>
            </a:lvl1pPr>
          </a:lstStyle>
          <a:p>
            <a:pPr lvl="0"/>
            <a:endParaRPr lang="en-US" dirty="0"/>
          </a:p>
        </p:txBody>
      </p:sp>
      <p:sp>
        <p:nvSpPr>
          <p:cNvPr id="14" name="Text Placeholder 9"/>
          <p:cNvSpPr>
            <a:spLocks noGrp="1"/>
          </p:cNvSpPr>
          <p:nvPr>
            <p:ph type="body" sz="quarter" idx="51"/>
          </p:nvPr>
        </p:nvSpPr>
        <p:spPr>
          <a:xfrm>
            <a:off x="275964" y="2318818"/>
            <a:ext cx="1474574" cy="303382"/>
          </a:xfrm>
        </p:spPr>
        <p:txBody>
          <a:bodyPr anchor="ctr"/>
          <a:lstStyle>
            <a:lvl1pPr marL="0" indent="0" algn="ctr">
              <a:buNone/>
              <a:defRPr sz="1000" baseline="0">
                <a:latin typeface="+mn-lt"/>
              </a:defRPr>
            </a:lvl1pPr>
          </a:lstStyle>
          <a:p>
            <a:pPr lvl="0"/>
            <a:endParaRPr lang="en-US" dirty="0"/>
          </a:p>
        </p:txBody>
      </p:sp>
      <p:sp>
        <p:nvSpPr>
          <p:cNvPr id="15" name="Text Placeholder 9"/>
          <p:cNvSpPr>
            <a:spLocks noGrp="1"/>
          </p:cNvSpPr>
          <p:nvPr>
            <p:ph type="body" sz="quarter" idx="52"/>
          </p:nvPr>
        </p:nvSpPr>
        <p:spPr>
          <a:xfrm>
            <a:off x="2479588" y="2629853"/>
            <a:ext cx="6457356" cy="298172"/>
          </a:xfrm>
        </p:spPr>
        <p:txBody>
          <a:bodyPr anchor="ctr"/>
          <a:lstStyle>
            <a:lvl1pPr marL="0" indent="0" algn="l">
              <a:buNone/>
              <a:defRPr sz="1100" baseline="0">
                <a:latin typeface="+mn-lt"/>
              </a:defRPr>
            </a:lvl1pPr>
          </a:lstStyle>
          <a:p>
            <a:pPr lvl="0"/>
            <a:endParaRPr lang="en-US" dirty="0"/>
          </a:p>
        </p:txBody>
      </p:sp>
      <p:sp>
        <p:nvSpPr>
          <p:cNvPr id="16" name="Text Placeholder 9"/>
          <p:cNvSpPr>
            <a:spLocks noGrp="1"/>
          </p:cNvSpPr>
          <p:nvPr>
            <p:ph type="body" sz="quarter" idx="53"/>
          </p:nvPr>
        </p:nvSpPr>
        <p:spPr>
          <a:xfrm>
            <a:off x="275964" y="2639578"/>
            <a:ext cx="1474574" cy="266994"/>
          </a:xfrm>
        </p:spPr>
        <p:txBody>
          <a:bodyPr anchor="ctr"/>
          <a:lstStyle>
            <a:lvl1pPr marL="0" indent="0" algn="ctr">
              <a:buNone/>
              <a:defRPr sz="1000" baseline="0">
                <a:latin typeface="+mn-lt"/>
              </a:defRPr>
            </a:lvl1pPr>
          </a:lstStyle>
          <a:p>
            <a:pPr lvl="0"/>
            <a:endParaRPr lang="en-US" dirty="0"/>
          </a:p>
        </p:txBody>
      </p:sp>
      <p:sp>
        <p:nvSpPr>
          <p:cNvPr id="17" name="Text Placeholder 9"/>
          <p:cNvSpPr>
            <a:spLocks noGrp="1"/>
          </p:cNvSpPr>
          <p:nvPr>
            <p:ph type="body" sz="quarter" idx="54"/>
          </p:nvPr>
        </p:nvSpPr>
        <p:spPr>
          <a:xfrm>
            <a:off x="2479588" y="2933681"/>
            <a:ext cx="6457356" cy="298220"/>
          </a:xfrm>
        </p:spPr>
        <p:txBody>
          <a:bodyPr anchor="ctr"/>
          <a:lstStyle>
            <a:lvl1pPr marL="0" indent="0" algn="l">
              <a:buNone/>
              <a:defRPr sz="1100" baseline="0">
                <a:latin typeface="+mn-lt"/>
              </a:defRPr>
            </a:lvl1pPr>
          </a:lstStyle>
          <a:p>
            <a:pPr lvl="0"/>
            <a:endParaRPr lang="en-US" dirty="0"/>
          </a:p>
        </p:txBody>
      </p:sp>
      <p:sp>
        <p:nvSpPr>
          <p:cNvPr id="18" name="Text Placeholder 9"/>
          <p:cNvSpPr>
            <a:spLocks noGrp="1"/>
          </p:cNvSpPr>
          <p:nvPr>
            <p:ph type="body" sz="quarter" idx="55"/>
          </p:nvPr>
        </p:nvSpPr>
        <p:spPr>
          <a:xfrm>
            <a:off x="275964" y="2937752"/>
            <a:ext cx="1472043" cy="289579"/>
          </a:xfrm>
        </p:spPr>
        <p:txBody>
          <a:bodyPr anchor="ctr"/>
          <a:lstStyle>
            <a:lvl1pPr marL="0" indent="0" algn="ctr">
              <a:buNone/>
              <a:defRPr sz="1000" baseline="0">
                <a:latin typeface="+mn-lt"/>
              </a:defRPr>
            </a:lvl1pPr>
          </a:lstStyle>
          <a:p>
            <a:pPr lvl="0"/>
            <a:endParaRPr lang="en-US" dirty="0"/>
          </a:p>
        </p:txBody>
      </p:sp>
      <p:sp>
        <p:nvSpPr>
          <p:cNvPr id="19" name="Text Placeholder 9"/>
          <p:cNvSpPr>
            <a:spLocks noGrp="1"/>
          </p:cNvSpPr>
          <p:nvPr>
            <p:ph type="body" sz="quarter" idx="56"/>
          </p:nvPr>
        </p:nvSpPr>
        <p:spPr>
          <a:xfrm>
            <a:off x="2471023" y="3269001"/>
            <a:ext cx="6468458" cy="298220"/>
          </a:xfrm>
        </p:spPr>
        <p:txBody>
          <a:bodyPr anchor="ctr"/>
          <a:lstStyle>
            <a:lvl1pPr marL="0" indent="0" algn="l">
              <a:buNone/>
              <a:defRPr sz="1100" baseline="0">
                <a:latin typeface="+mn-lt"/>
              </a:defRPr>
            </a:lvl1pPr>
          </a:lstStyle>
          <a:p>
            <a:pPr lvl="0"/>
            <a:endParaRPr lang="en-US" dirty="0"/>
          </a:p>
        </p:txBody>
      </p:sp>
      <p:sp>
        <p:nvSpPr>
          <p:cNvPr id="20" name="Text Placeholder 9"/>
          <p:cNvSpPr>
            <a:spLocks noGrp="1"/>
          </p:cNvSpPr>
          <p:nvPr>
            <p:ph type="body" sz="quarter" idx="57"/>
          </p:nvPr>
        </p:nvSpPr>
        <p:spPr>
          <a:xfrm>
            <a:off x="266147" y="3259270"/>
            <a:ext cx="1474574" cy="303382"/>
          </a:xfrm>
        </p:spPr>
        <p:txBody>
          <a:bodyPr anchor="ctr"/>
          <a:lstStyle>
            <a:lvl1pPr marL="0" indent="0" algn="ctr">
              <a:buNone/>
              <a:defRPr sz="1000" baseline="0">
                <a:latin typeface="+mn-lt"/>
              </a:defRPr>
            </a:lvl1pPr>
          </a:lstStyle>
          <a:p>
            <a:pPr lvl="0"/>
            <a:endParaRPr lang="en-US" dirty="0"/>
          </a:p>
        </p:txBody>
      </p:sp>
      <p:sp>
        <p:nvSpPr>
          <p:cNvPr id="21" name="Text Placeholder 9"/>
          <p:cNvSpPr>
            <a:spLocks noGrp="1"/>
          </p:cNvSpPr>
          <p:nvPr>
            <p:ph type="body" sz="quarter" idx="58"/>
          </p:nvPr>
        </p:nvSpPr>
        <p:spPr>
          <a:xfrm>
            <a:off x="2471023" y="3580621"/>
            <a:ext cx="6468458" cy="298220"/>
          </a:xfrm>
        </p:spPr>
        <p:txBody>
          <a:bodyPr anchor="ctr"/>
          <a:lstStyle>
            <a:lvl1pPr marL="0" indent="0" algn="l">
              <a:buNone/>
              <a:defRPr sz="1100" baseline="0">
                <a:latin typeface="+mn-lt"/>
              </a:defRPr>
            </a:lvl1pPr>
          </a:lstStyle>
          <a:p>
            <a:pPr lvl="0"/>
            <a:endParaRPr lang="en-US" dirty="0"/>
          </a:p>
        </p:txBody>
      </p:sp>
      <p:sp>
        <p:nvSpPr>
          <p:cNvPr id="22" name="Text Placeholder 9"/>
          <p:cNvSpPr>
            <a:spLocks noGrp="1"/>
          </p:cNvSpPr>
          <p:nvPr>
            <p:ph type="body" sz="quarter" idx="59"/>
          </p:nvPr>
        </p:nvSpPr>
        <p:spPr>
          <a:xfrm>
            <a:off x="266147" y="3579128"/>
            <a:ext cx="1474574" cy="262086"/>
          </a:xfrm>
        </p:spPr>
        <p:txBody>
          <a:bodyPr anchor="ctr"/>
          <a:lstStyle>
            <a:lvl1pPr marL="0" indent="0" algn="ctr">
              <a:buNone/>
              <a:defRPr sz="1000" baseline="0">
                <a:latin typeface="+mn-lt"/>
              </a:defRPr>
            </a:lvl1pPr>
          </a:lstStyle>
          <a:p>
            <a:pPr lvl="0"/>
            <a:endParaRPr lang="en-US" dirty="0"/>
          </a:p>
        </p:txBody>
      </p:sp>
      <p:sp>
        <p:nvSpPr>
          <p:cNvPr id="23" name="Text Placeholder 9"/>
          <p:cNvSpPr>
            <a:spLocks noGrp="1"/>
          </p:cNvSpPr>
          <p:nvPr>
            <p:ph type="body" sz="quarter" idx="60"/>
          </p:nvPr>
        </p:nvSpPr>
        <p:spPr>
          <a:xfrm>
            <a:off x="2482123" y="3873182"/>
            <a:ext cx="6457357" cy="262086"/>
          </a:xfrm>
        </p:spPr>
        <p:txBody>
          <a:bodyPr anchor="ctr"/>
          <a:lstStyle>
            <a:lvl1pPr marL="0" indent="0" algn="l">
              <a:buNone/>
              <a:defRPr sz="1100" baseline="0">
                <a:latin typeface="+mn-lt"/>
              </a:defRPr>
            </a:lvl1pPr>
          </a:lstStyle>
          <a:p>
            <a:pPr lvl="0"/>
            <a:endParaRPr lang="en-US" dirty="0"/>
          </a:p>
        </p:txBody>
      </p:sp>
      <p:sp>
        <p:nvSpPr>
          <p:cNvPr id="24" name="Text Placeholder 9"/>
          <p:cNvSpPr>
            <a:spLocks noGrp="1"/>
          </p:cNvSpPr>
          <p:nvPr>
            <p:ph type="body" sz="quarter" idx="61"/>
          </p:nvPr>
        </p:nvSpPr>
        <p:spPr>
          <a:xfrm>
            <a:off x="278501" y="3879927"/>
            <a:ext cx="1485350" cy="303382"/>
          </a:xfrm>
        </p:spPr>
        <p:txBody>
          <a:bodyPr anchor="ctr"/>
          <a:lstStyle>
            <a:lvl1pPr marL="0" indent="0" algn="ctr">
              <a:buNone/>
              <a:defRPr sz="1000" baseline="0">
                <a:latin typeface="+mn-lt"/>
              </a:defRPr>
            </a:lvl1pPr>
          </a:lstStyle>
          <a:p>
            <a:pPr lvl="0"/>
            <a:endParaRPr lang="en-US" dirty="0"/>
          </a:p>
        </p:txBody>
      </p:sp>
      <p:sp>
        <p:nvSpPr>
          <p:cNvPr id="25" name="Text Placeholder 9"/>
          <p:cNvSpPr>
            <a:spLocks noGrp="1"/>
          </p:cNvSpPr>
          <p:nvPr>
            <p:ph type="body" sz="quarter" idx="62"/>
          </p:nvPr>
        </p:nvSpPr>
        <p:spPr>
          <a:xfrm>
            <a:off x="2482123" y="4177466"/>
            <a:ext cx="6457357" cy="298220"/>
          </a:xfrm>
        </p:spPr>
        <p:txBody>
          <a:bodyPr anchor="ctr"/>
          <a:lstStyle>
            <a:lvl1pPr marL="0" indent="0" algn="l">
              <a:buNone/>
              <a:defRPr sz="1100" baseline="0">
                <a:latin typeface="+mn-lt"/>
              </a:defRPr>
            </a:lvl1pPr>
          </a:lstStyle>
          <a:p>
            <a:pPr lvl="0"/>
            <a:endParaRPr lang="en-US" dirty="0"/>
          </a:p>
        </p:txBody>
      </p:sp>
      <p:sp>
        <p:nvSpPr>
          <p:cNvPr id="26" name="Text Placeholder 9"/>
          <p:cNvSpPr>
            <a:spLocks noGrp="1"/>
          </p:cNvSpPr>
          <p:nvPr>
            <p:ph type="body" sz="quarter" idx="63"/>
          </p:nvPr>
        </p:nvSpPr>
        <p:spPr>
          <a:xfrm>
            <a:off x="278500" y="4200687"/>
            <a:ext cx="1485351" cy="261696"/>
          </a:xfrm>
        </p:spPr>
        <p:txBody>
          <a:bodyPr anchor="ctr"/>
          <a:lstStyle>
            <a:lvl1pPr marL="0" indent="0" algn="ctr">
              <a:buNone/>
              <a:defRPr sz="1000" baseline="0">
                <a:latin typeface="+mn-lt"/>
              </a:defRPr>
            </a:lvl1pPr>
          </a:lstStyle>
          <a:p>
            <a:pPr lvl="0"/>
            <a:endParaRPr lang="en-US" dirty="0"/>
          </a:p>
        </p:txBody>
      </p:sp>
      <p:sp>
        <p:nvSpPr>
          <p:cNvPr id="27" name="Text Placeholder 9"/>
          <p:cNvSpPr>
            <a:spLocks noGrp="1"/>
          </p:cNvSpPr>
          <p:nvPr>
            <p:ph type="body" sz="quarter" idx="64"/>
          </p:nvPr>
        </p:nvSpPr>
        <p:spPr>
          <a:xfrm>
            <a:off x="2482123" y="4486552"/>
            <a:ext cx="6457357" cy="298220"/>
          </a:xfrm>
        </p:spPr>
        <p:txBody>
          <a:bodyPr anchor="ctr"/>
          <a:lstStyle>
            <a:lvl1pPr marL="0" indent="0" algn="l">
              <a:buNone/>
              <a:defRPr sz="1100" baseline="0">
                <a:latin typeface="+mn-lt"/>
              </a:defRPr>
            </a:lvl1pPr>
          </a:lstStyle>
          <a:p>
            <a:pPr lvl="0"/>
            <a:endParaRPr lang="en-US" dirty="0"/>
          </a:p>
        </p:txBody>
      </p:sp>
      <p:sp>
        <p:nvSpPr>
          <p:cNvPr id="28" name="Text Placeholder 9"/>
          <p:cNvSpPr>
            <a:spLocks noGrp="1"/>
          </p:cNvSpPr>
          <p:nvPr>
            <p:ph type="body" sz="quarter" idx="65"/>
          </p:nvPr>
        </p:nvSpPr>
        <p:spPr>
          <a:xfrm>
            <a:off x="278501" y="4485059"/>
            <a:ext cx="1472043" cy="303382"/>
          </a:xfrm>
        </p:spPr>
        <p:txBody>
          <a:bodyPr anchor="ctr"/>
          <a:lstStyle>
            <a:lvl1pPr marL="0" indent="0" algn="ctr">
              <a:buNone/>
              <a:defRPr sz="1000" baseline="0">
                <a:latin typeface="+mn-lt"/>
              </a:defRPr>
            </a:lvl1pPr>
          </a:lstStyle>
          <a:p>
            <a:pPr lvl="0"/>
            <a:endParaRPr lang="en-US" dirty="0"/>
          </a:p>
        </p:txBody>
      </p:sp>
      <p:sp>
        <p:nvSpPr>
          <p:cNvPr id="29" name="Text Placeholder 9"/>
          <p:cNvSpPr>
            <a:spLocks noGrp="1"/>
          </p:cNvSpPr>
          <p:nvPr>
            <p:ph type="body" sz="quarter" idx="66"/>
          </p:nvPr>
        </p:nvSpPr>
        <p:spPr>
          <a:xfrm>
            <a:off x="2468486" y="4790446"/>
            <a:ext cx="6468458" cy="298220"/>
          </a:xfrm>
        </p:spPr>
        <p:txBody>
          <a:bodyPr anchor="ctr"/>
          <a:lstStyle>
            <a:lvl1pPr marL="0" indent="0" algn="l">
              <a:buNone/>
              <a:defRPr sz="1100" baseline="0">
                <a:latin typeface="+mn-lt"/>
              </a:defRPr>
            </a:lvl1pPr>
          </a:lstStyle>
          <a:p>
            <a:pPr lvl="0"/>
            <a:endParaRPr lang="en-US" dirty="0"/>
          </a:p>
        </p:txBody>
      </p:sp>
      <p:sp>
        <p:nvSpPr>
          <p:cNvPr id="30" name="Text Placeholder 9"/>
          <p:cNvSpPr>
            <a:spLocks noGrp="1"/>
          </p:cNvSpPr>
          <p:nvPr>
            <p:ph type="body" sz="quarter" idx="67"/>
          </p:nvPr>
        </p:nvSpPr>
        <p:spPr>
          <a:xfrm>
            <a:off x="263610" y="4788953"/>
            <a:ext cx="1474574" cy="303382"/>
          </a:xfrm>
        </p:spPr>
        <p:txBody>
          <a:bodyPr anchor="ctr"/>
          <a:lstStyle>
            <a:lvl1pPr marL="0" indent="0" algn="ctr">
              <a:buNone/>
              <a:defRPr sz="1000" baseline="0">
                <a:latin typeface="+mn-lt"/>
              </a:defRPr>
            </a:lvl1pPr>
          </a:lstStyle>
          <a:p>
            <a:pPr lvl="0"/>
            <a:endParaRPr lang="en-US" dirty="0"/>
          </a:p>
        </p:txBody>
      </p:sp>
      <p:sp>
        <p:nvSpPr>
          <p:cNvPr id="31" name="Text Placeholder 9"/>
          <p:cNvSpPr>
            <a:spLocks noGrp="1"/>
          </p:cNvSpPr>
          <p:nvPr>
            <p:ph type="body" sz="quarter" idx="68"/>
          </p:nvPr>
        </p:nvSpPr>
        <p:spPr>
          <a:xfrm>
            <a:off x="2468486" y="5110304"/>
            <a:ext cx="6468458" cy="298220"/>
          </a:xfrm>
        </p:spPr>
        <p:txBody>
          <a:bodyPr anchor="ctr"/>
          <a:lstStyle>
            <a:lvl1pPr marL="0" indent="0" algn="l">
              <a:buNone/>
              <a:defRPr sz="1100" baseline="0">
                <a:latin typeface="+mn-lt"/>
              </a:defRPr>
            </a:lvl1pPr>
          </a:lstStyle>
          <a:p>
            <a:pPr lvl="0"/>
            <a:endParaRPr lang="en-US" dirty="0"/>
          </a:p>
        </p:txBody>
      </p:sp>
      <p:sp>
        <p:nvSpPr>
          <p:cNvPr id="32" name="Text Placeholder 9"/>
          <p:cNvSpPr>
            <a:spLocks noGrp="1"/>
          </p:cNvSpPr>
          <p:nvPr>
            <p:ph type="body" sz="quarter" idx="69"/>
          </p:nvPr>
        </p:nvSpPr>
        <p:spPr>
          <a:xfrm>
            <a:off x="263610" y="5100573"/>
            <a:ext cx="1474574" cy="274235"/>
          </a:xfrm>
        </p:spPr>
        <p:txBody>
          <a:bodyPr anchor="ctr"/>
          <a:lstStyle>
            <a:lvl1pPr marL="0" indent="0" algn="ctr">
              <a:buNone/>
              <a:defRPr sz="1000" baseline="0">
                <a:latin typeface="+mn-lt"/>
              </a:defRPr>
            </a:lvl1pPr>
          </a:lstStyle>
          <a:p>
            <a:pPr lvl="0"/>
            <a:endParaRPr lang="en-US" dirty="0"/>
          </a:p>
        </p:txBody>
      </p:sp>
      <p:sp>
        <p:nvSpPr>
          <p:cNvPr id="33" name="Text Placeholder 9"/>
          <p:cNvSpPr>
            <a:spLocks noGrp="1"/>
          </p:cNvSpPr>
          <p:nvPr>
            <p:ph type="body" sz="quarter" idx="70"/>
          </p:nvPr>
        </p:nvSpPr>
        <p:spPr>
          <a:xfrm>
            <a:off x="2479586" y="5419341"/>
            <a:ext cx="6457357" cy="298220"/>
          </a:xfrm>
        </p:spPr>
        <p:txBody>
          <a:bodyPr anchor="ctr"/>
          <a:lstStyle>
            <a:lvl1pPr marL="0" indent="0" algn="l">
              <a:buNone/>
              <a:defRPr sz="1100" baseline="0">
                <a:latin typeface="+mn-lt"/>
              </a:defRPr>
            </a:lvl1pPr>
          </a:lstStyle>
          <a:p>
            <a:pPr lvl="0"/>
            <a:endParaRPr lang="en-US" dirty="0"/>
          </a:p>
        </p:txBody>
      </p:sp>
      <p:sp>
        <p:nvSpPr>
          <p:cNvPr id="34" name="Text Placeholder 9"/>
          <p:cNvSpPr>
            <a:spLocks noGrp="1"/>
          </p:cNvSpPr>
          <p:nvPr>
            <p:ph type="body" sz="quarter" idx="71"/>
          </p:nvPr>
        </p:nvSpPr>
        <p:spPr>
          <a:xfrm>
            <a:off x="275964" y="5409610"/>
            <a:ext cx="1474574" cy="279074"/>
          </a:xfrm>
        </p:spPr>
        <p:txBody>
          <a:bodyPr anchor="ctr"/>
          <a:lstStyle>
            <a:lvl1pPr marL="0" indent="0" algn="ctr">
              <a:buNone/>
              <a:defRPr sz="1000" baseline="0">
                <a:latin typeface="+mn-lt"/>
              </a:defRPr>
            </a:lvl1pPr>
          </a:lstStyle>
          <a:p>
            <a:pPr lvl="0"/>
            <a:endParaRPr lang="en-US" dirty="0"/>
          </a:p>
        </p:txBody>
      </p:sp>
      <p:sp>
        <p:nvSpPr>
          <p:cNvPr id="35" name="Text Placeholder 9"/>
          <p:cNvSpPr>
            <a:spLocks noGrp="1"/>
          </p:cNvSpPr>
          <p:nvPr>
            <p:ph type="body" sz="quarter" idx="72"/>
          </p:nvPr>
        </p:nvSpPr>
        <p:spPr>
          <a:xfrm>
            <a:off x="2479586" y="5740101"/>
            <a:ext cx="6457357" cy="274641"/>
          </a:xfrm>
        </p:spPr>
        <p:txBody>
          <a:bodyPr anchor="ctr"/>
          <a:lstStyle>
            <a:lvl1pPr marL="0" indent="0" algn="l">
              <a:buNone/>
              <a:defRPr sz="1100" baseline="0">
                <a:latin typeface="+mn-lt"/>
              </a:defRPr>
            </a:lvl1pPr>
          </a:lstStyle>
          <a:p>
            <a:pPr lvl="0"/>
            <a:endParaRPr lang="en-US" dirty="0"/>
          </a:p>
        </p:txBody>
      </p:sp>
      <p:sp>
        <p:nvSpPr>
          <p:cNvPr id="36" name="Text Placeholder 9"/>
          <p:cNvSpPr>
            <a:spLocks noGrp="1"/>
          </p:cNvSpPr>
          <p:nvPr>
            <p:ph type="body" sz="quarter" idx="73"/>
          </p:nvPr>
        </p:nvSpPr>
        <p:spPr>
          <a:xfrm>
            <a:off x="275964" y="5730370"/>
            <a:ext cx="1474574" cy="284372"/>
          </a:xfrm>
        </p:spPr>
        <p:txBody>
          <a:bodyPr anchor="ctr"/>
          <a:lstStyle>
            <a:lvl1pPr marL="0" indent="0" algn="ctr">
              <a:buNone/>
              <a:defRPr sz="1000" baseline="0">
                <a:latin typeface="+mn-lt"/>
              </a:defRPr>
            </a:lvl1pPr>
          </a:lstStyle>
          <a:p>
            <a:pPr lvl="0"/>
            <a:endParaRPr lang="en-US" dirty="0"/>
          </a:p>
        </p:txBody>
      </p:sp>
      <p:sp>
        <p:nvSpPr>
          <p:cNvPr id="37" name="Text Placeholder 9"/>
          <p:cNvSpPr>
            <a:spLocks noGrp="1"/>
          </p:cNvSpPr>
          <p:nvPr>
            <p:ph type="body" sz="quarter" idx="74"/>
          </p:nvPr>
        </p:nvSpPr>
        <p:spPr>
          <a:xfrm>
            <a:off x="2479586" y="6036981"/>
            <a:ext cx="6457357" cy="285712"/>
          </a:xfrm>
        </p:spPr>
        <p:txBody>
          <a:bodyPr anchor="ctr"/>
          <a:lstStyle>
            <a:lvl1pPr marL="0" indent="0" algn="l">
              <a:buNone/>
              <a:defRPr sz="1100" baseline="0">
                <a:latin typeface="+mn-lt"/>
              </a:defRPr>
            </a:lvl1pPr>
          </a:lstStyle>
          <a:p>
            <a:pPr lvl="0"/>
            <a:endParaRPr lang="en-US" dirty="0"/>
          </a:p>
        </p:txBody>
      </p:sp>
      <p:sp>
        <p:nvSpPr>
          <p:cNvPr id="38" name="Text Placeholder 9"/>
          <p:cNvSpPr>
            <a:spLocks noGrp="1"/>
          </p:cNvSpPr>
          <p:nvPr>
            <p:ph type="body" sz="quarter" idx="75"/>
          </p:nvPr>
        </p:nvSpPr>
        <p:spPr>
          <a:xfrm>
            <a:off x="275964" y="6014742"/>
            <a:ext cx="1472043" cy="303382"/>
          </a:xfrm>
        </p:spPr>
        <p:txBody>
          <a:bodyPr anchor="ctr"/>
          <a:lstStyle>
            <a:lvl1pPr marL="0" indent="0" algn="ctr">
              <a:buNone/>
              <a:defRPr sz="1000" baseline="0">
                <a:latin typeface="+mn-lt"/>
              </a:defRPr>
            </a:lvl1pPr>
          </a:lstStyle>
          <a:p>
            <a:pPr lvl="0"/>
            <a:endParaRPr lang="en-US" dirty="0"/>
          </a:p>
        </p:txBody>
      </p:sp>
      <p:sp>
        <p:nvSpPr>
          <p:cNvPr id="40" name="Text Placeholder 9"/>
          <p:cNvSpPr>
            <a:spLocks noGrp="1"/>
          </p:cNvSpPr>
          <p:nvPr>
            <p:ph type="body" sz="quarter" idx="76"/>
          </p:nvPr>
        </p:nvSpPr>
        <p:spPr>
          <a:xfrm>
            <a:off x="1767736" y="1708267"/>
            <a:ext cx="689574" cy="303382"/>
          </a:xfrm>
        </p:spPr>
        <p:txBody>
          <a:bodyPr anchor="ctr"/>
          <a:lstStyle>
            <a:lvl1pPr marL="0" indent="0" algn="ctr">
              <a:buNone/>
              <a:defRPr sz="900" baseline="0">
                <a:latin typeface="+mn-lt"/>
              </a:defRPr>
            </a:lvl1pPr>
          </a:lstStyle>
          <a:p>
            <a:pPr lvl="0"/>
            <a:endParaRPr lang="en-US" dirty="0"/>
          </a:p>
        </p:txBody>
      </p:sp>
      <p:sp>
        <p:nvSpPr>
          <p:cNvPr id="41" name="Text Placeholder 9"/>
          <p:cNvSpPr>
            <a:spLocks noGrp="1"/>
          </p:cNvSpPr>
          <p:nvPr>
            <p:ph type="body" sz="quarter" idx="77"/>
          </p:nvPr>
        </p:nvSpPr>
        <p:spPr>
          <a:xfrm>
            <a:off x="1767735" y="2019887"/>
            <a:ext cx="687037" cy="303382"/>
          </a:xfrm>
        </p:spPr>
        <p:txBody>
          <a:bodyPr anchor="ctr"/>
          <a:lstStyle>
            <a:lvl1pPr marL="0" indent="0" algn="ctr">
              <a:buNone/>
              <a:defRPr sz="900" baseline="0">
                <a:latin typeface="+mn-lt"/>
              </a:defRPr>
            </a:lvl1pPr>
          </a:lstStyle>
          <a:p>
            <a:pPr lvl="0"/>
            <a:endParaRPr lang="en-US" dirty="0"/>
          </a:p>
        </p:txBody>
      </p:sp>
      <p:sp>
        <p:nvSpPr>
          <p:cNvPr id="42" name="Text Placeholder 9"/>
          <p:cNvSpPr>
            <a:spLocks noGrp="1"/>
          </p:cNvSpPr>
          <p:nvPr>
            <p:ph type="body" sz="quarter" idx="78"/>
          </p:nvPr>
        </p:nvSpPr>
        <p:spPr>
          <a:xfrm>
            <a:off x="1780089" y="2328924"/>
            <a:ext cx="687037" cy="303382"/>
          </a:xfrm>
        </p:spPr>
        <p:txBody>
          <a:bodyPr anchor="ctr"/>
          <a:lstStyle>
            <a:lvl1pPr marL="0" indent="0" algn="ctr">
              <a:buNone/>
              <a:defRPr sz="900" baseline="0">
                <a:latin typeface="+mn-lt"/>
              </a:defRPr>
            </a:lvl1pPr>
          </a:lstStyle>
          <a:p>
            <a:pPr lvl="0"/>
            <a:endParaRPr lang="en-US" dirty="0"/>
          </a:p>
        </p:txBody>
      </p:sp>
      <p:sp>
        <p:nvSpPr>
          <p:cNvPr id="43" name="Text Placeholder 9"/>
          <p:cNvSpPr>
            <a:spLocks noGrp="1"/>
          </p:cNvSpPr>
          <p:nvPr>
            <p:ph type="body" sz="quarter" idx="79"/>
          </p:nvPr>
        </p:nvSpPr>
        <p:spPr>
          <a:xfrm>
            <a:off x="1780089" y="2649684"/>
            <a:ext cx="687037" cy="303382"/>
          </a:xfrm>
        </p:spPr>
        <p:txBody>
          <a:bodyPr anchor="ctr"/>
          <a:lstStyle>
            <a:lvl1pPr marL="0" indent="0" algn="ctr">
              <a:buNone/>
              <a:defRPr sz="900" baseline="0">
                <a:latin typeface="+mn-lt"/>
              </a:defRPr>
            </a:lvl1pPr>
          </a:lstStyle>
          <a:p>
            <a:pPr lvl="0"/>
            <a:endParaRPr lang="en-US" dirty="0"/>
          </a:p>
        </p:txBody>
      </p:sp>
      <p:sp>
        <p:nvSpPr>
          <p:cNvPr id="44" name="Text Placeholder 9"/>
          <p:cNvSpPr>
            <a:spLocks noGrp="1"/>
          </p:cNvSpPr>
          <p:nvPr>
            <p:ph type="body" sz="quarter" idx="80"/>
          </p:nvPr>
        </p:nvSpPr>
        <p:spPr>
          <a:xfrm>
            <a:off x="1780091" y="2934056"/>
            <a:ext cx="685858" cy="303382"/>
          </a:xfrm>
        </p:spPr>
        <p:txBody>
          <a:bodyPr anchor="ctr"/>
          <a:lstStyle>
            <a:lvl1pPr marL="0" indent="0" algn="ctr">
              <a:buNone/>
              <a:defRPr sz="900" baseline="0">
                <a:latin typeface="+mn-lt"/>
              </a:defRPr>
            </a:lvl1pPr>
          </a:lstStyle>
          <a:p>
            <a:pPr lvl="0"/>
            <a:endParaRPr lang="en-US" dirty="0"/>
          </a:p>
        </p:txBody>
      </p:sp>
      <p:sp>
        <p:nvSpPr>
          <p:cNvPr id="45" name="Text Placeholder 9"/>
          <p:cNvSpPr>
            <a:spLocks noGrp="1"/>
          </p:cNvSpPr>
          <p:nvPr>
            <p:ph type="body" sz="quarter" idx="81"/>
          </p:nvPr>
        </p:nvSpPr>
        <p:spPr>
          <a:xfrm>
            <a:off x="1770272" y="3269376"/>
            <a:ext cx="687037" cy="303382"/>
          </a:xfrm>
        </p:spPr>
        <p:txBody>
          <a:bodyPr anchor="ctr"/>
          <a:lstStyle>
            <a:lvl1pPr marL="0" indent="0" algn="ctr">
              <a:buNone/>
              <a:defRPr sz="900" baseline="0">
                <a:latin typeface="+mn-lt"/>
              </a:defRPr>
            </a:lvl1pPr>
          </a:lstStyle>
          <a:p>
            <a:pPr lvl="0"/>
            <a:endParaRPr lang="en-US" dirty="0"/>
          </a:p>
        </p:txBody>
      </p:sp>
      <p:sp>
        <p:nvSpPr>
          <p:cNvPr id="46" name="Text Placeholder 9"/>
          <p:cNvSpPr>
            <a:spLocks noGrp="1"/>
          </p:cNvSpPr>
          <p:nvPr>
            <p:ph type="body" sz="quarter" idx="82"/>
          </p:nvPr>
        </p:nvSpPr>
        <p:spPr>
          <a:xfrm>
            <a:off x="1770272" y="3572758"/>
            <a:ext cx="687037" cy="262086"/>
          </a:xfrm>
        </p:spPr>
        <p:txBody>
          <a:bodyPr anchor="ctr"/>
          <a:lstStyle>
            <a:lvl1pPr marL="0" indent="0" algn="ctr">
              <a:buNone/>
              <a:defRPr sz="900" baseline="0">
                <a:latin typeface="+mn-lt"/>
              </a:defRPr>
            </a:lvl1pPr>
          </a:lstStyle>
          <a:p>
            <a:pPr lvl="0"/>
            <a:endParaRPr lang="en-US" dirty="0"/>
          </a:p>
        </p:txBody>
      </p:sp>
      <p:sp>
        <p:nvSpPr>
          <p:cNvPr id="47" name="Text Placeholder 9"/>
          <p:cNvSpPr>
            <a:spLocks noGrp="1"/>
          </p:cNvSpPr>
          <p:nvPr>
            <p:ph type="body" sz="quarter" idx="83"/>
          </p:nvPr>
        </p:nvSpPr>
        <p:spPr>
          <a:xfrm>
            <a:off x="1782626" y="3881795"/>
            <a:ext cx="687037" cy="274344"/>
          </a:xfrm>
        </p:spPr>
        <p:txBody>
          <a:bodyPr anchor="ctr"/>
          <a:lstStyle>
            <a:lvl1pPr marL="0" indent="0" algn="ctr">
              <a:buNone/>
              <a:defRPr sz="900" baseline="0">
                <a:latin typeface="+mn-lt"/>
              </a:defRPr>
            </a:lvl1pPr>
          </a:lstStyle>
          <a:p>
            <a:pPr lvl="0"/>
            <a:endParaRPr lang="en-US" dirty="0"/>
          </a:p>
        </p:txBody>
      </p:sp>
      <p:sp>
        <p:nvSpPr>
          <p:cNvPr id="48" name="Text Placeholder 9"/>
          <p:cNvSpPr>
            <a:spLocks noGrp="1"/>
          </p:cNvSpPr>
          <p:nvPr>
            <p:ph type="body" sz="quarter" idx="84"/>
          </p:nvPr>
        </p:nvSpPr>
        <p:spPr>
          <a:xfrm>
            <a:off x="1782626" y="4194317"/>
            <a:ext cx="687037" cy="261696"/>
          </a:xfrm>
        </p:spPr>
        <p:txBody>
          <a:bodyPr anchor="ctr"/>
          <a:lstStyle>
            <a:lvl1pPr marL="0" indent="0" algn="ctr">
              <a:buNone/>
              <a:defRPr sz="900" baseline="0">
                <a:latin typeface="+mn-lt"/>
              </a:defRPr>
            </a:lvl1pPr>
          </a:lstStyle>
          <a:p>
            <a:pPr lvl="0"/>
            <a:endParaRPr lang="en-US" dirty="0"/>
          </a:p>
        </p:txBody>
      </p:sp>
      <p:sp>
        <p:nvSpPr>
          <p:cNvPr id="49" name="Text Placeholder 9"/>
          <p:cNvSpPr>
            <a:spLocks noGrp="1"/>
          </p:cNvSpPr>
          <p:nvPr>
            <p:ph type="body" sz="quarter" idx="85"/>
          </p:nvPr>
        </p:nvSpPr>
        <p:spPr>
          <a:xfrm>
            <a:off x="1767735" y="4799059"/>
            <a:ext cx="687037" cy="303382"/>
          </a:xfrm>
        </p:spPr>
        <p:txBody>
          <a:bodyPr anchor="ctr"/>
          <a:lstStyle>
            <a:lvl1pPr marL="0" indent="0" algn="ctr">
              <a:buNone/>
              <a:defRPr sz="900" baseline="0">
                <a:latin typeface="+mn-lt"/>
              </a:defRPr>
            </a:lvl1pPr>
          </a:lstStyle>
          <a:p>
            <a:pPr lvl="0"/>
            <a:endParaRPr lang="en-US" dirty="0"/>
          </a:p>
        </p:txBody>
      </p:sp>
      <p:sp>
        <p:nvSpPr>
          <p:cNvPr id="50" name="Text Placeholder 9"/>
          <p:cNvSpPr>
            <a:spLocks noGrp="1"/>
          </p:cNvSpPr>
          <p:nvPr>
            <p:ph type="body" sz="quarter" idx="86"/>
          </p:nvPr>
        </p:nvSpPr>
        <p:spPr>
          <a:xfrm>
            <a:off x="1767735" y="5110679"/>
            <a:ext cx="687037" cy="274235"/>
          </a:xfrm>
        </p:spPr>
        <p:txBody>
          <a:bodyPr anchor="ctr"/>
          <a:lstStyle>
            <a:lvl1pPr marL="0" indent="0" algn="ctr">
              <a:buNone/>
              <a:defRPr sz="900" baseline="0">
                <a:latin typeface="+mn-lt"/>
              </a:defRPr>
            </a:lvl1pPr>
          </a:lstStyle>
          <a:p>
            <a:pPr lvl="0"/>
            <a:endParaRPr lang="en-US" dirty="0"/>
          </a:p>
        </p:txBody>
      </p:sp>
      <p:sp>
        <p:nvSpPr>
          <p:cNvPr id="51" name="Text Placeholder 9"/>
          <p:cNvSpPr>
            <a:spLocks noGrp="1"/>
          </p:cNvSpPr>
          <p:nvPr>
            <p:ph type="body" sz="quarter" idx="87"/>
          </p:nvPr>
        </p:nvSpPr>
        <p:spPr>
          <a:xfrm>
            <a:off x="1780089" y="5419716"/>
            <a:ext cx="687037" cy="279074"/>
          </a:xfrm>
        </p:spPr>
        <p:txBody>
          <a:bodyPr anchor="ctr"/>
          <a:lstStyle>
            <a:lvl1pPr marL="0" indent="0" algn="ctr">
              <a:buNone/>
              <a:defRPr sz="900" baseline="0">
                <a:latin typeface="+mn-lt"/>
              </a:defRPr>
            </a:lvl1pPr>
          </a:lstStyle>
          <a:p>
            <a:pPr lvl="0"/>
            <a:endParaRPr lang="en-US" dirty="0"/>
          </a:p>
        </p:txBody>
      </p:sp>
      <p:sp>
        <p:nvSpPr>
          <p:cNvPr id="52" name="Text Placeholder 9"/>
          <p:cNvSpPr>
            <a:spLocks noGrp="1"/>
          </p:cNvSpPr>
          <p:nvPr>
            <p:ph type="body" sz="quarter" idx="88"/>
          </p:nvPr>
        </p:nvSpPr>
        <p:spPr>
          <a:xfrm>
            <a:off x="1780089" y="5740476"/>
            <a:ext cx="687037" cy="284372"/>
          </a:xfrm>
        </p:spPr>
        <p:txBody>
          <a:bodyPr anchor="ctr"/>
          <a:lstStyle>
            <a:lvl1pPr marL="0" indent="0" algn="ctr">
              <a:buNone/>
              <a:defRPr sz="900" baseline="0">
                <a:latin typeface="+mn-lt"/>
              </a:defRPr>
            </a:lvl1pPr>
          </a:lstStyle>
          <a:p>
            <a:pPr lvl="0"/>
            <a:endParaRPr lang="en-US" dirty="0"/>
          </a:p>
        </p:txBody>
      </p:sp>
      <p:sp>
        <p:nvSpPr>
          <p:cNvPr id="53" name="Text Placeholder 9"/>
          <p:cNvSpPr>
            <a:spLocks noGrp="1"/>
          </p:cNvSpPr>
          <p:nvPr>
            <p:ph type="body" sz="quarter" idx="89"/>
          </p:nvPr>
        </p:nvSpPr>
        <p:spPr>
          <a:xfrm>
            <a:off x="1780091" y="6024848"/>
            <a:ext cx="685858" cy="303382"/>
          </a:xfrm>
        </p:spPr>
        <p:txBody>
          <a:bodyPr anchor="ctr"/>
          <a:lstStyle>
            <a:lvl1pPr marL="0" indent="0" algn="ctr">
              <a:buNone/>
              <a:defRPr sz="900" baseline="0">
                <a:latin typeface="+mn-lt"/>
              </a:defRPr>
            </a:lvl1pPr>
          </a:lstStyle>
          <a:p>
            <a:pPr lvl="0"/>
            <a:endParaRPr lang="en-US" dirty="0"/>
          </a:p>
        </p:txBody>
      </p:sp>
      <p:sp>
        <p:nvSpPr>
          <p:cNvPr id="54" name="Text Placeholder 9"/>
          <p:cNvSpPr>
            <a:spLocks noGrp="1"/>
          </p:cNvSpPr>
          <p:nvPr>
            <p:ph type="body" sz="quarter" idx="90"/>
          </p:nvPr>
        </p:nvSpPr>
        <p:spPr>
          <a:xfrm>
            <a:off x="1763852" y="4502561"/>
            <a:ext cx="687037" cy="261696"/>
          </a:xfrm>
        </p:spPr>
        <p:txBody>
          <a:bodyPr anchor="ctr"/>
          <a:lstStyle>
            <a:lvl1pPr marL="0" indent="0" algn="ctr">
              <a:buNone/>
              <a:defRPr sz="900" baseline="0">
                <a:latin typeface="+mn-lt"/>
              </a:defRPr>
            </a:lvl1pPr>
          </a:lstStyle>
          <a:p>
            <a:pPr lvl="0"/>
            <a:endParaRPr lang="en-US" dirty="0"/>
          </a:p>
        </p:txBody>
      </p:sp>
    </p:spTree>
    <p:extLst>
      <p:ext uri="{BB962C8B-B14F-4D97-AF65-F5344CB8AC3E}">
        <p14:creationId xmlns:p14="http://schemas.microsoft.com/office/powerpoint/2010/main" val="55613589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ch Sign Off">
    <p:spTree>
      <p:nvGrpSpPr>
        <p:cNvPr id="1" name=""/>
        <p:cNvGrpSpPr/>
        <p:nvPr/>
      </p:nvGrpSpPr>
      <p:grpSpPr>
        <a:xfrm>
          <a:off x="0" y="0"/>
          <a:ext cx="0" cy="0"/>
          <a:chOff x="0" y="0"/>
          <a:chExt cx="0" cy="0"/>
        </a:xfrm>
      </p:grpSpPr>
      <p:graphicFrame>
        <p:nvGraphicFramePr>
          <p:cNvPr id="11" name="Object 10"/>
          <p:cNvGraphicFramePr>
            <a:graphicFrameLocks noChangeAspect="1"/>
          </p:cNvGraphicFramePr>
          <p:nvPr userDrawn="1">
            <p:extLst>
              <p:ext uri="{D42A27DB-BD31-4B8C-83A1-F6EECF244321}">
                <p14:modId xmlns:p14="http://schemas.microsoft.com/office/powerpoint/2010/main" val="626491719"/>
              </p:ext>
            </p:extLst>
          </p:nvPr>
        </p:nvGraphicFramePr>
        <p:xfrm>
          <a:off x="215751" y="1185235"/>
          <a:ext cx="8746378" cy="5252383"/>
        </p:xfrm>
        <a:graphic>
          <a:graphicData uri="http://schemas.openxmlformats.org/presentationml/2006/ole">
            <mc:AlternateContent xmlns:mc="http://schemas.openxmlformats.org/markup-compatibility/2006">
              <mc:Choice xmlns:v="urn:schemas-microsoft-com:vml" Requires="v">
                <p:oleObj name="Worksheet" r:id="rId2" imgW="13449405" imgH="8077093" progId="Excel.Sheet.8">
                  <p:embed/>
                </p:oleObj>
              </mc:Choice>
              <mc:Fallback>
                <p:oleObj name="Worksheet" r:id="rId2" imgW="13449405" imgH="8077093" progId="Excel.Sheet.8">
                  <p:embed/>
                  <p:pic>
                    <p:nvPicPr>
                      <p:cNvPr id="11" name="Object 10"/>
                      <p:cNvPicPr/>
                      <p:nvPr/>
                    </p:nvPicPr>
                    <p:blipFill>
                      <a:blip r:embed="rId3"/>
                      <a:stretch>
                        <a:fillRect/>
                      </a:stretch>
                    </p:blipFill>
                    <p:spPr>
                      <a:xfrm>
                        <a:off x="215751" y="1185235"/>
                        <a:ext cx="8746378" cy="5252383"/>
                      </a:xfrm>
                      <a:prstGeom prst="rect">
                        <a:avLst/>
                      </a:prstGeom>
                    </p:spPr>
                  </p:pic>
                </p:oleObj>
              </mc:Fallback>
            </mc:AlternateContent>
          </a:graphicData>
        </a:graphic>
      </p:graphicFrame>
      <p:pic>
        <p:nvPicPr>
          <p:cNvPr id="2" name="Picture 1"/>
          <p:cNvPicPr>
            <a:picLocks noChangeAspect="1"/>
          </p:cNvPicPr>
          <p:nvPr userDrawn="1"/>
        </p:nvPicPr>
        <p:blipFill>
          <a:blip r:embed="rId4"/>
          <a:stretch>
            <a:fillRect/>
          </a:stretch>
        </p:blipFill>
        <p:spPr>
          <a:xfrm>
            <a:off x="0" y="72290"/>
            <a:ext cx="7401185" cy="695004"/>
          </a:xfrm>
          <a:prstGeom prst="rect">
            <a:avLst/>
          </a:prstGeom>
        </p:spPr>
      </p:pic>
      <p:sp>
        <p:nvSpPr>
          <p:cNvPr id="4" name="Text Placeholder 9"/>
          <p:cNvSpPr>
            <a:spLocks noGrp="1"/>
          </p:cNvSpPr>
          <p:nvPr>
            <p:ph type="body" sz="quarter" idx="37"/>
          </p:nvPr>
        </p:nvSpPr>
        <p:spPr>
          <a:xfrm>
            <a:off x="5624133" y="1517482"/>
            <a:ext cx="3337996" cy="233204"/>
          </a:xfrm>
        </p:spPr>
        <p:txBody>
          <a:bodyPr anchor="ctr"/>
          <a:lstStyle>
            <a:lvl1pPr marL="0" indent="0" algn="ctr">
              <a:buNone/>
              <a:defRPr sz="900" baseline="0">
                <a:latin typeface="+mn-lt"/>
              </a:defRPr>
            </a:lvl1pPr>
          </a:lstStyle>
          <a:p>
            <a:pPr lvl="0"/>
            <a:endParaRPr lang="en-US" dirty="0"/>
          </a:p>
        </p:txBody>
      </p:sp>
      <p:sp>
        <p:nvSpPr>
          <p:cNvPr id="5" name="Text Placeholder 9"/>
          <p:cNvSpPr>
            <a:spLocks noGrp="1"/>
          </p:cNvSpPr>
          <p:nvPr>
            <p:ph type="body" sz="quarter" idx="47"/>
          </p:nvPr>
        </p:nvSpPr>
        <p:spPr>
          <a:xfrm>
            <a:off x="239604" y="1508693"/>
            <a:ext cx="1136269" cy="237241"/>
          </a:xfrm>
        </p:spPr>
        <p:txBody>
          <a:bodyPr anchor="ctr"/>
          <a:lstStyle>
            <a:lvl1pPr marL="0" indent="0" algn="ctr">
              <a:buNone/>
              <a:defRPr sz="900" baseline="0">
                <a:latin typeface="+mn-lt"/>
              </a:defRPr>
            </a:lvl1pPr>
          </a:lstStyle>
          <a:p>
            <a:pPr lvl="0"/>
            <a:endParaRPr lang="en-US" dirty="0"/>
          </a:p>
        </p:txBody>
      </p:sp>
      <p:sp>
        <p:nvSpPr>
          <p:cNvPr id="7" name="Text Placeholder 9"/>
          <p:cNvSpPr>
            <a:spLocks noGrp="1"/>
          </p:cNvSpPr>
          <p:nvPr>
            <p:ph type="body" sz="quarter" idx="49"/>
          </p:nvPr>
        </p:nvSpPr>
        <p:spPr>
          <a:xfrm>
            <a:off x="2665277" y="1523274"/>
            <a:ext cx="778678" cy="237241"/>
          </a:xfrm>
        </p:spPr>
        <p:txBody>
          <a:bodyPr anchor="ctr"/>
          <a:lstStyle>
            <a:lvl1pPr marL="0" indent="0" algn="ctr">
              <a:buNone/>
              <a:defRPr sz="600" baseline="0">
                <a:latin typeface="+mn-lt"/>
              </a:defRPr>
            </a:lvl1pPr>
          </a:lstStyle>
          <a:p>
            <a:pPr lvl="0"/>
            <a:endParaRPr lang="en-US" dirty="0"/>
          </a:p>
        </p:txBody>
      </p:sp>
      <p:sp>
        <p:nvSpPr>
          <p:cNvPr id="8" name="Text Placeholder 9"/>
          <p:cNvSpPr>
            <a:spLocks noGrp="1"/>
          </p:cNvSpPr>
          <p:nvPr>
            <p:ph type="body" sz="quarter" idx="50"/>
          </p:nvPr>
        </p:nvSpPr>
        <p:spPr>
          <a:xfrm>
            <a:off x="5624133" y="1820653"/>
            <a:ext cx="3337996" cy="233204"/>
          </a:xfrm>
        </p:spPr>
        <p:txBody>
          <a:bodyPr anchor="ctr"/>
          <a:lstStyle>
            <a:lvl1pPr marL="0" indent="0" algn="ctr">
              <a:buNone/>
              <a:defRPr sz="900" baseline="0">
                <a:latin typeface="+mn-lt"/>
              </a:defRPr>
            </a:lvl1pPr>
          </a:lstStyle>
          <a:p>
            <a:pPr lvl="0"/>
            <a:endParaRPr lang="en-US" dirty="0"/>
          </a:p>
        </p:txBody>
      </p:sp>
      <p:sp>
        <p:nvSpPr>
          <p:cNvPr id="10" name="Text Placeholder 9"/>
          <p:cNvSpPr>
            <a:spLocks noGrp="1"/>
          </p:cNvSpPr>
          <p:nvPr>
            <p:ph type="body" sz="quarter" idx="51"/>
          </p:nvPr>
        </p:nvSpPr>
        <p:spPr>
          <a:xfrm>
            <a:off x="239604" y="1820573"/>
            <a:ext cx="1136269" cy="237241"/>
          </a:xfrm>
        </p:spPr>
        <p:txBody>
          <a:bodyPr anchor="ctr"/>
          <a:lstStyle>
            <a:lvl1pPr marL="0" indent="0" algn="ctr">
              <a:buNone/>
              <a:defRPr sz="900" baseline="0">
                <a:latin typeface="+mn-lt"/>
              </a:defRPr>
            </a:lvl1pPr>
          </a:lstStyle>
          <a:p>
            <a:pPr lvl="0"/>
            <a:endParaRPr lang="en-US" dirty="0"/>
          </a:p>
        </p:txBody>
      </p:sp>
      <p:sp>
        <p:nvSpPr>
          <p:cNvPr id="12" name="Text Placeholder 9"/>
          <p:cNvSpPr>
            <a:spLocks noGrp="1"/>
          </p:cNvSpPr>
          <p:nvPr>
            <p:ph type="body" sz="quarter" idx="53"/>
          </p:nvPr>
        </p:nvSpPr>
        <p:spPr>
          <a:xfrm>
            <a:off x="2665277" y="1826445"/>
            <a:ext cx="778678" cy="237241"/>
          </a:xfrm>
        </p:spPr>
        <p:txBody>
          <a:bodyPr anchor="ctr"/>
          <a:lstStyle>
            <a:lvl1pPr marL="0" indent="0" algn="ctr">
              <a:buNone/>
              <a:defRPr sz="600" baseline="0">
                <a:latin typeface="+mn-lt"/>
              </a:defRPr>
            </a:lvl1pPr>
          </a:lstStyle>
          <a:p>
            <a:pPr lvl="0"/>
            <a:endParaRPr lang="en-US" dirty="0"/>
          </a:p>
        </p:txBody>
      </p:sp>
      <p:sp>
        <p:nvSpPr>
          <p:cNvPr id="13" name="Text Placeholder 9"/>
          <p:cNvSpPr>
            <a:spLocks noGrp="1"/>
          </p:cNvSpPr>
          <p:nvPr>
            <p:ph type="body" sz="quarter" idx="54"/>
          </p:nvPr>
        </p:nvSpPr>
        <p:spPr>
          <a:xfrm>
            <a:off x="5624133" y="2136181"/>
            <a:ext cx="3337996" cy="233204"/>
          </a:xfrm>
        </p:spPr>
        <p:txBody>
          <a:bodyPr anchor="ctr"/>
          <a:lstStyle>
            <a:lvl1pPr marL="0" indent="0" algn="ctr">
              <a:buNone/>
              <a:defRPr sz="900" baseline="0">
                <a:latin typeface="+mn-lt"/>
              </a:defRPr>
            </a:lvl1pPr>
          </a:lstStyle>
          <a:p>
            <a:pPr lvl="0"/>
            <a:endParaRPr lang="en-US" dirty="0"/>
          </a:p>
        </p:txBody>
      </p:sp>
      <p:sp>
        <p:nvSpPr>
          <p:cNvPr id="14" name="Text Placeholder 9"/>
          <p:cNvSpPr>
            <a:spLocks noGrp="1"/>
          </p:cNvSpPr>
          <p:nvPr>
            <p:ph type="body" sz="quarter" idx="55"/>
          </p:nvPr>
        </p:nvSpPr>
        <p:spPr>
          <a:xfrm>
            <a:off x="239604" y="2127555"/>
            <a:ext cx="1136269" cy="237241"/>
          </a:xfrm>
        </p:spPr>
        <p:txBody>
          <a:bodyPr anchor="ctr"/>
          <a:lstStyle>
            <a:lvl1pPr marL="0" indent="0" algn="ctr">
              <a:buNone/>
              <a:defRPr sz="900" baseline="0">
                <a:latin typeface="+mn-lt"/>
              </a:defRPr>
            </a:lvl1pPr>
          </a:lstStyle>
          <a:p>
            <a:pPr lvl="0"/>
            <a:endParaRPr lang="en-US" dirty="0"/>
          </a:p>
        </p:txBody>
      </p:sp>
      <p:sp>
        <p:nvSpPr>
          <p:cNvPr id="16" name="Text Placeholder 9"/>
          <p:cNvSpPr>
            <a:spLocks noGrp="1"/>
          </p:cNvSpPr>
          <p:nvPr>
            <p:ph type="body" sz="quarter" idx="57"/>
          </p:nvPr>
        </p:nvSpPr>
        <p:spPr>
          <a:xfrm>
            <a:off x="2665277" y="2133427"/>
            <a:ext cx="778678" cy="237241"/>
          </a:xfrm>
        </p:spPr>
        <p:txBody>
          <a:bodyPr anchor="ctr"/>
          <a:lstStyle>
            <a:lvl1pPr marL="0" indent="0" algn="ctr">
              <a:buNone/>
              <a:defRPr sz="600" baseline="0">
                <a:latin typeface="+mn-lt"/>
              </a:defRPr>
            </a:lvl1pPr>
          </a:lstStyle>
          <a:p>
            <a:pPr lvl="0"/>
            <a:endParaRPr lang="en-US" dirty="0"/>
          </a:p>
        </p:txBody>
      </p:sp>
      <p:sp>
        <p:nvSpPr>
          <p:cNvPr id="17" name="Text Placeholder 9"/>
          <p:cNvSpPr>
            <a:spLocks noGrp="1"/>
          </p:cNvSpPr>
          <p:nvPr>
            <p:ph type="body" sz="quarter" idx="58"/>
          </p:nvPr>
        </p:nvSpPr>
        <p:spPr>
          <a:xfrm>
            <a:off x="5624133" y="2443436"/>
            <a:ext cx="3337996" cy="233204"/>
          </a:xfrm>
        </p:spPr>
        <p:txBody>
          <a:bodyPr anchor="ctr"/>
          <a:lstStyle>
            <a:lvl1pPr marL="0" indent="0" algn="ctr">
              <a:buNone/>
              <a:defRPr sz="900" baseline="0">
                <a:latin typeface="+mn-lt"/>
              </a:defRPr>
            </a:lvl1pPr>
          </a:lstStyle>
          <a:p>
            <a:pPr lvl="0"/>
            <a:endParaRPr lang="en-US" dirty="0"/>
          </a:p>
        </p:txBody>
      </p:sp>
      <p:sp>
        <p:nvSpPr>
          <p:cNvPr id="18" name="Text Placeholder 9"/>
          <p:cNvSpPr>
            <a:spLocks noGrp="1"/>
          </p:cNvSpPr>
          <p:nvPr>
            <p:ph type="body" sz="quarter" idx="59"/>
          </p:nvPr>
        </p:nvSpPr>
        <p:spPr>
          <a:xfrm>
            <a:off x="239604" y="2443356"/>
            <a:ext cx="1136269" cy="237241"/>
          </a:xfrm>
        </p:spPr>
        <p:txBody>
          <a:bodyPr anchor="ctr"/>
          <a:lstStyle>
            <a:lvl1pPr marL="0" indent="0" algn="ctr">
              <a:buNone/>
              <a:defRPr sz="900" baseline="0">
                <a:latin typeface="+mn-lt"/>
              </a:defRPr>
            </a:lvl1pPr>
          </a:lstStyle>
          <a:p>
            <a:pPr lvl="0"/>
            <a:endParaRPr lang="en-US" dirty="0"/>
          </a:p>
        </p:txBody>
      </p:sp>
      <p:sp>
        <p:nvSpPr>
          <p:cNvPr id="20" name="Text Placeholder 9"/>
          <p:cNvSpPr>
            <a:spLocks noGrp="1"/>
          </p:cNvSpPr>
          <p:nvPr>
            <p:ph type="body" sz="quarter" idx="61"/>
          </p:nvPr>
        </p:nvSpPr>
        <p:spPr>
          <a:xfrm>
            <a:off x="2665277" y="2455070"/>
            <a:ext cx="778678" cy="237241"/>
          </a:xfrm>
        </p:spPr>
        <p:txBody>
          <a:bodyPr anchor="ctr"/>
          <a:lstStyle>
            <a:lvl1pPr marL="0" indent="0" algn="ctr">
              <a:buNone/>
              <a:defRPr sz="600" baseline="0">
                <a:latin typeface="+mn-lt"/>
              </a:defRPr>
            </a:lvl1pPr>
          </a:lstStyle>
          <a:p>
            <a:pPr lvl="0"/>
            <a:endParaRPr lang="en-US" dirty="0"/>
          </a:p>
        </p:txBody>
      </p:sp>
      <p:sp>
        <p:nvSpPr>
          <p:cNvPr id="22" name="Text Placeholder 9"/>
          <p:cNvSpPr>
            <a:spLocks noGrp="1"/>
          </p:cNvSpPr>
          <p:nvPr>
            <p:ph type="body" sz="quarter" idx="63"/>
          </p:nvPr>
        </p:nvSpPr>
        <p:spPr>
          <a:xfrm>
            <a:off x="239604" y="2752150"/>
            <a:ext cx="1136269" cy="237241"/>
          </a:xfrm>
        </p:spPr>
        <p:txBody>
          <a:bodyPr anchor="ctr"/>
          <a:lstStyle>
            <a:lvl1pPr marL="0" indent="0" algn="ctr">
              <a:buNone/>
              <a:defRPr sz="900" baseline="0">
                <a:latin typeface="+mn-lt"/>
              </a:defRPr>
            </a:lvl1pPr>
          </a:lstStyle>
          <a:p>
            <a:pPr lvl="0"/>
            <a:endParaRPr lang="en-US" dirty="0"/>
          </a:p>
        </p:txBody>
      </p:sp>
      <p:sp>
        <p:nvSpPr>
          <p:cNvPr id="24" name="Text Placeholder 9"/>
          <p:cNvSpPr>
            <a:spLocks noGrp="1"/>
          </p:cNvSpPr>
          <p:nvPr>
            <p:ph type="body" sz="quarter" idx="65"/>
          </p:nvPr>
        </p:nvSpPr>
        <p:spPr>
          <a:xfrm>
            <a:off x="2656731" y="2760695"/>
            <a:ext cx="778678" cy="237241"/>
          </a:xfrm>
        </p:spPr>
        <p:txBody>
          <a:bodyPr anchor="ctr"/>
          <a:lstStyle>
            <a:lvl1pPr marL="0" indent="0" algn="ctr">
              <a:buNone/>
              <a:defRPr sz="600" baseline="0">
                <a:latin typeface="+mn-lt"/>
              </a:defRPr>
            </a:lvl1pPr>
          </a:lstStyle>
          <a:p>
            <a:pPr lvl="0"/>
            <a:endParaRPr lang="en-US" dirty="0"/>
          </a:p>
        </p:txBody>
      </p:sp>
      <p:sp>
        <p:nvSpPr>
          <p:cNvPr id="25" name="Text Placeholder 9"/>
          <p:cNvSpPr>
            <a:spLocks noGrp="1"/>
          </p:cNvSpPr>
          <p:nvPr>
            <p:ph type="body" sz="quarter" idx="66"/>
          </p:nvPr>
        </p:nvSpPr>
        <p:spPr>
          <a:xfrm>
            <a:off x="5657139" y="2756187"/>
            <a:ext cx="3304990" cy="233204"/>
          </a:xfrm>
        </p:spPr>
        <p:txBody>
          <a:bodyPr anchor="ctr"/>
          <a:lstStyle>
            <a:lvl1pPr marL="0" indent="0" algn="ctr">
              <a:buNone/>
              <a:defRPr sz="900" baseline="0">
                <a:latin typeface="+mn-lt"/>
              </a:defRPr>
            </a:lvl1pPr>
          </a:lstStyle>
          <a:p>
            <a:pPr lvl="0"/>
            <a:endParaRPr lang="en-US" dirty="0"/>
          </a:p>
        </p:txBody>
      </p:sp>
      <p:sp>
        <p:nvSpPr>
          <p:cNvPr id="26" name="Text Placeholder 9"/>
          <p:cNvSpPr>
            <a:spLocks noGrp="1"/>
          </p:cNvSpPr>
          <p:nvPr>
            <p:ph type="body" sz="quarter" idx="67"/>
          </p:nvPr>
        </p:nvSpPr>
        <p:spPr>
          <a:xfrm>
            <a:off x="239604" y="3064397"/>
            <a:ext cx="1136269" cy="237241"/>
          </a:xfrm>
        </p:spPr>
        <p:txBody>
          <a:bodyPr anchor="ctr"/>
          <a:lstStyle>
            <a:lvl1pPr marL="0" indent="0" algn="ctr">
              <a:buNone/>
              <a:defRPr sz="900" baseline="0">
                <a:latin typeface="+mn-lt"/>
              </a:defRPr>
            </a:lvl1pPr>
          </a:lstStyle>
          <a:p>
            <a:pPr lvl="0"/>
            <a:endParaRPr lang="en-US" dirty="0"/>
          </a:p>
        </p:txBody>
      </p:sp>
      <p:sp>
        <p:nvSpPr>
          <p:cNvPr id="28" name="Text Placeholder 9"/>
          <p:cNvSpPr>
            <a:spLocks noGrp="1"/>
          </p:cNvSpPr>
          <p:nvPr>
            <p:ph type="body" sz="quarter" idx="69"/>
          </p:nvPr>
        </p:nvSpPr>
        <p:spPr>
          <a:xfrm>
            <a:off x="2656731" y="3069165"/>
            <a:ext cx="778678" cy="237241"/>
          </a:xfrm>
        </p:spPr>
        <p:txBody>
          <a:bodyPr anchor="ctr"/>
          <a:lstStyle>
            <a:lvl1pPr marL="0" indent="0" algn="ctr">
              <a:buNone/>
              <a:defRPr sz="600" baseline="0">
                <a:latin typeface="+mn-lt"/>
              </a:defRPr>
            </a:lvl1pPr>
          </a:lstStyle>
          <a:p>
            <a:pPr lvl="0"/>
            <a:endParaRPr lang="en-US" dirty="0"/>
          </a:p>
        </p:txBody>
      </p:sp>
      <p:sp>
        <p:nvSpPr>
          <p:cNvPr id="29" name="Text Placeholder 9"/>
          <p:cNvSpPr>
            <a:spLocks noGrp="1"/>
          </p:cNvSpPr>
          <p:nvPr>
            <p:ph type="body" sz="quarter" idx="70"/>
          </p:nvPr>
        </p:nvSpPr>
        <p:spPr>
          <a:xfrm>
            <a:off x="5639520" y="3069165"/>
            <a:ext cx="3322609" cy="233204"/>
          </a:xfrm>
        </p:spPr>
        <p:txBody>
          <a:bodyPr anchor="ctr"/>
          <a:lstStyle>
            <a:lvl1pPr marL="0" indent="0" algn="ctr">
              <a:buNone/>
              <a:defRPr sz="900" baseline="0">
                <a:latin typeface="+mn-lt"/>
              </a:defRPr>
            </a:lvl1pPr>
          </a:lstStyle>
          <a:p>
            <a:pPr lvl="0"/>
            <a:endParaRPr lang="en-US" dirty="0"/>
          </a:p>
        </p:txBody>
      </p:sp>
      <p:sp>
        <p:nvSpPr>
          <p:cNvPr id="30" name="Text Placeholder 9"/>
          <p:cNvSpPr>
            <a:spLocks noGrp="1"/>
          </p:cNvSpPr>
          <p:nvPr>
            <p:ph type="body" sz="quarter" idx="71"/>
          </p:nvPr>
        </p:nvSpPr>
        <p:spPr>
          <a:xfrm>
            <a:off x="239604" y="3375957"/>
            <a:ext cx="1136269" cy="237241"/>
          </a:xfrm>
        </p:spPr>
        <p:txBody>
          <a:bodyPr anchor="ctr"/>
          <a:lstStyle>
            <a:lvl1pPr marL="0" indent="0" algn="ctr">
              <a:buNone/>
              <a:defRPr sz="900" baseline="0">
                <a:latin typeface="+mn-lt"/>
              </a:defRPr>
            </a:lvl1pPr>
          </a:lstStyle>
          <a:p>
            <a:pPr lvl="0"/>
            <a:endParaRPr lang="en-US" dirty="0"/>
          </a:p>
        </p:txBody>
      </p:sp>
      <p:sp>
        <p:nvSpPr>
          <p:cNvPr id="32" name="Text Placeholder 9"/>
          <p:cNvSpPr>
            <a:spLocks noGrp="1"/>
          </p:cNvSpPr>
          <p:nvPr>
            <p:ph type="body" sz="quarter" idx="73"/>
          </p:nvPr>
        </p:nvSpPr>
        <p:spPr>
          <a:xfrm>
            <a:off x="2656731" y="3375956"/>
            <a:ext cx="778678" cy="237241"/>
          </a:xfrm>
        </p:spPr>
        <p:txBody>
          <a:bodyPr anchor="ctr"/>
          <a:lstStyle>
            <a:lvl1pPr marL="0" indent="0" algn="ctr">
              <a:buNone/>
              <a:defRPr sz="600" baseline="0">
                <a:latin typeface="+mn-lt"/>
              </a:defRPr>
            </a:lvl1pPr>
          </a:lstStyle>
          <a:p>
            <a:pPr lvl="0"/>
            <a:endParaRPr lang="en-US" dirty="0"/>
          </a:p>
        </p:txBody>
      </p:sp>
      <p:sp>
        <p:nvSpPr>
          <p:cNvPr id="33" name="Text Placeholder 9"/>
          <p:cNvSpPr>
            <a:spLocks noGrp="1"/>
          </p:cNvSpPr>
          <p:nvPr>
            <p:ph type="body" sz="quarter" idx="74"/>
          </p:nvPr>
        </p:nvSpPr>
        <p:spPr>
          <a:xfrm>
            <a:off x="5624133" y="3368191"/>
            <a:ext cx="3337996" cy="233204"/>
          </a:xfrm>
        </p:spPr>
        <p:txBody>
          <a:bodyPr anchor="ctr"/>
          <a:lstStyle>
            <a:lvl1pPr marL="0" indent="0" algn="ctr">
              <a:buNone/>
              <a:defRPr sz="900" baseline="0">
                <a:latin typeface="+mn-lt"/>
              </a:defRPr>
            </a:lvl1pPr>
          </a:lstStyle>
          <a:p>
            <a:pPr lvl="0"/>
            <a:endParaRPr lang="en-US" dirty="0"/>
          </a:p>
        </p:txBody>
      </p:sp>
      <p:sp>
        <p:nvSpPr>
          <p:cNvPr id="240" name="Text Placeholder 9"/>
          <p:cNvSpPr>
            <a:spLocks noGrp="1"/>
          </p:cNvSpPr>
          <p:nvPr>
            <p:ph type="body" sz="quarter" idx="75"/>
          </p:nvPr>
        </p:nvSpPr>
        <p:spPr>
          <a:xfrm>
            <a:off x="5632679" y="3667327"/>
            <a:ext cx="3337996" cy="233204"/>
          </a:xfrm>
        </p:spPr>
        <p:txBody>
          <a:bodyPr anchor="ctr"/>
          <a:lstStyle>
            <a:lvl1pPr marL="0" indent="0" algn="ctr">
              <a:buNone/>
              <a:defRPr sz="900" baseline="0">
                <a:latin typeface="+mn-lt"/>
              </a:defRPr>
            </a:lvl1pPr>
          </a:lstStyle>
          <a:p>
            <a:pPr lvl="0"/>
            <a:endParaRPr lang="en-US" dirty="0"/>
          </a:p>
        </p:txBody>
      </p:sp>
      <p:sp>
        <p:nvSpPr>
          <p:cNvPr id="241" name="Text Placeholder 9"/>
          <p:cNvSpPr>
            <a:spLocks noGrp="1"/>
          </p:cNvSpPr>
          <p:nvPr>
            <p:ph type="body" sz="quarter" idx="76"/>
          </p:nvPr>
        </p:nvSpPr>
        <p:spPr>
          <a:xfrm>
            <a:off x="248150" y="3675873"/>
            <a:ext cx="1136269" cy="237241"/>
          </a:xfrm>
        </p:spPr>
        <p:txBody>
          <a:bodyPr anchor="ctr"/>
          <a:lstStyle>
            <a:lvl1pPr marL="0" indent="0" algn="ctr">
              <a:buNone/>
              <a:defRPr sz="900" baseline="0">
                <a:latin typeface="+mn-lt"/>
              </a:defRPr>
            </a:lvl1pPr>
          </a:lstStyle>
          <a:p>
            <a:pPr lvl="0"/>
            <a:endParaRPr lang="en-US" dirty="0"/>
          </a:p>
        </p:txBody>
      </p:sp>
      <p:sp>
        <p:nvSpPr>
          <p:cNvPr id="242" name="Text Placeholder 9"/>
          <p:cNvSpPr>
            <a:spLocks noGrp="1"/>
          </p:cNvSpPr>
          <p:nvPr>
            <p:ph type="body" sz="quarter" idx="77"/>
          </p:nvPr>
        </p:nvSpPr>
        <p:spPr>
          <a:xfrm>
            <a:off x="2673823" y="3673119"/>
            <a:ext cx="778678" cy="237241"/>
          </a:xfrm>
        </p:spPr>
        <p:txBody>
          <a:bodyPr anchor="ctr"/>
          <a:lstStyle>
            <a:lvl1pPr marL="0" indent="0" algn="ctr">
              <a:buNone/>
              <a:defRPr sz="600" baseline="0">
                <a:latin typeface="+mn-lt"/>
              </a:defRPr>
            </a:lvl1pPr>
          </a:lstStyle>
          <a:p>
            <a:pPr lvl="0"/>
            <a:endParaRPr lang="en-US" dirty="0"/>
          </a:p>
        </p:txBody>
      </p:sp>
      <p:sp>
        <p:nvSpPr>
          <p:cNvPr id="243" name="Text Placeholder 9"/>
          <p:cNvSpPr>
            <a:spLocks noGrp="1"/>
          </p:cNvSpPr>
          <p:nvPr>
            <p:ph type="body" sz="quarter" idx="78"/>
          </p:nvPr>
        </p:nvSpPr>
        <p:spPr>
          <a:xfrm>
            <a:off x="5632679" y="3970498"/>
            <a:ext cx="3337996" cy="233204"/>
          </a:xfrm>
        </p:spPr>
        <p:txBody>
          <a:bodyPr anchor="ctr"/>
          <a:lstStyle>
            <a:lvl1pPr marL="0" indent="0" algn="ctr">
              <a:buNone/>
              <a:defRPr sz="900" baseline="0">
                <a:latin typeface="+mn-lt"/>
              </a:defRPr>
            </a:lvl1pPr>
          </a:lstStyle>
          <a:p>
            <a:pPr lvl="0"/>
            <a:endParaRPr lang="en-US" dirty="0"/>
          </a:p>
        </p:txBody>
      </p:sp>
      <p:sp>
        <p:nvSpPr>
          <p:cNvPr id="244" name="Text Placeholder 9"/>
          <p:cNvSpPr>
            <a:spLocks noGrp="1"/>
          </p:cNvSpPr>
          <p:nvPr>
            <p:ph type="body" sz="quarter" idx="79"/>
          </p:nvPr>
        </p:nvSpPr>
        <p:spPr>
          <a:xfrm>
            <a:off x="248150" y="3979044"/>
            <a:ext cx="1136269" cy="237241"/>
          </a:xfrm>
        </p:spPr>
        <p:txBody>
          <a:bodyPr anchor="ctr"/>
          <a:lstStyle>
            <a:lvl1pPr marL="0" indent="0" algn="ctr">
              <a:buNone/>
              <a:defRPr sz="900" baseline="0">
                <a:latin typeface="+mn-lt"/>
              </a:defRPr>
            </a:lvl1pPr>
          </a:lstStyle>
          <a:p>
            <a:pPr lvl="0"/>
            <a:endParaRPr lang="en-US" dirty="0"/>
          </a:p>
        </p:txBody>
      </p:sp>
      <p:sp>
        <p:nvSpPr>
          <p:cNvPr id="245" name="Text Placeholder 9"/>
          <p:cNvSpPr>
            <a:spLocks noGrp="1"/>
          </p:cNvSpPr>
          <p:nvPr>
            <p:ph type="body" sz="quarter" idx="80"/>
          </p:nvPr>
        </p:nvSpPr>
        <p:spPr>
          <a:xfrm>
            <a:off x="2673823" y="3976290"/>
            <a:ext cx="778678" cy="237241"/>
          </a:xfrm>
        </p:spPr>
        <p:txBody>
          <a:bodyPr anchor="ctr"/>
          <a:lstStyle>
            <a:lvl1pPr marL="0" indent="0" algn="ctr">
              <a:buNone/>
              <a:defRPr sz="600" baseline="0">
                <a:latin typeface="+mn-lt"/>
              </a:defRPr>
            </a:lvl1pPr>
          </a:lstStyle>
          <a:p>
            <a:pPr lvl="0"/>
            <a:endParaRPr lang="en-US" dirty="0"/>
          </a:p>
        </p:txBody>
      </p:sp>
      <p:sp>
        <p:nvSpPr>
          <p:cNvPr id="246" name="Text Placeholder 9"/>
          <p:cNvSpPr>
            <a:spLocks noGrp="1"/>
          </p:cNvSpPr>
          <p:nvPr>
            <p:ph type="body" sz="quarter" idx="81"/>
          </p:nvPr>
        </p:nvSpPr>
        <p:spPr>
          <a:xfrm>
            <a:off x="5632679" y="4286026"/>
            <a:ext cx="3337996" cy="233204"/>
          </a:xfrm>
        </p:spPr>
        <p:txBody>
          <a:bodyPr anchor="ctr"/>
          <a:lstStyle>
            <a:lvl1pPr marL="0" indent="0" algn="ctr">
              <a:buNone/>
              <a:defRPr sz="900" baseline="0">
                <a:latin typeface="+mn-lt"/>
              </a:defRPr>
            </a:lvl1pPr>
          </a:lstStyle>
          <a:p>
            <a:pPr lvl="0"/>
            <a:endParaRPr lang="en-US" dirty="0"/>
          </a:p>
        </p:txBody>
      </p:sp>
      <p:sp>
        <p:nvSpPr>
          <p:cNvPr id="247" name="Text Placeholder 9"/>
          <p:cNvSpPr>
            <a:spLocks noGrp="1"/>
          </p:cNvSpPr>
          <p:nvPr>
            <p:ph type="body" sz="quarter" idx="82"/>
          </p:nvPr>
        </p:nvSpPr>
        <p:spPr>
          <a:xfrm>
            <a:off x="248150" y="4286026"/>
            <a:ext cx="1136269" cy="237241"/>
          </a:xfrm>
        </p:spPr>
        <p:txBody>
          <a:bodyPr anchor="ctr"/>
          <a:lstStyle>
            <a:lvl1pPr marL="0" indent="0" algn="ctr">
              <a:buNone/>
              <a:defRPr sz="900" baseline="0">
                <a:latin typeface="+mn-lt"/>
              </a:defRPr>
            </a:lvl1pPr>
          </a:lstStyle>
          <a:p>
            <a:pPr lvl="0"/>
            <a:endParaRPr lang="en-US" dirty="0"/>
          </a:p>
        </p:txBody>
      </p:sp>
      <p:sp>
        <p:nvSpPr>
          <p:cNvPr id="248" name="Text Placeholder 9"/>
          <p:cNvSpPr>
            <a:spLocks noGrp="1"/>
          </p:cNvSpPr>
          <p:nvPr>
            <p:ph type="body" sz="quarter" idx="83"/>
          </p:nvPr>
        </p:nvSpPr>
        <p:spPr>
          <a:xfrm>
            <a:off x="2673823" y="4283272"/>
            <a:ext cx="778678" cy="237241"/>
          </a:xfrm>
        </p:spPr>
        <p:txBody>
          <a:bodyPr anchor="ctr"/>
          <a:lstStyle>
            <a:lvl1pPr marL="0" indent="0" algn="ctr">
              <a:buNone/>
              <a:defRPr sz="600" baseline="0">
                <a:latin typeface="+mn-lt"/>
              </a:defRPr>
            </a:lvl1pPr>
          </a:lstStyle>
          <a:p>
            <a:pPr lvl="0"/>
            <a:endParaRPr lang="en-US" dirty="0"/>
          </a:p>
        </p:txBody>
      </p:sp>
      <p:sp>
        <p:nvSpPr>
          <p:cNvPr id="249" name="Text Placeholder 9"/>
          <p:cNvSpPr>
            <a:spLocks noGrp="1"/>
          </p:cNvSpPr>
          <p:nvPr>
            <p:ph type="body" sz="quarter" idx="84"/>
          </p:nvPr>
        </p:nvSpPr>
        <p:spPr>
          <a:xfrm>
            <a:off x="5632679" y="4593281"/>
            <a:ext cx="3337996" cy="233204"/>
          </a:xfrm>
        </p:spPr>
        <p:txBody>
          <a:bodyPr anchor="ctr"/>
          <a:lstStyle>
            <a:lvl1pPr marL="0" indent="0" algn="ctr">
              <a:buNone/>
              <a:defRPr sz="900" baseline="0">
                <a:latin typeface="+mn-lt"/>
              </a:defRPr>
            </a:lvl1pPr>
          </a:lstStyle>
          <a:p>
            <a:pPr lvl="0"/>
            <a:endParaRPr lang="en-US" dirty="0"/>
          </a:p>
        </p:txBody>
      </p:sp>
      <p:sp>
        <p:nvSpPr>
          <p:cNvPr id="250" name="Text Placeholder 9"/>
          <p:cNvSpPr>
            <a:spLocks noGrp="1"/>
          </p:cNvSpPr>
          <p:nvPr>
            <p:ph type="body" sz="quarter" idx="85"/>
          </p:nvPr>
        </p:nvSpPr>
        <p:spPr>
          <a:xfrm>
            <a:off x="248150" y="4601827"/>
            <a:ext cx="1136269" cy="237241"/>
          </a:xfrm>
        </p:spPr>
        <p:txBody>
          <a:bodyPr anchor="ctr"/>
          <a:lstStyle>
            <a:lvl1pPr marL="0" indent="0" algn="ctr">
              <a:buNone/>
              <a:defRPr sz="900" baseline="0">
                <a:latin typeface="+mn-lt"/>
              </a:defRPr>
            </a:lvl1pPr>
          </a:lstStyle>
          <a:p>
            <a:pPr lvl="0"/>
            <a:endParaRPr lang="en-US" dirty="0"/>
          </a:p>
        </p:txBody>
      </p:sp>
      <p:sp>
        <p:nvSpPr>
          <p:cNvPr id="251" name="Text Placeholder 9"/>
          <p:cNvSpPr>
            <a:spLocks noGrp="1"/>
          </p:cNvSpPr>
          <p:nvPr>
            <p:ph type="body" sz="quarter" idx="86"/>
          </p:nvPr>
        </p:nvSpPr>
        <p:spPr>
          <a:xfrm>
            <a:off x="2673823" y="4604915"/>
            <a:ext cx="778678" cy="237241"/>
          </a:xfrm>
        </p:spPr>
        <p:txBody>
          <a:bodyPr anchor="ctr"/>
          <a:lstStyle>
            <a:lvl1pPr marL="0" indent="0" algn="ctr">
              <a:buNone/>
              <a:defRPr sz="600" baseline="0">
                <a:latin typeface="+mn-lt"/>
              </a:defRPr>
            </a:lvl1pPr>
          </a:lstStyle>
          <a:p>
            <a:pPr lvl="0"/>
            <a:endParaRPr lang="en-US" dirty="0"/>
          </a:p>
        </p:txBody>
      </p:sp>
      <p:sp>
        <p:nvSpPr>
          <p:cNvPr id="252" name="Text Placeholder 9"/>
          <p:cNvSpPr>
            <a:spLocks noGrp="1"/>
          </p:cNvSpPr>
          <p:nvPr>
            <p:ph type="body" sz="quarter" idx="87"/>
          </p:nvPr>
        </p:nvSpPr>
        <p:spPr>
          <a:xfrm>
            <a:off x="248150" y="4901995"/>
            <a:ext cx="1136269" cy="237241"/>
          </a:xfrm>
        </p:spPr>
        <p:txBody>
          <a:bodyPr anchor="ctr"/>
          <a:lstStyle>
            <a:lvl1pPr marL="0" indent="0" algn="ctr">
              <a:buNone/>
              <a:defRPr sz="900" baseline="0">
                <a:latin typeface="+mn-lt"/>
              </a:defRPr>
            </a:lvl1pPr>
          </a:lstStyle>
          <a:p>
            <a:pPr lvl="0"/>
            <a:endParaRPr lang="en-US" dirty="0"/>
          </a:p>
        </p:txBody>
      </p:sp>
      <p:sp>
        <p:nvSpPr>
          <p:cNvPr id="253" name="Text Placeholder 9"/>
          <p:cNvSpPr>
            <a:spLocks noGrp="1"/>
          </p:cNvSpPr>
          <p:nvPr>
            <p:ph type="body" sz="quarter" idx="88"/>
          </p:nvPr>
        </p:nvSpPr>
        <p:spPr>
          <a:xfrm>
            <a:off x="2665277" y="4910540"/>
            <a:ext cx="778678" cy="237241"/>
          </a:xfrm>
        </p:spPr>
        <p:txBody>
          <a:bodyPr anchor="ctr"/>
          <a:lstStyle>
            <a:lvl1pPr marL="0" indent="0" algn="ctr">
              <a:buNone/>
              <a:defRPr sz="600" baseline="0">
                <a:latin typeface="+mn-lt"/>
              </a:defRPr>
            </a:lvl1pPr>
          </a:lstStyle>
          <a:p>
            <a:pPr lvl="0"/>
            <a:endParaRPr lang="en-US" dirty="0"/>
          </a:p>
        </p:txBody>
      </p:sp>
      <p:sp>
        <p:nvSpPr>
          <p:cNvPr id="254" name="Text Placeholder 9"/>
          <p:cNvSpPr>
            <a:spLocks noGrp="1"/>
          </p:cNvSpPr>
          <p:nvPr>
            <p:ph type="body" sz="quarter" idx="89"/>
          </p:nvPr>
        </p:nvSpPr>
        <p:spPr>
          <a:xfrm>
            <a:off x="5665685" y="4906032"/>
            <a:ext cx="3304990" cy="233204"/>
          </a:xfrm>
        </p:spPr>
        <p:txBody>
          <a:bodyPr anchor="ctr"/>
          <a:lstStyle>
            <a:lvl1pPr marL="0" indent="0" algn="ctr">
              <a:buNone/>
              <a:defRPr sz="900" baseline="0">
                <a:latin typeface="+mn-lt"/>
              </a:defRPr>
            </a:lvl1pPr>
          </a:lstStyle>
          <a:p>
            <a:pPr lvl="0"/>
            <a:endParaRPr lang="en-US" dirty="0"/>
          </a:p>
        </p:txBody>
      </p:sp>
      <p:sp>
        <p:nvSpPr>
          <p:cNvPr id="255" name="Text Placeholder 9"/>
          <p:cNvSpPr>
            <a:spLocks noGrp="1"/>
          </p:cNvSpPr>
          <p:nvPr>
            <p:ph type="body" sz="quarter" idx="90"/>
          </p:nvPr>
        </p:nvSpPr>
        <p:spPr>
          <a:xfrm>
            <a:off x="248150" y="5214242"/>
            <a:ext cx="1136269" cy="237241"/>
          </a:xfrm>
        </p:spPr>
        <p:txBody>
          <a:bodyPr anchor="ctr"/>
          <a:lstStyle>
            <a:lvl1pPr marL="0" indent="0" algn="ctr">
              <a:buNone/>
              <a:defRPr sz="900" baseline="0">
                <a:latin typeface="+mn-lt"/>
              </a:defRPr>
            </a:lvl1pPr>
          </a:lstStyle>
          <a:p>
            <a:pPr lvl="0"/>
            <a:endParaRPr lang="en-US" dirty="0"/>
          </a:p>
        </p:txBody>
      </p:sp>
      <p:sp>
        <p:nvSpPr>
          <p:cNvPr id="256" name="Text Placeholder 9"/>
          <p:cNvSpPr>
            <a:spLocks noGrp="1"/>
          </p:cNvSpPr>
          <p:nvPr>
            <p:ph type="body" sz="quarter" idx="91"/>
          </p:nvPr>
        </p:nvSpPr>
        <p:spPr>
          <a:xfrm>
            <a:off x="2665277" y="5219010"/>
            <a:ext cx="778678" cy="237241"/>
          </a:xfrm>
        </p:spPr>
        <p:txBody>
          <a:bodyPr anchor="ctr"/>
          <a:lstStyle>
            <a:lvl1pPr marL="0" indent="0" algn="ctr">
              <a:buNone/>
              <a:defRPr sz="600" baseline="0">
                <a:latin typeface="+mn-lt"/>
              </a:defRPr>
            </a:lvl1pPr>
          </a:lstStyle>
          <a:p>
            <a:pPr lvl="0"/>
            <a:endParaRPr lang="en-US" dirty="0"/>
          </a:p>
        </p:txBody>
      </p:sp>
      <p:sp>
        <p:nvSpPr>
          <p:cNvPr id="257" name="Text Placeholder 9"/>
          <p:cNvSpPr>
            <a:spLocks noGrp="1"/>
          </p:cNvSpPr>
          <p:nvPr>
            <p:ph type="body" sz="quarter" idx="92"/>
          </p:nvPr>
        </p:nvSpPr>
        <p:spPr>
          <a:xfrm>
            <a:off x="5648066" y="5219010"/>
            <a:ext cx="3322609" cy="233204"/>
          </a:xfrm>
        </p:spPr>
        <p:txBody>
          <a:bodyPr anchor="ctr"/>
          <a:lstStyle>
            <a:lvl1pPr marL="0" indent="0" algn="ctr">
              <a:buNone/>
              <a:defRPr sz="900" baseline="0">
                <a:latin typeface="+mn-lt"/>
              </a:defRPr>
            </a:lvl1pPr>
          </a:lstStyle>
          <a:p>
            <a:pPr lvl="0"/>
            <a:endParaRPr lang="en-US" dirty="0"/>
          </a:p>
        </p:txBody>
      </p:sp>
      <p:sp>
        <p:nvSpPr>
          <p:cNvPr id="258" name="Text Placeholder 9"/>
          <p:cNvSpPr>
            <a:spLocks noGrp="1"/>
          </p:cNvSpPr>
          <p:nvPr>
            <p:ph type="body" sz="quarter" idx="93"/>
          </p:nvPr>
        </p:nvSpPr>
        <p:spPr>
          <a:xfrm>
            <a:off x="248150" y="5525802"/>
            <a:ext cx="1136269" cy="237241"/>
          </a:xfrm>
        </p:spPr>
        <p:txBody>
          <a:bodyPr anchor="ctr"/>
          <a:lstStyle>
            <a:lvl1pPr marL="0" indent="0" algn="ctr">
              <a:buNone/>
              <a:defRPr sz="900" baseline="0">
                <a:latin typeface="+mn-lt"/>
              </a:defRPr>
            </a:lvl1pPr>
          </a:lstStyle>
          <a:p>
            <a:pPr lvl="0"/>
            <a:endParaRPr lang="en-US" dirty="0"/>
          </a:p>
        </p:txBody>
      </p:sp>
      <p:sp>
        <p:nvSpPr>
          <p:cNvPr id="259" name="Text Placeholder 9"/>
          <p:cNvSpPr>
            <a:spLocks noGrp="1"/>
          </p:cNvSpPr>
          <p:nvPr>
            <p:ph type="body" sz="quarter" idx="94"/>
          </p:nvPr>
        </p:nvSpPr>
        <p:spPr>
          <a:xfrm>
            <a:off x="2665277" y="5525801"/>
            <a:ext cx="778678" cy="237241"/>
          </a:xfrm>
        </p:spPr>
        <p:txBody>
          <a:bodyPr anchor="ctr"/>
          <a:lstStyle>
            <a:lvl1pPr marL="0" indent="0" algn="ctr">
              <a:buNone/>
              <a:defRPr sz="600" baseline="0">
                <a:latin typeface="+mn-lt"/>
              </a:defRPr>
            </a:lvl1pPr>
          </a:lstStyle>
          <a:p>
            <a:pPr lvl="0"/>
            <a:endParaRPr lang="en-US" dirty="0"/>
          </a:p>
        </p:txBody>
      </p:sp>
      <p:sp>
        <p:nvSpPr>
          <p:cNvPr id="260" name="Text Placeholder 9"/>
          <p:cNvSpPr>
            <a:spLocks noGrp="1"/>
          </p:cNvSpPr>
          <p:nvPr>
            <p:ph type="body" sz="quarter" idx="95"/>
          </p:nvPr>
        </p:nvSpPr>
        <p:spPr>
          <a:xfrm>
            <a:off x="5632679" y="5518036"/>
            <a:ext cx="3337996" cy="233204"/>
          </a:xfrm>
        </p:spPr>
        <p:txBody>
          <a:bodyPr anchor="ctr"/>
          <a:lstStyle>
            <a:lvl1pPr marL="0" indent="0" algn="ctr">
              <a:buNone/>
              <a:defRPr sz="900" baseline="0">
                <a:latin typeface="+mn-lt"/>
              </a:defRPr>
            </a:lvl1pPr>
          </a:lstStyle>
          <a:p>
            <a:pPr lvl="0"/>
            <a:endParaRPr lang="en-US" dirty="0"/>
          </a:p>
        </p:txBody>
      </p:sp>
      <p:sp>
        <p:nvSpPr>
          <p:cNvPr id="261" name="Text Placeholder 9"/>
          <p:cNvSpPr>
            <a:spLocks noGrp="1"/>
          </p:cNvSpPr>
          <p:nvPr>
            <p:ph type="body" sz="quarter" idx="96"/>
          </p:nvPr>
        </p:nvSpPr>
        <p:spPr>
          <a:xfrm>
            <a:off x="237820" y="5810827"/>
            <a:ext cx="1136269" cy="237241"/>
          </a:xfrm>
        </p:spPr>
        <p:txBody>
          <a:bodyPr anchor="ctr"/>
          <a:lstStyle>
            <a:lvl1pPr marL="0" indent="0" algn="ctr">
              <a:buNone/>
              <a:defRPr sz="900" baseline="0">
                <a:latin typeface="+mn-lt"/>
              </a:defRPr>
            </a:lvl1pPr>
          </a:lstStyle>
          <a:p>
            <a:pPr lvl="0"/>
            <a:endParaRPr lang="en-US" dirty="0"/>
          </a:p>
        </p:txBody>
      </p:sp>
      <p:sp>
        <p:nvSpPr>
          <p:cNvPr id="262" name="Text Placeholder 9"/>
          <p:cNvSpPr>
            <a:spLocks noGrp="1"/>
          </p:cNvSpPr>
          <p:nvPr>
            <p:ph type="body" sz="quarter" idx="97"/>
          </p:nvPr>
        </p:nvSpPr>
        <p:spPr>
          <a:xfrm>
            <a:off x="2654947" y="5815595"/>
            <a:ext cx="778678" cy="237241"/>
          </a:xfrm>
        </p:spPr>
        <p:txBody>
          <a:bodyPr anchor="ctr"/>
          <a:lstStyle>
            <a:lvl1pPr marL="0" indent="0" algn="ctr">
              <a:buNone/>
              <a:defRPr sz="600" baseline="0">
                <a:latin typeface="+mn-lt"/>
              </a:defRPr>
            </a:lvl1pPr>
          </a:lstStyle>
          <a:p>
            <a:pPr lvl="0"/>
            <a:endParaRPr lang="en-US" dirty="0"/>
          </a:p>
        </p:txBody>
      </p:sp>
      <p:sp>
        <p:nvSpPr>
          <p:cNvPr id="263" name="Text Placeholder 9"/>
          <p:cNvSpPr>
            <a:spLocks noGrp="1"/>
          </p:cNvSpPr>
          <p:nvPr>
            <p:ph type="body" sz="quarter" idx="98"/>
          </p:nvPr>
        </p:nvSpPr>
        <p:spPr>
          <a:xfrm>
            <a:off x="5637736" y="5815595"/>
            <a:ext cx="3322609" cy="233204"/>
          </a:xfrm>
        </p:spPr>
        <p:txBody>
          <a:bodyPr anchor="ctr"/>
          <a:lstStyle>
            <a:lvl1pPr marL="0" indent="0" algn="ctr">
              <a:buNone/>
              <a:defRPr sz="900" baseline="0">
                <a:latin typeface="+mn-lt"/>
              </a:defRPr>
            </a:lvl1pPr>
          </a:lstStyle>
          <a:p>
            <a:pPr lvl="0"/>
            <a:endParaRPr lang="en-US" dirty="0"/>
          </a:p>
        </p:txBody>
      </p:sp>
      <p:sp>
        <p:nvSpPr>
          <p:cNvPr id="264" name="Text Placeholder 9"/>
          <p:cNvSpPr>
            <a:spLocks noGrp="1"/>
          </p:cNvSpPr>
          <p:nvPr>
            <p:ph type="body" sz="quarter" idx="99"/>
          </p:nvPr>
        </p:nvSpPr>
        <p:spPr>
          <a:xfrm>
            <a:off x="237820" y="6122387"/>
            <a:ext cx="1136269" cy="237241"/>
          </a:xfrm>
        </p:spPr>
        <p:txBody>
          <a:bodyPr anchor="ctr"/>
          <a:lstStyle>
            <a:lvl1pPr marL="0" indent="0" algn="ctr">
              <a:buNone/>
              <a:defRPr sz="900" baseline="0">
                <a:latin typeface="+mn-lt"/>
              </a:defRPr>
            </a:lvl1pPr>
          </a:lstStyle>
          <a:p>
            <a:pPr lvl="0"/>
            <a:endParaRPr lang="en-US" dirty="0"/>
          </a:p>
        </p:txBody>
      </p:sp>
      <p:sp>
        <p:nvSpPr>
          <p:cNvPr id="265" name="Text Placeholder 9"/>
          <p:cNvSpPr>
            <a:spLocks noGrp="1"/>
          </p:cNvSpPr>
          <p:nvPr>
            <p:ph type="body" sz="quarter" idx="100"/>
          </p:nvPr>
        </p:nvSpPr>
        <p:spPr>
          <a:xfrm>
            <a:off x="2654947" y="6122386"/>
            <a:ext cx="778678" cy="237241"/>
          </a:xfrm>
        </p:spPr>
        <p:txBody>
          <a:bodyPr anchor="ctr"/>
          <a:lstStyle>
            <a:lvl1pPr marL="0" indent="0" algn="ctr">
              <a:buNone/>
              <a:defRPr sz="600" baseline="0">
                <a:latin typeface="+mn-lt"/>
              </a:defRPr>
            </a:lvl1pPr>
          </a:lstStyle>
          <a:p>
            <a:pPr lvl="0"/>
            <a:endParaRPr lang="en-US" dirty="0"/>
          </a:p>
        </p:txBody>
      </p:sp>
      <p:sp>
        <p:nvSpPr>
          <p:cNvPr id="266" name="Text Placeholder 9"/>
          <p:cNvSpPr>
            <a:spLocks noGrp="1"/>
          </p:cNvSpPr>
          <p:nvPr>
            <p:ph type="body" sz="quarter" idx="101"/>
          </p:nvPr>
        </p:nvSpPr>
        <p:spPr>
          <a:xfrm>
            <a:off x="5622349" y="6114621"/>
            <a:ext cx="3337996" cy="233204"/>
          </a:xfrm>
        </p:spPr>
        <p:txBody>
          <a:bodyPr anchor="ctr"/>
          <a:lstStyle>
            <a:lvl1pPr marL="0" indent="0" algn="ctr">
              <a:buNone/>
              <a:defRPr sz="900" baseline="0">
                <a:latin typeface="+mn-lt"/>
              </a:defRPr>
            </a:lvl1pPr>
          </a:lstStyle>
          <a:p>
            <a:pPr lvl="0"/>
            <a:endParaRPr lang="en-US" dirty="0"/>
          </a:p>
        </p:txBody>
      </p:sp>
      <p:sp>
        <p:nvSpPr>
          <p:cNvPr id="15" name="TextBox 14"/>
          <p:cNvSpPr txBox="1"/>
          <p:nvPr userDrawn="1"/>
        </p:nvSpPr>
        <p:spPr>
          <a:xfrm>
            <a:off x="1252663" y="726597"/>
            <a:ext cx="7263732" cy="369332"/>
          </a:xfrm>
          <a:prstGeom prst="rect">
            <a:avLst/>
          </a:prstGeom>
          <a:noFill/>
        </p:spPr>
        <p:txBody>
          <a:bodyPr wrap="square" rtlCol="0">
            <a:spAutoFit/>
          </a:bodyPr>
          <a:lstStyle/>
          <a:p>
            <a:r>
              <a:rPr lang="en-US" b="1" u="sng" dirty="0"/>
              <a:t>List of Personnel</a:t>
            </a:r>
            <a:r>
              <a:rPr lang="en-US" b="1" u="sng" baseline="0" dirty="0"/>
              <a:t> Trained to Perform the Testing.</a:t>
            </a:r>
            <a:endParaRPr lang="en-US" b="1" u="sng" dirty="0"/>
          </a:p>
        </p:txBody>
      </p:sp>
    </p:spTree>
    <p:extLst>
      <p:ext uri="{BB962C8B-B14F-4D97-AF65-F5344CB8AC3E}">
        <p14:creationId xmlns:p14="http://schemas.microsoft.com/office/powerpoint/2010/main" val="79242911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ocedure Slide 01-Must be used">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graphicFrame>
        <p:nvGraphicFramePr>
          <p:cNvPr id="2" name="Table 1"/>
          <p:cNvGraphicFramePr>
            <a:graphicFrameLocks noGrp="1"/>
          </p:cNvGraphicFramePr>
          <p:nvPr userDrawn="1">
            <p:extLst>
              <p:ext uri="{D42A27DB-BD31-4B8C-83A1-F6EECF244321}">
                <p14:modId xmlns:p14="http://schemas.microsoft.com/office/powerpoint/2010/main" val="2618117016"/>
              </p:ext>
            </p:extLst>
          </p:nvPr>
        </p:nvGraphicFramePr>
        <p:xfrm>
          <a:off x="250825" y="1199292"/>
          <a:ext cx="8695467" cy="4780280"/>
        </p:xfrm>
        <a:graphic>
          <a:graphicData uri="http://schemas.openxmlformats.org/drawingml/2006/table">
            <a:tbl>
              <a:tblPr firstRow="1" bandRow="1">
                <a:tableStyleId>{5C22544A-7EE6-4342-B048-85BDC9FD1C3A}</a:tableStyleId>
              </a:tblPr>
              <a:tblGrid>
                <a:gridCol w="729478">
                  <a:extLst>
                    <a:ext uri="{9D8B030D-6E8A-4147-A177-3AD203B41FA5}">
                      <a16:colId xmlns:a16="http://schemas.microsoft.com/office/drawing/2014/main" val="1591981960"/>
                    </a:ext>
                  </a:extLst>
                </a:gridCol>
                <a:gridCol w="7965989">
                  <a:extLst>
                    <a:ext uri="{9D8B030D-6E8A-4147-A177-3AD203B41FA5}">
                      <a16:colId xmlns:a16="http://schemas.microsoft.com/office/drawing/2014/main" val="2554103565"/>
                    </a:ext>
                  </a:extLst>
                </a:gridCol>
              </a:tblGrid>
              <a:tr h="370840">
                <a:tc>
                  <a:txBody>
                    <a:bodyPr/>
                    <a:lstStyle/>
                    <a:p>
                      <a:pPr algn="ctr"/>
                      <a:r>
                        <a:rPr lang="en-US" sz="1200" dirty="0"/>
                        <a:t>Step</a:t>
                      </a:r>
                    </a:p>
                  </a:txBody>
                  <a:tcPr anchor="ctr"/>
                </a:tc>
                <a:tc>
                  <a:txBody>
                    <a:bodyPr/>
                    <a:lstStyle/>
                    <a:p>
                      <a:pPr algn="ctr"/>
                      <a:endParaRPr lang="en-US" dirty="0"/>
                    </a:p>
                  </a:txBody>
                  <a:tcPr anchor="ctr"/>
                </a:tc>
                <a:extLst>
                  <a:ext uri="{0D108BD9-81ED-4DB2-BD59-A6C34878D82A}">
                    <a16:rowId xmlns:a16="http://schemas.microsoft.com/office/drawing/2014/main" val="3735289143"/>
                  </a:ext>
                </a:extLst>
              </a:tr>
              <a:tr h="370840">
                <a:tc>
                  <a:txBody>
                    <a:bodyPr/>
                    <a:lstStyle/>
                    <a:p>
                      <a:pPr algn="ctr"/>
                      <a:r>
                        <a:rPr lang="en-US" dirty="0"/>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Technician to review the TSP, TR, </a:t>
                      </a:r>
                      <a:r>
                        <a:rPr lang="en-US" sz="1800" baseline="0" dirty="0"/>
                        <a:t>NEM, Datasheet, NDS, and Regulations. Set meeting with Test engineer to discuss any questions/comments/concerns, and to make sure all necessary information are up to date and data required for the test is clearly stated and defined.  </a:t>
                      </a:r>
                      <a:endParaRPr lang="en-US" sz="1800" dirty="0">
                        <a:solidFill>
                          <a:schemeClr val="tx1"/>
                        </a:solidFill>
                      </a:endParaRPr>
                    </a:p>
                  </a:txBody>
                  <a:tcPr anchor="ctr"/>
                </a:tc>
                <a:extLst>
                  <a:ext uri="{0D108BD9-81ED-4DB2-BD59-A6C34878D82A}">
                    <a16:rowId xmlns:a16="http://schemas.microsoft.com/office/drawing/2014/main" val="351306040"/>
                  </a:ext>
                </a:extLst>
              </a:tr>
              <a:tr h="370840">
                <a:tc>
                  <a:txBody>
                    <a:bodyPr/>
                    <a:lstStyle/>
                    <a:p>
                      <a:pPr algn="ctr"/>
                      <a:r>
                        <a:rPr lang="en-US" dirty="0"/>
                        <a: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Using the Logistics</a:t>
                      </a:r>
                      <a:r>
                        <a:rPr lang="en-US" sz="1800" baseline="0" dirty="0"/>
                        <a:t> Information, schedule the work area/lab.  Gather all necessary tools, equipment, materials needed to perform the test.  Acquire all the necessary parts and vehicles needed to perform the test. </a:t>
                      </a:r>
                      <a:r>
                        <a:rPr lang="en-US" sz="1800" baseline="0" dirty="0">
                          <a:solidFill>
                            <a:schemeClr val="tx1"/>
                          </a:solidFill>
                        </a:rPr>
                        <a:t>Make sure test parts are of latest level.</a:t>
                      </a:r>
                      <a:endParaRPr lang="en-US" sz="1800" dirty="0">
                        <a:solidFill>
                          <a:schemeClr val="tx1"/>
                        </a:solidFill>
                      </a:endParaRPr>
                    </a:p>
                  </a:txBody>
                  <a:tcPr anchor="ctr"/>
                </a:tc>
                <a:extLst>
                  <a:ext uri="{0D108BD9-81ED-4DB2-BD59-A6C34878D82A}">
                    <a16:rowId xmlns:a16="http://schemas.microsoft.com/office/drawing/2014/main" val="4076635343"/>
                  </a:ext>
                </a:extLst>
              </a:tr>
              <a:tr h="370840">
                <a:tc>
                  <a:txBody>
                    <a:bodyPr/>
                    <a:lstStyle/>
                    <a:p>
                      <a:pPr algn="ctr"/>
                      <a:r>
                        <a:rPr lang="en-US" dirty="0"/>
                        <a:t>3</a:t>
                      </a:r>
                    </a:p>
                  </a:txBody>
                  <a:tcPr anchor="ctr"/>
                </a:tc>
                <a:tc>
                  <a:txBody>
                    <a:bodyPr/>
                    <a:lstStyle/>
                    <a:p>
                      <a:pPr algn="l"/>
                      <a:endParaRPr lang="en-US" dirty="0"/>
                    </a:p>
                  </a:txBody>
                  <a:tcPr anchor="ctr"/>
                </a:tc>
                <a:extLst>
                  <a:ext uri="{0D108BD9-81ED-4DB2-BD59-A6C34878D82A}">
                    <a16:rowId xmlns:a16="http://schemas.microsoft.com/office/drawing/2014/main" val="1514782961"/>
                  </a:ext>
                </a:extLst>
              </a:tr>
              <a:tr h="370840">
                <a:tc>
                  <a:txBody>
                    <a:bodyPr/>
                    <a:lstStyle/>
                    <a:p>
                      <a:pPr algn="ctr"/>
                      <a:r>
                        <a:rPr lang="en-US" dirty="0"/>
                        <a:t>4</a:t>
                      </a:r>
                    </a:p>
                  </a:txBody>
                  <a:tcPr anchor="ctr"/>
                </a:tc>
                <a:tc>
                  <a:txBody>
                    <a:bodyPr/>
                    <a:lstStyle/>
                    <a:p>
                      <a:pPr algn="l"/>
                      <a:endParaRPr lang="en-US" dirty="0"/>
                    </a:p>
                  </a:txBody>
                  <a:tcPr anchor="ctr"/>
                </a:tc>
                <a:extLst>
                  <a:ext uri="{0D108BD9-81ED-4DB2-BD59-A6C34878D82A}">
                    <a16:rowId xmlns:a16="http://schemas.microsoft.com/office/drawing/2014/main" val="2145422813"/>
                  </a:ext>
                </a:extLst>
              </a:tr>
              <a:tr h="370840">
                <a:tc>
                  <a:txBody>
                    <a:bodyPr/>
                    <a:lstStyle/>
                    <a:p>
                      <a:pPr algn="ctr"/>
                      <a:r>
                        <a:rPr lang="en-US" dirty="0"/>
                        <a:t>5</a:t>
                      </a:r>
                    </a:p>
                  </a:txBody>
                  <a:tcPr anchor="ctr"/>
                </a:tc>
                <a:tc>
                  <a:txBody>
                    <a:bodyPr/>
                    <a:lstStyle/>
                    <a:p>
                      <a:pPr algn="l"/>
                      <a:endParaRPr lang="en-US" dirty="0"/>
                    </a:p>
                  </a:txBody>
                  <a:tcPr anchor="ctr"/>
                </a:tc>
                <a:extLst>
                  <a:ext uri="{0D108BD9-81ED-4DB2-BD59-A6C34878D82A}">
                    <a16:rowId xmlns:a16="http://schemas.microsoft.com/office/drawing/2014/main" val="3109545566"/>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064101360"/>
                  </a:ext>
                </a:extLst>
              </a:tr>
            </a:tbl>
          </a:graphicData>
        </a:graphic>
      </p:graphicFrame>
      <p:sp>
        <p:nvSpPr>
          <p:cNvPr id="11" name="Text Placeholder 6"/>
          <p:cNvSpPr>
            <a:spLocks noGrp="1"/>
          </p:cNvSpPr>
          <p:nvPr>
            <p:ph type="body" sz="quarter" idx="11" hasCustomPrompt="1"/>
          </p:nvPr>
        </p:nvSpPr>
        <p:spPr>
          <a:xfrm>
            <a:off x="255072" y="696527"/>
            <a:ext cx="3040062" cy="423863"/>
          </a:xfrm>
        </p:spPr>
        <p:txBody>
          <a:bodyPr anchor="ctr"/>
          <a:lstStyle>
            <a:lvl1pPr>
              <a:defRPr sz="2400"/>
            </a:lvl1pPr>
          </a:lstStyle>
          <a:p>
            <a:pPr lvl="0"/>
            <a:r>
              <a:rPr lang="en-US" dirty="0"/>
              <a:t>Sub-title</a:t>
            </a:r>
          </a:p>
        </p:txBody>
      </p:sp>
      <p:pic>
        <p:nvPicPr>
          <p:cNvPr id="7" name="Picture 6"/>
          <p:cNvPicPr>
            <a:picLocks noChangeAspect="1"/>
          </p:cNvPicPr>
          <p:nvPr userDrawn="1"/>
        </p:nvPicPr>
        <p:blipFill>
          <a:blip r:embed="rId2"/>
          <a:stretch>
            <a:fillRect/>
          </a:stretch>
        </p:blipFill>
        <p:spPr>
          <a:xfrm>
            <a:off x="952059" y="1170108"/>
            <a:ext cx="7998645" cy="499915"/>
          </a:xfrm>
          <a:prstGeom prst="rect">
            <a:avLst/>
          </a:prstGeom>
        </p:spPr>
      </p:pic>
    </p:spTree>
    <p:extLst>
      <p:ext uri="{BB962C8B-B14F-4D97-AF65-F5344CB8AC3E}">
        <p14:creationId xmlns:p14="http://schemas.microsoft.com/office/powerpoint/2010/main" val="295013960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ocedure Slide 01a-Must be used">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8" name="Title 7"/>
          <p:cNvSpPr>
            <a:spLocks noGrp="1"/>
          </p:cNvSpPr>
          <p:nvPr>
            <p:ph type="title" hasCustomPrompt="1"/>
          </p:nvPr>
        </p:nvSpPr>
        <p:spPr>
          <a:xfrm>
            <a:off x="250825" y="779872"/>
            <a:ext cx="2719706" cy="304729"/>
          </a:xfrm>
        </p:spPr>
        <p:txBody>
          <a:bodyPr/>
          <a:lstStyle>
            <a:lvl1pPr>
              <a:defRPr sz="2000" b="0">
                <a:latin typeface="+mn-lt"/>
              </a:defRPr>
            </a:lvl1pPr>
          </a:lstStyle>
          <a:p>
            <a:r>
              <a:rPr lang="en-US" dirty="0"/>
              <a:t>Sub-Title</a:t>
            </a:r>
          </a:p>
        </p:txBody>
      </p:sp>
      <p:graphicFrame>
        <p:nvGraphicFramePr>
          <p:cNvPr id="2" name="Table 1"/>
          <p:cNvGraphicFramePr>
            <a:graphicFrameLocks noGrp="1"/>
          </p:cNvGraphicFramePr>
          <p:nvPr userDrawn="1">
            <p:extLst>
              <p:ext uri="{D42A27DB-BD31-4B8C-83A1-F6EECF244321}">
                <p14:modId xmlns:p14="http://schemas.microsoft.com/office/powerpoint/2010/main" val="136569096"/>
              </p:ext>
            </p:extLst>
          </p:nvPr>
        </p:nvGraphicFramePr>
        <p:xfrm>
          <a:off x="250825" y="1199292"/>
          <a:ext cx="4859560" cy="5069840"/>
        </p:xfrm>
        <a:graphic>
          <a:graphicData uri="http://schemas.openxmlformats.org/drawingml/2006/table">
            <a:tbl>
              <a:tblPr firstRow="1" bandRow="1">
                <a:tableStyleId>{5C22544A-7EE6-4342-B048-85BDC9FD1C3A}</a:tableStyleId>
              </a:tblPr>
              <a:tblGrid>
                <a:gridCol w="811087">
                  <a:extLst>
                    <a:ext uri="{9D8B030D-6E8A-4147-A177-3AD203B41FA5}">
                      <a16:colId xmlns:a16="http://schemas.microsoft.com/office/drawing/2014/main" val="1591981960"/>
                    </a:ext>
                  </a:extLst>
                </a:gridCol>
                <a:gridCol w="4048473">
                  <a:extLst>
                    <a:ext uri="{9D8B030D-6E8A-4147-A177-3AD203B41FA5}">
                      <a16:colId xmlns:a16="http://schemas.microsoft.com/office/drawing/2014/main" val="2554103565"/>
                    </a:ext>
                  </a:extLst>
                </a:gridCol>
              </a:tblGrid>
              <a:tr h="370840">
                <a:tc>
                  <a:txBody>
                    <a:bodyPr/>
                    <a:lstStyle/>
                    <a:p>
                      <a:pPr algn="ctr"/>
                      <a:r>
                        <a:rPr lang="en-US" sz="1200" dirty="0"/>
                        <a:t>Step</a:t>
                      </a:r>
                    </a:p>
                  </a:txBody>
                  <a:tcPr anchor="ctr"/>
                </a:tc>
                <a:tc>
                  <a:txBody>
                    <a:bodyPr/>
                    <a:lstStyle/>
                    <a:p>
                      <a:pPr algn="ctr"/>
                      <a:endParaRPr lang="en-US" dirty="0"/>
                    </a:p>
                  </a:txBody>
                  <a:tcPr anchor="ctr"/>
                </a:tc>
                <a:extLst>
                  <a:ext uri="{0D108BD9-81ED-4DB2-BD59-A6C34878D82A}">
                    <a16:rowId xmlns:a16="http://schemas.microsoft.com/office/drawing/2014/main" val="3735289143"/>
                  </a:ext>
                </a:extLst>
              </a:tr>
              <a:tr h="370840">
                <a:tc>
                  <a:txBody>
                    <a:bodyPr/>
                    <a:lstStyle/>
                    <a:p>
                      <a:pPr algn="ctr"/>
                      <a:r>
                        <a:rPr lang="en-US" sz="1600" dirty="0"/>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Technician to review the TSP, TR, </a:t>
                      </a:r>
                      <a:r>
                        <a:rPr lang="en-US" sz="1600" baseline="0" dirty="0"/>
                        <a:t>NEM, Datasheet, NDS, and Regulations. Set meeting with Test engineer to discuss any questions/comments/concerns, and to make sure all necessary information are up to date and data required for the test is clearly stated and defined.  </a:t>
                      </a:r>
                      <a:endParaRPr lang="en-US" sz="1600" dirty="0">
                        <a:solidFill>
                          <a:schemeClr val="tx1"/>
                        </a:solidFill>
                      </a:endParaRPr>
                    </a:p>
                  </a:txBody>
                  <a:tcPr anchor="ctr"/>
                </a:tc>
                <a:extLst>
                  <a:ext uri="{0D108BD9-81ED-4DB2-BD59-A6C34878D82A}">
                    <a16:rowId xmlns:a16="http://schemas.microsoft.com/office/drawing/2014/main" val="351306040"/>
                  </a:ext>
                </a:extLst>
              </a:tr>
              <a:tr h="370840">
                <a:tc>
                  <a:txBody>
                    <a:bodyPr/>
                    <a:lstStyle/>
                    <a:p>
                      <a:pPr algn="ctr"/>
                      <a:r>
                        <a:rPr lang="en-US" sz="1600" dirty="0"/>
                        <a: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Using the Logistics</a:t>
                      </a:r>
                      <a:r>
                        <a:rPr lang="en-US" sz="1600" baseline="0" dirty="0"/>
                        <a:t> Information, schedule the work area/lab.  Gather all necessary tools, equipment, materials needed to perform the test.  Acquire all the necessary parts and vehicles needed to perform the test. </a:t>
                      </a:r>
                      <a:r>
                        <a:rPr lang="en-US" sz="1600" baseline="0" dirty="0">
                          <a:solidFill>
                            <a:schemeClr val="tx1"/>
                          </a:solidFill>
                        </a:rPr>
                        <a:t>Make sure test parts are of latest level.</a:t>
                      </a:r>
                      <a:endParaRPr lang="en-US" sz="1600" dirty="0">
                        <a:solidFill>
                          <a:schemeClr val="tx1"/>
                        </a:solidFill>
                      </a:endParaRPr>
                    </a:p>
                  </a:txBody>
                  <a:tcPr anchor="ctr"/>
                </a:tc>
                <a:extLst>
                  <a:ext uri="{0D108BD9-81ED-4DB2-BD59-A6C34878D82A}">
                    <a16:rowId xmlns:a16="http://schemas.microsoft.com/office/drawing/2014/main" val="4076635343"/>
                  </a:ext>
                </a:extLst>
              </a:tr>
              <a:tr h="370840">
                <a:tc>
                  <a:txBody>
                    <a:bodyPr/>
                    <a:lstStyle/>
                    <a:p>
                      <a:pPr algn="ctr"/>
                      <a:r>
                        <a:rPr lang="en-US" sz="1600" dirty="0"/>
                        <a:t>3</a:t>
                      </a:r>
                    </a:p>
                  </a:txBody>
                  <a:tcPr anchor="ctr"/>
                </a:tc>
                <a:tc>
                  <a:txBody>
                    <a:bodyPr/>
                    <a:lstStyle/>
                    <a:p>
                      <a:pPr algn="l"/>
                      <a:endParaRPr lang="en-US" sz="1600" dirty="0"/>
                    </a:p>
                  </a:txBody>
                  <a:tcPr anchor="ctr"/>
                </a:tc>
                <a:extLst>
                  <a:ext uri="{0D108BD9-81ED-4DB2-BD59-A6C34878D82A}">
                    <a16:rowId xmlns:a16="http://schemas.microsoft.com/office/drawing/2014/main" val="1514782961"/>
                  </a:ext>
                </a:extLst>
              </a:tr>
            </a:tbl>
          </a:graphicData>
        </a:graphic>
      </p:graphicFrame>
      <p:sp>
        <p:nvSpPr>
          <p:cNvPr id="7" name="Picture Placeholder 6"/>
          <p:cNvSpPr>
            <a:spLocks noGrp="1"/>
          </p:cNvSpPr>
          <p:nvPr>
            <p:ph type="pic" sz="quarter" idx="11"/>
          </p:nvPr>
        </p:nvSpPr>
        <p:spPr>
          <a:xfrm>
            <a:off x="5289847" y="1198563"/>
            <a:ext cx="3673178" cy="2508250"/>
          </a:xfrm>
        </p:spPr>
        <p:txBody>
          <a:bodyPr/>
          <a:lstStyle/>
          <a:p>
            <a:endParaRPr lang="en-US" dirty="0"/>
          </a:p>
        </p:txBody>
      </p:sp>
      <p:sp>
        <p:nvSpPr>
          <p:cNvPr id="13" name="Picture Placeholder 6"/>
          <p:cNvSpPr>
            <a:spLocks noGrp="1"/>
          </p:cNvSpPr>
          <p:nvPr>
            <p:ph type="pic" sz="quarter" idx="12"/>
          </p:nvPr>
        </p:nvSpPr>
        <p:spPr>
          <a:xfrm>
            <a:off x="5289847" y="3863118"/>
            <a:ext cx="3673177" cy="2508250"/>
          </a:xfrm>
        </p:spPr>
        <p:txBody>
          <a:bodyPr/>
          <a:lstStyle/>
          <a:p>
            <a:endParaRPr lang="en-US" dirty="0"/>
          </a:p>
        </p:txBody>
      </p:sp>
      <p:pic>
        <p:nvPicPr>
          <p:cNvPr id="3" name="Picture 2"/>
          <p:cNvPicPr>
            <a:picLocks noChangeAspect="1"/>
          </p:cNvPicPr>
          <p:nvPr userDrawn="1"/>
        </p:nvPicPr>
        <p:blipFill>
          <a:blip r:embed="rId2"/>
          <a:stretch>
            <a:fillRect/>
          </a:stretch>
        </p:blipFill>
        <p:spPr>
          <a:xfrm>
            <a:off x="1054455" y="1161509"/>
            <a:ext cx="4060288" cy="499915"/>
          </a:xfrm>
          <a:prstGeom prst="rect">
            <a:avLst/>
          </a:prstGeom>
        </p:spPr>
      </p:pic>
    </p:spTree>
    <p:extLst>
      <p:ext uri="{BB962C8B-B14F-4D97-AF65-F5344CB8AC3E}">
        <p14:creationId xmlns:p14="http://schemas.microsoft.com/office/powerpoint/2010/main" val="320181385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cedure Table Slide 01">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baseline="0"/>
            </a:lvl1pPr>
          </a:lstStyle>
          <a:p>
            <a:pPr lvl="0"/>
            <a:r>
              <a:rPr lang="en-US" dirty="0"/>
              <a:t>Add Procedure Table or Pictures</a:t>
            </a:r>
          </a:p>
        </p:txBody>
      </p:sp>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7" name="Text Placeholder 6"/>
          <p:cNvSpPr>
            <a:spLocks noGrp="1"/>
          </p:cNvSpPr>
          <p:nvPr>
            <p:ph type="body" sz="quarter" idx="11" hasCustomPrompt="1"/>
          </p:nvPr>
        </p:nvSpPr>
        <p:spPr>
          <a:xfrm>
            <a:off x="255072" y="671813"/>
            <a:ext cx="3040062" cy="423863"/>
          </a:xfrm>
        </p:spPr>
        <p:txBody>
          <a:bodyPr anchor="ctr"/>
          <a:lstStyle>
            <a:lvl1pPr>
              <a:defRPr sz="2000"/>
            </a:lvl1pPr>
          </a:lstStyle>
          <a:p>
            <a:pPr lvl="0"/>
            <a:r>
              <a:rPr lang="en-US" dirty="0"/>
              <a:t>Sub-title</a:t>
            </a:r>
          </a:p>
        </p:txBody>
      </p:sp>
    </p:spTree>
    <p:extLst>
      <p:ext uri="{BB962C8B-B14F-4D97-AF65-F5344CB8AC3E}">
        <p14:creationId xmlns:p14="http://schemas.microsoft.com/office/powerpoint/2010/main" val="231701502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Procedure Blank Slide">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57309"/>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7" name="Text Placeholder 6"/>
          <p:cNvSpPr>
            <a:spLocks noGrp="1"/>
          </p:cNvSpPr>
          <p:nvPr>
            <p:ph type="body" sz="quarter" idx="11" hasCustomPrompt="1"/>
          </p:nvPr>
        </p:nvSpPr>
        <p:spPr>
          <a:xfrm>
            <a:off x="255072" y="629868"/>
            <a:ext cx="3040062" cy="423863"/>
          </a:xfrm>
        </p:spPr>
        <p:txBody>
          <a:bodyPr anchor="ctr"/>
          <a:lstStyle>
            <a:lvl1pPr>
              <a:defRPr sz="2000"/>
            </a:lvl1pPr>
          </a:lstStyle>
          <a:p>
            <a:pPr lvl="0"/>
            <a:r>
              <a:rPr lang="en-US" dirty="0"/>
              <a:t>Sub-title</a:t>
            </a:r>
          </a:p>
        </p:txBody>
      </p:sp>
    </p:spTree>
    <p:extLst>
      <p:ext uri="{BB962C8B-B14F-4D97-AF65-F5344CB8AC3E}">
        <p14:creationId xmlns:p14="http://schemas.microsoft.com/office/powerpoint/2010/main" val="2203731074"/>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Procedure Table Slide 03">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graphicFrame>
        <p:nvGraphicFramePr>
          <p:cNvPr id="2" name="Table 1"/>
          <p:cNvGraphicFramePr>
            <a:graphicFrameLocks noGrp="1"/>
          </p:cNvGraphicFramePr>
          <p:nvPr userDrawn="1">
            <p:extLst>
              <p:ext uri="{D42A27DB-BD31-4B8C-83A1-F6EECF244321}">
                <p14:modId xmlns:p14="http://schemas.microsoft.com/office/powerpoint/2010/main" val="138085287"/>
              </p:ext>
            </p:extLst>
          </p:nvPr>
        </p:nvGraphicFramePr>
        <p:xfrm>
          <a:off x="250825" y="1199292"/>
          <a:ext cx="8695467" cy="4450080"/>
        </p:xfrm>
        <a:graphic>
          <a:graphicData uri="http://schemas.openxmlformats.org/drawingml/2006/table">
            <a:tbl>
              <a:tblPr firstRow="1" bandRow="1">
                <a:tableStyleId>{5C22544A-7EE6-4342-B048-85BDC9FD1C3A}</a:tableStyleId>
              </a:tblPr>
              <a:tblGrid>
                <a:gridCol w="729478">
                  <a:extLst>
                    <a:ext uri="{9D8B030D-6E8A-4147-A177-3AD203B41FA5}">
                      <a16:colId xmlns:a16="http://schemas.microsoft.com/office/drawing/2014/main" val="1591981960"/>
                    </a:ext>
                  </a:extLst>
                </a:gridCol>
                <a:gridCol w="7965989">
                  <a:extLst>
                    <a:ext uri="{9D8B030D-6E8A-4147-A177-3AD203B41FA5}">
                      <a16:colId xmlns:a16="http://schemas.microsoft.com/office/drawing/2014/main" val="2554103565"/>
                    </a:ext>
                  </a:extLst>
                </a:gridCol>
              </a:tblGrid>
              <a:tr h="370840">
                <a:tc>
                  <a:txBody>
                    <a:bodyPr/>
                    <a:lstStyle/>
                    <a:p>
                      <a:pPr algn="ctr"/>
                      <a:r>
                        <a:rPr lang="en-US" sz="1200" dirty="0"/>
                        <a:t>Step</a:t>
                      </a:r>
                    </a:p>
                  </a:txBody>
                  <a:tcPr anchor="ctr"/>
                </a:tc>
                <a:tc>
                  <a:txBody>
                    <a:bodyPr/>
                    <a:lstStyle/>
                    <a:p>
                      <a:pPr algn="ctr"/>
                      <a:endParaRPr lang="en-US" dirty="0"/>
                    </a:p>
                  </a:txBody>
                  <a:tcPr anchor="ctr"/>
                </a:tc>
                <a:extLst>
                  <a:ext uri="{0D108BD9-81ED-4DB2-BD59-A6C34878D82A}">
                    <a16:rowId xmlns:a16="http://schemas.microsoft.com/office/drawing/2014/main" val="373528914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51306040"/>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407663534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514782961"/>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37822661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2232918545"/>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66856342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741410668"/>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296874697"/>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214542281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109545566"/>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064101360"/>
                  </a:ext>
                </a:extLst>
              </a:tr>
            </a:tbl>
          </a:graphicData>
        </a:graphic>
      </p:graphicFrame>
      <p:sp>
        <p:nvSpPr>
          <p:cNvPr id="11" name="Text Placeholder 6"/>
          <p:cNvSpPr>
            <a:spLocks noGrp="1"/>
          </p:cNvSpPr>
          <p:nvPr>
            <p:ph type="body" sz="quarter" idx="11" hasCustomPrompt="1"/>
          </p:nvPr>
        </p:nvSpPr>
        <p:spPr>
          <a:xfrm>
            <a:off x="255072" y="696527"/>
            <a:ext cx="3040062" cy="423863"/>
          </a:xfrm>
        </p:spPr>
        <p:txBody>
          <a:bodyPr anchor="ctr"/>
          <a:lstStyle>
            <a:lvl1pPr>
              <a:defRPr sz="2400"/>
            </a:lvl1pPr>
          </a:lstStyle>
          <a:p>
            <a:pPr lvl="0"/>
            <a:r>
              <a:rPr lang="en-US" dirty="0"/>
              <a:t>Sub-title</a:t>
            </a:r>
          </a:p>
        </p:txBody>
      </p:sp>
      <p:pic>
        <p:nvPicPr>
          <p:cNvPr id="14" name="Picture 13"/>
          <p:cNvPicPr>
            <a:picLocks noChangeAspect="1"/>
          </p:cNvPicPr>
          <p:nvPr userDrawn="1"/>
        </p:nvPicPr>
        <p:blipFill>
          <a:blip r:embed="rId2"/>
          <a:stretch>
            <a:fillRect/>
          </a:stretch>
        </p:blipFill>
        <p:spPr>
          <a:xfrm>
            <a:off x="952059" y="1163812"/>
            <a:ext cx="7998645" cy="499915"/>
          </a:xfrm>
          <a:prstGeom prst="rect">
            <a:avLst/>
          </a:prstGeom>
        </p:spPr>
      </p:pic>
    </p:spTree>
    <p:extLst>
      <p:ext uri="{BB962C8B-B14F-4D97-AF65-F5344CB8AC3E}">
        <p14:creationId xmlns:p14="http://schemas.microsoft.com/office/powerpoint/2010/main" val="72172286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Procedure Table Slide 04">
    <p:spTree>
      <p:nvGrpSpPr>
        <p:cNvPr id="1" name=""/>
        <p:cNvGrpSpPr/>
        <p:nvPr/>
      </p:nvGrpSpPr>
      <p:grpSpPr>
        <a:xfrm>
          <a:off x="0" y="0"/>
          <a:ext cx="0" cy="0"/>
          <a:chOff x="0" y="0"/>
          <a:chExt cx="0" cy="0"/>
        </a:xfrm>
      </p:grpSpPr>
      <p:grpSp>
        <p:nvGrpSpPr>
          <p:cNvPr id="5" name="Group 4"/>
          <p:cNvGrpSpPr/>
          <p:nvPr userDrawn="1"/>
        </p:nvGrpSpPr>
        <p:grpSpPr>
          <a:xfrm>
            <a:off x="4600575" y="326754"/>
            <a:ext cx="2679680" cy="501637"/>
            <a:chOff x="4327405" y="283315"/>
            <a:chExt cx="2679680" cy="501637"/>
          </a:xfrm>
        </p:grpSpPr>
        <p:sp>
          <p:nvSpPr>
            <p:cNvPr id="4" name="TextBox 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6" name="TextBox 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0" name="Straight Connector 9"/>
          <p:cNvCxnSpPr/>
          <p:nvPr userDrawn="1"/>
        </p:nvCxnSpPr>
        <p:spPr bwMode="auto">
          <a:xfrm>
            <a:off x="6439121"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Text Placeholder 11"/>
          <p:cNvSpPr>
            <a:spLocks noGrp="1"/>
          </p:cNvSpPr>
          <p:nvPr>
            <p:ph type="body" sz="quarter" idx="10" hasCustomPrompt="1"/>
          </p:nvPr>
        </p:nvSpPr>
        <p:spPr>
          <a:xfrm>
            <a:off x="6383369" y="295464"/>
            <a:ext cx="823705" cy="368300"/>
          </a:xfrm>
        </p:spPr>
        <p:txBody>
          <a:bodyPr/>
          <a:lstStyle>
            <a:lvl1pPr marL="0" indent="0" algn="ctr">
              <a:buNone/>
              <a:defRPr sz="1800" baseline="0"/>
            </a:lvl1pPr>
          </a:lstStyle>
          <a:p>
            <a:pPr lvl="0"/>
            <a:r>
              <a:rPr lang="en-US" dirty="0"/>
              <a:t>Time</a:t>
            </a:r>
          </a:p>
        </p:txBody>
      </p:sp>
      <p:sp>
        <p:nvSpPr>
          <p:cNvPr id="17"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8" name="Title 7"/>
          <p:cNvSpPr>
            <a:spLocks noGrp="1"/>
          </p:cNvSpPr>
          <p:nvPr>
            <p:ph type="title" hasCustomPrompt="1"/>
          </p:nvPr>
        </p:nvSpPr>
        <p:spPr>
          <a:xfrm>
            <a:off x="250825" y="779872"/>
            <a:ext cx="2719706" cy="304729"/>
          </a:xfrm>
        </p:spPr>
        <p:txBody>
          <a:bodyPr/>
          <a:lstStyle>
            <a:lvl1pPr>
              <a:defRPr sz="2000" b="0">
                <a:latin typeface="+mn-lt"/>
              </a:defRPr>
            </a:lvl1pPr>
          </a:lstStyle>
          <a:p>
            <a:r>
              <a:rPr lang="en-US" dirty="0"/>
              <a:t>Sub-Title</a:t>
            </a:r>
          </a:p>
        </p:txBody>
      </p:sp>
      <p:graphicFrame>
        <p:nvGraphicFramePr>
          <p:cNvPr id="2" name="Table 1"/>
          <p:cNvGraphicFramePr>
            <a:graphicFrameLocks noGrp="1"/>
          </p:cNvGraphicFramePr>
          <p:nvPr userDrawn="1">
            <p:extLst>
              <p:ext uri="{D42A27DB-BD31-4B8C-83A1-F6EECF244321}">
                <p14:modId xmlns:p14="http://schemas.microsoft.com/office/powerpoint/2010/main" val="980034669"/>
              </p:ext>
            </p:extLst>
          </p:nvPr>
        </p:nvGraphicFramePr>
        <p:xfrm>
          <a:off x="250825" y="1199292"/>
          <a:ext cx="4370602" cy="4450080"/>
        </p:xfrm>
        <a:graphic>
          <a:graphicData uri="http://schemas.openxmlformats.org/drawingml/2006/table">
            <a:tbl>
              <a:tblPr firstRow="1" bandRow="1">
                <a:tableStyleId>{5C22544A-7EE6-4342-B048-85BDC9FD1C3A}</a:tableStyleId>
              </a:tblPr>
              <a:tblGrid>
                <a:gridCol w="729478">
                  <a:extLst>
                    <a:ext uri="{9D8B030D-6E8A-4147-A177-3AD203B41FA5}">
                      <a16:colId xmlns:a16="http://schemas.microsoft.com/office/drawing/2014/main" val="1591981960"/>
                    </a:ext>
                  </a:extLst>
                </a:gridCol>
                <a:gridCol w="3641124">
                  <a:extLst>
                    <a:ext uri="{9D8B030D-6E8A-4147-A177-3AD203B41FA5}">
                      <a16:colId xmlns:a16="http://schemas.microsoft.com/office/drawing/2014/main" val="2554103565"/>
                    </a:ext>
                  </a:extLst>
                </a:gridCol>
              </a:tblGrid>
              <a:tr h="370840">
                <a:tc>
                  <a:txBody>
                    <a:bodyPr/>
                    <a:lstStyle/>
                    <a:p>
                      <a:pPr algn="ctr"/>
                      <a:r>
                        <a:rPr lang="en-US" sz="1200" dirty="0"/>
                        <a:t>Step</a:t>
                      </a:r>
                    </a:p>
                  </a:txBody>
                  <a:tcPr anchor="ctr"/>
                </a:tc>
                <a:tc>
                  <a:txBody>
                    <a:bodyPr/>
                    <a:lstStyle/>
                    <a:p>
                      <a:pPr algn="ctr"/>
                      <a:endParaRPr lang="en-US" dirty="0"/>
                    </a:p>
                  </a:txBody>
                  <a:tcPr anchor="ctr"/>
                </a:tc>
                <a:extLst>
                  <a:ext uri="{0D108BD9-81ED-4DB2-BD59-A6C34878D82A}">
                    <a16:rowId xmlns:a16="http://schemas.microsoft.com/office/drawing/2014/main" val="373528914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51306040"/>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407663534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514782961"/>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37822661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2232918545"/>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166856342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741410668"/>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296874697"/>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2145422813"/>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109545566"/>
                  </a:ext>
                </a:extLst>
              </a:tr>
              <a:tr h="370840">
                <a:tc>
                  <a:txBody>
                    <a:bodyPr/>
                    <a:lstStyle/>
                    <a:p>
                      <a:pPr algn="ctr"/>
                      <a:endParaRPr lang="en-US" dirty="0"/>
                    </a:p>
                  </a:txBody>
                  <a:tcPr anchor="ctr"/>
                </a:tc>
                <a:tc>
                  <a:txBody>
                    <a:bodyPr/>
                    <a:lstStyle/>
                    <a:p>
                      <a:pPr algn="l"/>
                      <a:endParaRPr lang="en-US" dirty="0"/>
                    </a:p>
                  </a:txBody>
                  <a:tcPr anchor="ctr"/>
                </a:tc>
                <a:extLst>
                  <a:ext uri="{0D108BD9-81ED-4DB2-BD59-A6C34878D82A}">
                    <a16:rowId xmlns:a16="http://schemas.microsoft.com/office/drawing/2014/main" val="3064101360"/>
                  </a:ext>
                </a:extLst>
              </a:tr>
            </a:tbl>
          </a:graphicData>
        </a:graphic>
      </p:graphicFrame>
      <p:sp>
        <p:nvSpPr>
          <p:cNvPr id="7" name="Picture Placeholder 6"/>
          <p:cNvSpPr>
            <a:spLocks noGrp="1"/>
          </p:cNvSpPr>
          <p:nvPr>
            <p:ph type="pic" sz="quarter" idx="11"/>
          </p:nvPr>
        </p:nvSpPr>
        <p:spPr>
          <a:xfrm>
            <a:off x="4876800" y="1198563"/>
            <a:ext cx="4086225" cy="2508250"/>
          </a:xfrm>
        </p:spPr>
        <p:txBody>
          <a:bodyPr/>
          <a:lstStyle/>
          <a:p>
            <a:endParaRPr lang="en-US" dirty="0"/>
          </a:p>
        </p:txBody>
      </p:sp>
      <p:sp>
        <p:nvSpPr>
          <p:cNvPr id="13" name="Picture Placeholder 6"/>
          <p:cNvSpPr>
            <a:spLocks noGrp="1"/>
          </p:cNvSpPr>
          <p:nvPr>
            <p:ph type="pic" sz="quarter" idx="12"/>
          </p:nvPr>
        </p:nvSpPr>
        <p:spPr>
          <a:xfrm>
            <a:off x="4876799" y="3863118"/>
            <a:ext cx="4086225" cy="2508250"/>
          </a:xfrm>
        </p:spPr>
        <p:txBody>
          <a:bodyPr/>
          <a:lstStyle/>
          <a:p>
            <a:endParaRPr lang="en-US" dirty="0"/>
          </a:p>
        </p:txBody>
      </p:sp>
      <p:pic>
        <p:nvPicPr>
          <p:cNvPr id="3" name="Picture 2"/>
          <p:cNvPicPr>
            <a:picLocks noChangeAspect="1"/>
          </p:cNvPicPr>
          <p:nvPr userDrawn="1"/>
        </p:nvPicPr>
        <p:blipFill>
          <a:blip r:embed="rId2"/>
          <a:stretch>
            <a:fillRect/>
          </a:stretch>
        </p:blipFill>
        <p:spPr>
          <a:xfrm>
            <a:off x="969518" y="1167477"/>
            <a:ext cx="3651821" cy="499915"/>
          </a:xfrm>
          <a:prstGeom prst="rect">
            <a:avLst/>
          </a:prstGeom>
        </p:spPr>
      </p:pic>
    </p:spTree>
    <p:extLst>
      <p:ext uri="{BB962C8B-B14F-4D97-AF65-F5344CB8AC3E}">
        <p14:creationId xmlns:p14="http://schemas.microsoft.com/office/powerpoint/2010/main" val="3811714284"/>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ocedure mini table 05">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250825" y="1149350"/>
            <a:ext cx="4273550" cy="50784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Procedure Table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4676775" y="1149350"/>
            <a:ext cx="4273550" cy="237644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Picture</a:t>
            </a:r>
          </a:p>
        </p:txBody>
      </p:sp>
      <p:sp>
        <p:nvSpPr>
          <p:cNvPr id="11" name="Text Placeholder 11"/>
          <p:cNvSpPr>
            <a:spLocks noGrp="1"/>
          </p:cNvSpPr>
          <p:nvPr>
            <p:ph type="body" sz="quarter" idx="10" hasCustomPrompt="1"/>
          </p:nvPr>
        </p:nvSpPr>
        <p:spPr>
          <a:xfrm>
            <a:off x="6382051" y="291462"/>
            <a:ext cx="828646" cy="368300"/>
          </a:xfrm>
        </p:spPr>
        <p:txBody>
          <a:bodyPr/>
          <a:lstStyle>
            <a:lvl1pPr marL="0" indent="0" algn="ctr">
              <a:buNone/>
              <a:defRPr sz="1800"/>
            </a:lvl1pPr>
          </a:lstStyle>
          <a:p>
            <a:pPr lvl="0"/>
            <a:r>
              <a:rPr lang="en-US" dirty="0"/>
              <a:t>Time</a:t>
            </a:r>
          </a:p>
        </p:txBody>
      </p:sp>
      <p:grpSp>
        <p:nvGrpSpPr>
          <p:cNvPr id="15" name="Group 14"/>
          <p:cNvGrpSpPr/>
          <p:nvPr userDrawn="1"/>
        </p:nvGrpSpPr>
        <p:grpSpPr>
          <a:xfrm>
            <a:off x="4600575" y="326754"/>
            <a:ext cx="2679680" cy="501637"/>
            <a:chOff x="4327405" y="283315"/>
            <a:chExt cx="2679680" cy="501637"/>
          </a:xfrm>
        </p:grpSpPr>
        <p:sp>
          <p:nvSpPr>
            <p:cNvPr id="16" name="TextBox 15"/>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7" name="TextBox 16"/>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8" name="Straight Connector 17"/>
          <p:cNvCxnSpPr/>
          <p:nvPr userDrawn="1"/>
        </p:nvCxnSpPr>
        <p:spPr bwMode="auto">
          <a:xfrm>
            <a:off x="6439121" y="607508"/>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0" name="Content Placeholder 3"/>
          <p:cNvSpPr>
            <a:spLocks noGrp="1"/>
          </p:cNvSpPr>
          <p:nvPr>
            <p:ph sz="half" idx="11" hasCustomPrompt="1"/>
          </p:nvPr>
        </p:nvSpPr>
        <p:spPr>
          <a:xfrm>
            <a:off x="4655185" y="3698790"/>
            <a:ext cx="4273550" cy="24919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Picture</a:t>
            </a:r>
          </a:p>
        </p:txBody>
      </p:sp>
      <p:sp>
        <p:nvSpPr>
          <p:cNvPr id="14" name="Text Placeholder 6"/>
          <p:cNvSpPr>
            <a:spLocks noGrp="1"/>
          </p:cNvSpPr>
          <p:nvPr>
            <p:ph type="body" sz="quarter" idx="12" hasCustomPrompt="1"/>
          </p:nvPr>
        </p:nvSpPr>
        <p:spPr>
          <a:xfrm>
            <a:off x="255072" y="671813"/>
            <a:ext cx="3040062" cy="423863"/>
          </a:xfrm>
        </p:spPr>
        <p:txBody>
          <a:bodyPr anchor="ctr"/>
          <a:lstStyle>
            <a:lvl1pPr>
              <a:defRPr sz="2400"/>
            </a:lvl1pPr>
          </a:lstStyle>
          <a:p>
            <a:pPr lvl="0"/>
            <a:r>
              <a:rPr lang="en-US" dirty="0"/>
              <a:t>Sub-title</a:t>
            </a:r>
          </a:p>
        </p:txBody>
      </p:sp>
    </p:spTree>
    <p:extLst>
      <p:ext uri="{BB962C8B-B14F-4D97-AF65-F5344CB8AC3E}">
        <p14:creationId xmlns:p14="http://schemas.microsoft.com/office/powerpoint/2010/main" val="408576372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dure Slide 06">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1638012"/>
            <a:ext cx="4040188" cy="46236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638012"/>
            <a:ext cx="4041775" cy="46236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0" hasCustomPrompt="1"/>
          </p:nvPr>
        </p:nvSpPr>
        <p:spPr>
          <a:xfrm>
            <a:off x="6484371" y="298275"/>
            <a:ext cx="882973" cy="368300"/>
          </a:xfrm>
        </p:spPr>
        <p:txBody>
          <a:bodyPr/>
          <a:lstStyle>
            <a:lvl1pPr marL="0" indent="0" algn="ctr">
              <a:buNone/>
              <a:defRPr sz="1800"/>
            </a:lvl1pPr>
          </a:lstStyle>
          <a:p>
            <a:pPr lvl="0"/>
            <a:r>
              <a:rPr lang="en-US" dirty="0"/>
              <a:t>Time</a:t>
            </a:r>
          </a:p>
        </p:txBody>
      </p:sp>
      <p:grpSp>
        <p:nvGrpSpPr>
          <p:cNvPr id="7" name="Group 6"/>
          <p:cNvGrpSpPr/>
          <p:nvPr userDrawn="1"/>
        </p:nvGrpSpPr>
        <p:grpSpPr>
          <a:xfrm>
            <a:off x="4678956" y="326754"/>
            <a:ext cx="2679680" cy="501637"/>
            <a:chOff x="4678956" y="326754"/>
            <a:chExt cx="2679680" cy="501637"/>
          </a:xfrm>
        </p:grpSpPr>
        <p:grpSp>
          <p:nvGrpSpPr>
            <p:cNvPr id="14" name="Group 13"/>
            <p:cNvGrpSpPr/>
            <p:nvPr userDrawn="1"/>
          </p:nvGrpSpPr>
          <p:grpSpPr>
            <a:xfrm>
              <a:off x="4678956" y="326754"/>
              <a:ext cx="2679680" cy="501637"/>
              <a:chOff x="4327405" y="283315"/>
              <a:chExt cx="2679680" cy="501637"/>
            </a:xfrm>
          </p:grpSpPr>
          <p:sp>
            <p:nvSpPr>
              <p:cNvPr id="15" name="TextBox 14"/>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6" name="TextBox 15"/>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7" name="Straight Connector 16"/>
            <p:cNvCxnSpPr/>
            <p:nvPr userDrawn="1"/>
          </p:nvCxnSpPr>
          <p:spPr bwMode="auto">
            <a:xfrm>
              <a:off x="6508793" y="607508"/>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8"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3" name="Text Placeholder 6"/>
          <p:cNvSpPr>
            <a:spLocks noGrp="1"/>
          </p:cNvSpPr>
          <p:nvPr>
            <p:ph type="body" sz="quarter" idx="11" hasCustomPrompt="1"/>
          </p:nvPr>
        </p:nvSpPr>
        <p:spPr>
          <a:xfrm>
            <a:off x="255072" y="671813"/>
            <a:ext cx="3040062" cy="423863"/>
          </a:xfrm>
        </p:spPr>
        <p:txBody>
          <a:bodyPr anchor="ctr"/>
          <a:lstStyle>
            <a:lvl1pPr>
              <a:defRPr sz="2400"/>
            </a:lvl1pPr>
          </a:lstStyle>
          <a:p>
            <a:pPr lvl="0"/>
            <a:r>
              <a:rPr lang="en-US" dirty="0"/>
              <a:t>Sub-title</a:t>
            </a:r>
          </a:p>
        </p:txBody>
      </p:sp>
      <p:sp>
        <p:nvSpPr>
          <p:cNvPr id="19" name="Rectangle 18"/>
          <p:cNvSpPr/>
          <p:nvPr userDrawn="1"/>
        </p:nvSpPr>
        <p:spPr>
          <a:xfrm>
            <a:off x="457201" y="1256832"/>
            <a:ext cx="4040188" cy="369332"/>
          </a:xfrm>
          <a:prstGeom prst="rect">
            <a:avLst/>
          </a:prstGeom>
          <a:solidFill>
            <a:schemeClr val="tx1"/>
          </a:solidFill>
        </p:spPr>
        <p:txBody>
          <a:bodyPr wrap="square">
            <a:spAutoFit/>
          </a:bodyPr>
          <a:lstStyle/>
          <a:p>
            <a:pPr algn="ctr"/>
            <a:endParaRPr lang="en-US" dirty="0">
              <a:solidFill>
                <a:schemeClr val="bg1"/>
              </a:solidFill>
              <a:latin typeface="+mn-lt"/>
            </a:endParaRPr>
          </a:p>
        </p:txBody>
      </p:sp>
      <p:sp>
        <p:nvSpPr>
          <p:cNvPr id="20" name="Rectangle 19"/>
          <p:cNvSpPr/>
          <p:nvPr userDrawn="1"/>
        </p:nvSpPr>
        <p:spPr>
          <a:xfrm>
            <a:off x="4645025" y="1256832"/>
            <a:ext cx="4040188" cy="369332"/>
          </a:xfrm>
          <a:prstGeom prst="rect">
            <a:avLst/>
          </a:prstGeom>
          <a:solidFill>
            <a:schemeClr val="tx1"/>
          </a:solidFill>
        </p:spPr>
        <p:txBody>
          <a:bodyPr wrap="square">
            <a:spAutoFit/>
          </a:bodyPr>
          <a:lstStyle/>
          <a:p>
            <a:pPr algn="ctr"/>
            <a:endParaRPr lang="en-US" dirty="0">
              <a:solidFill>
                <a:schemeClr val="bg1"/>
              </a:solidFill>
              <a:latin typeface="+mn-lt"/>
            </a:endParaRPr>
          </a:p>
        </p:txBody>
      </p:sp>
      <p:pic>
        <p:nvPicPr>
          <p:cNvPr id="8" name="Picture 7"/>
          <p:cNvPicPr>
            <a:picLocks noChangeAspect="1"/>
          </p:cNvPicPr>
          <p:nvPr userDrawn="1"/>
        </p:nvPicPr>
        <p:blipFill>
          <a:blip r:embed="rId2"/>
          <a:stretch>
            <a:fillRect/>
          </a:stretch>
        </p:blipFill>
        <p:spPr>
          <a:xfrm>
            <a:off x="644917" y="1227648"/>
            <a:ext cx="3651821" cy="499915"/>
          </a:xfrm>
          <a:prstGeom prst="rect">
            <a:avLst/>
          </a:prstGeom>
        </p:spPr>
      </p:pic>
      <p:pic>
        <p:nvPicPr>
          <p:cNvPr id="22" name="Picture 21"/>
          <p:cNvPicPr>
            <a:picLocks noChangeAspect="1"/>
          </p:cNvPicPr>
          <p:nvPr userDrawn="1"/>
        </p:nvPicPr>
        <p:blipFill>
          <a:blip r:embed="rId2"/>
          <a:stretch>
            <a:fillRect/>
          </a:stretch>
        </p:blipFill>
        <p:spPr>
          <a:xfrm>
            <a:off x="4756474" y="1227647"/>
            <a:ext cx="3651821" cy="499915"/>
          </a:xfrm>
          <a:prstGeom prst="rect">
            <a:avLst/>
          </a:prstGeom>
        </p:spPr>
      </p:pic>
    </p:spTree>
    <p:extLst>
      <p:ext uri="{BB962C8B-B14F-4D97-AF65-F5344CB8AC3E}">
        <p14:creationId xmlns:p14="http://schemas.microsoft.com/office/powerpoint/2010/main" val="283937560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dure Slide 07">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7823294" y="509082"/>
            <a:ext cx="1255885" cy="207282"/>
          </a:xfrm>
          <a:prstGeom prst="rect">
            <a:avLst/>
          </a:prstGeom>
        </p:spPr>
      </p:pic>
      <p:sp>
        <p:nvSpPr>
          <p:cNvPr id="9" name="Text Placeholder 11"/>
          <p:cNvSpPr>
            <a:spLocks noGrp="1"/>
          </p:cNvSpPr>
          <p:nvPr>
            <p:ph type="body" sz="quarter" idx="10" hasCustomPrompt="1"/>
          </p:nvPr>
        </p:nvSpPr>
        <p:spPr>
          <a:xfrm>
            <a:off x="6565466" y="305784"/>
            <a:ext cx="880269" cy="368300"/>
          </a:xfrm>
        </p:spPr>
        <p:txBody>
          <a:bodyPr/>
          <a:lstStyle>
            <a:lvl1pPr marL="0" indent="0" algn="l">
              <a:buNone/>
              <a:defRPr sz="1800"/>
            </a:lvl1pPr>
          </a:lstStyle>
          <a:p>
            <a:pPr lvl="0"/>
            <a:r>
              <a:rPr lang="en-US" dirty="0"/>
              <a:t>Time</a:t>
            </a:r>
          </a:p>
        </p:txBody>
      </p:sp>
      <p:grpSp>
        <p:nvGrpSpPr>
          <p:cNvPr id="10" name="Group 9"/>
          <p:cNvGrpSpPr/>
          <p:nvPr userDrawn="1"/>
        </p:nvGrpSpPr>
        <p:grpSpPr>
          <a:xfrm>
            <a:off x="4757347" y="338263"/>
            <a:ext cx="2679680" cy="501637"/>
            <a:chOff x="4678956" y="326754"/>
            <a:chExt cx="2679680" cy="501637"/>
          </a:xfrm>
        </p:grpSpPr>
        <p:grpSp>
          <p:nvGrpSpPr>
            <p:cNvPr id="11" name="Group 10"/>
            <p:cNvGrpSpPr/>
            <p:nvPr userDrawn="1"/>
          </p:nvGrpSpPr>
          <p:grpSpPr>
            <a:xfrm>
              <a:off x="4678956" y="326754"/>
              <a:ext cx="2679680" cy="501637"/>
              <a:chOff x="4327405" y="283315"/>
              <a:chExt cx="2679680" cy="501637"/>
            </a:xfrm>
          </p:grpSpPr>
          <p:sp>
            <p:nvSpPr>
              <p:cNvPr id="13" name="TextBox 12"/>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4" name="TextBox 13"/>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2" name="Straight Connector 11"/>
            <p:cNvCxnSpPr/>
            <p:nvPr userDrawn="1"/>
          </p:nvCxnSpPr>
          <p:spPr bwMode="auto">
            <a:xfrm>
              <a:off x="6508793"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5"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6" name="Text Placeholder 6"/>
          <p:cNvSpPr>
            <a:spLocks noGrp="1"/>
          </p:cNvSpPr>
          <p:nvPr>
            <p:ph type="body" sz="quarter" idx="11" hasCustomPrompt="1"/>
          </p:nvPr>
        </p:nvSpPr>
        <p:spPr>
          <a:xfrm>
            <a:off x="255072" y="671813"/>
            <a:ext cx="3040062" cy="423863"/>
          </a:xfrm>
        </p:spPr>
        <p:txBody>
          <a:bodyPr anchor="ctr"/>
          <a:lstStyle>
            <a:lvl1pPr>
              <a:defRPr sz="2400"/>
            </a:lvl1pPr>
          </a:lstStyle>
          <a:p>
            <a:pPr lvl="0"/>
            <a:r>
              <a:rPr lang="en-US" dirty="0"/>
              <a:t>Sub-title</a:t>
            </a:r>
          </a:p>
        </p:txBody>
      </p:sp>
    </p:spTree>
    <p:extLst>
      <p:ext uri="{BB962C8B-B14F-4D97-AF65-F5344CB8AC3E}">
        <p14:creationId xmlns:p14="http://schemas.microsoft.com/office/powerpoint/2010/main" val="128052682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cedure Slide 08">
    <p:spTree>
      <p:nvGrpSpPr>
        <p:cNvPr id="1" name=""/>
        <p:cNvGrpSpPr/>
        <p:nvPr/>
      </p:nvGrpSpPr>
      <p:grpSpPr>
        <a:xfrm>
          <a:off x="0" y="0"/>
          <a:ext cx="0" cy="0"/>
          <a:chOff x="0" y="0"/>
          <a:chExt cx="0" cy="0"/>
        </a:xfrm>
      </p:grpSpPr>
      <p:sp>
        <p:nvSpPr>
          <p:cNvPr id="3" name="Content Placeholder 2"/>
          <p:cNvSpPr>
            <a:spLocks noGrp="1"/>
          </p:cNvSpPr>
          <p:nvPr>
            <p:ph idx="1"/>
          </p:nvPr>
        </p:nvSpPr>
        <p:spPr>
          <a:xfrm>
            <a:off x="3587266" y="1026902"/>
            <a:ext cx="5278437" cy="528328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202724"/>
            <a:ext cx="3008313" cy="510746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11"/>
          <p:cNvSpPr>
            <a:spLocks noGrp="1"/>
          </p:cNvSpPr>
          <p:nvPr>
            <p:ph type="body" sz="quarter" idx="10" hasCustomPrompt="1"/>
          </p:nvPr>
        </p:nvSpPr>
        <p:spPr>
          <a:xfrm>
            <a:off x="6506762" y="277258"/>
            <a:ext cx="869291" cy="368300"/>
          </a:xfrm>
        </p:spPr>
        <p:txBody>
          <a:bodyPr/>
          <a:lstStyle>
            <a:lvl1pPr marL="0" indent="0" algn="l">
              <a:buNone/>
              <a:defRPr sz="1800"/>
            </a:lvl1pPr>
          </a:lstStyle>
          <a:p>
            <a:pPr lvl="0"/>
            <a:r>
              <a:rPr lang="en-US" dirty="0"/>
              <a:t>Time</a:t>
            </a:r>
          </a:p>
        </p:txBody>
      </p:sp>
      <p:grpSp>
        <p:nvGrpSpPr>
          <p:cNvPr id="10" name="Group 9"/>
          <p:cNvGrpSpPr/>
          <p:nvPr userDrawn="1"/>
        </p:nvGrpSpPr>
        <p:grpSpPr>
          <a:xfrm>
            <a:off x="4696374" y="300627"/>
            <a:ext cx="2679680" cy="501637"/>
            <a:chOff x="4678956" y="326754"/>
            <a:chExt cx="2679680" cy="501637"/>
          </a:xfrm>
        </p:grpSpPr>
        <p:grpSp>
          <p:nvGrpSpPr>
            <p:cNvPr id="11" name="Group 10"/>
            <p:cNvGrpSpPr/>
            <p:nvPr userDrawn="1"/>
          </p:nvGrpSpPr>
          <p:grpSpPr>
            <a:xfrm>
              <a:off x="4678956" y="326754"/>
              <a:ext cx="2679680" cy="501637"/>
              <a:chOff x="4327405" y="283315"/>
              <a:chExt cx="2679680" cy="501637"/>
            </a:xfrm>
          </p:grpSpPr>
          <p:sp>
            <p:nvSpPr>
              <p:cNvPr id="13" name="TextBox 12"/>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4" name="TextBox 13"/>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2" name="Straight Connector 11"/>
            <p:cNvCxnSpPr/>
            <p:nvPr userDrawn="1"/>
          </p:nvCxnSpPr>
          <p:spPr bwMode="auto">
            <a:xfrm>
              <a:off x="6508793"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5" name="Title 1"/>
          <p:cNvSpPr txBox="1">
            <a:spLocks/>
          </p:cNvSpPr>
          <p:nvPr userDrawn="1"/>
        </p:nvSpPr>
        <p:spPr bwMode="auto">
          <a:xfrm>
            <a:off x="7018" y="126802"/>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6" name="Text Placeholder 6"/>
          <p:cNvSpPr>
            <a:spLocks noGrp="1"/>
          </p:cNvSpPr>
          <p:nvPr>
            <p:ph type="body" sz="quarter" idx="11" hasCustomPrompt="1"/>
          </p:nvPr>
        </p:nvSpPr>
        <p:spPr>
          <a:xfrm>
            <a:off x="452784" y="671813"/>
            <a:ext cx="3040062" cy="423863"/>
          </a:xfrm>
        </p:spPr>
        <p:txBody>
          <a:bodyPr anchor="ctr"/>
          <a:lstStyle>
            <a:lvl1pPr>
              <a:defRPr sz="2400"/>
            </a:lvl1pPr>
          </a:lstStyle>
          <a:p>
            <a:pPr lvl="0"/>
            <a:r>
              <a:rPr lang="en-US" dirty="0"/>
              <a:t>Sub-title</a:t>
            </a:r>
          </a:p>
        </p:txBody>
      </p:sp>
    </p:spTree>
    <p:extLst>
      <p:ext uri="{BB962C8B-B14F-4D97-AF65-F5344CB8AC3E}">
        <p14:creationId xmlns:p14="http://schemas.microsoft.com/office/powerpoint/2010/main" val="402532142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dure Slide type 09">
    <p:spTree>
      <p:nvGrpSpPr>
        <p:cNvPr id="1" name=""/>
        <p:cNvGrpSpPr/>
        <p:nvPr/>
      </p:nvGrpSpPr>
      <p:grpSpPr>
        <a:xfrm>
          <a:off x="0" y="0"/>
          <a:ext cx="0" cy="0"/>
          <a:chOff x="0" y="0"/>
          <a:chExt cx="0" cy="0"/>
        </a:xfrm>
      </p:grpSpPr>
      <p:sp>
        <p:nvSpPr>
          <p:cNvPr id="2" name="Title 1"/>
          <p:cNvSpPr>
            <a:spLocks noGrp="1"/>
          </p:cNvSpPr>
          <p:nvPr>
            <p:ph type="title"/>
          </p:nvPr>
        </p:nvSpPr>
        <p:spPr>
          <a:xfrm>
            <a:off x="1802227" y="5009319"/>
            <a:ext cx="54864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1792288" y="821494"/>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802227" y="5576057"/>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
        <p:nvSpPr>
          <p:cNvPr id="17" name="Text Placeholder 11"/>
          <p:cNvSpPr>
            <a:spLocks noGrp="1"/>
          </p:cNvSpPr>
          <p:nvPr>
            <p:ph type="body" sz="quarter" idx="10" hasCustomPrompt="1"/>
          </p:nvPr>
        </p:nvSpPr>
        <p:spPr>
          <a:xfrm>
            <a:off x="6506762" y="251131"/>
            <a:ext cx="869291" cy="368300"/>
          </a:xfrm>
        </p:spPr>
        <p:txBody>
          <a:bodyPr/>
          <a:lstStyle>
            <a:lvl1pPr marL="0" indent="0" algn="ctr">
              <a:buNone/>
              <a:defRPr sz="1800"/>
            </a:lvl1pPr>
          </a:lstStyle>
          <a:p>
            <a:pPr lvl="0"/>
            <a:r>
              <a:rPr lang="en-US" dirty="0"/>
              <a:t>Time</a:t>
            </a:r>
          </a:p>
        </p:txBody>
      </p:sp>
      <p:grpSp>
        <p:nvGrpSpPr>
          <p:cNvPr id="18" name="Group 17"/>
          <p:cNvGrpSpPr/>
          <p:nvPr userDrawn="1"/>
        </p:nvGrpSpPr>
        <p:grpSpPr>
          <a:xfrm>
            <a:off x="4696374" y="274500"/>
            <a:ext cx="2679680" cy="501637"/>
            <a:chOff x="4678956" y="326754"/>
            <a:chExt cx="2679680" cy="501637"/>
          </a:xfrm>
        </p:grpSpPr>
        <p:grpSp>
          <p:nvGrpSpPr>
            <p:cNvPr id="19" name="Group 18"/>
            <p:cNvGrpSpPr/>
            <p:nvPr userDrawn="1"/>
          </p:nvGrpSpPr>
          <p:grpSpPr>
            <a:xfrm>
              <a:off x="4678956" y="326754"/>
              <a:ext cx="2679680" cy="501637"/>
              <a:chOff x="4327405" y="283315"/>
              <a:chExt cx="2679680" cy="501637"/>
            </a:xfrm>
          </p:grpSpPr>
          <p:sp>
            <p:nvSpPr>
              <p:cNvPr id="21" name="TextBox 20"/>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22" name="TextBox 21"/>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20" name="Straight Connector 19"/>
            <p:cNvCxnSpPr/>
            <p:nvPr userDrawn="1"/>
          </p:nvCxnSpPr>
          <p:spPr bwMode="auto">
            <a:xfrm>
              <a:off x="6508793" y="607508"/>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2" name="Text Placeholder 6"/>
          <p:cNvSpPr>
            <a:spLocks noGrp="1"/>
          </p:cNvSpPr>
          <p:nvPr>
            <p:ph type="body" sz="quarter" idx="11" hasCustomPrompt="1"/>
          </p:nvPr>
        </p:nvSpPr>
        <p:spPr>
          <a:xfrm>
            <a:off x="255072" y="671813"/>
            <a:ext cx="2240993" cy="423863"/>
          </a:xfrm>
        </p:spPr>
        <p:txBody>
          <a:bodyPr anchor="ctr"/>
          <a:lstStyle>
            <a:lvl1pPr>
              <a:defRPr sz="2000"/>
            </a:lvl1pPr>
          </a:lstStyle>
          <a:p>
            <a:pPr lvl="0"/>
            <a:r>
              <a:rPr lang="en-US" dirty="0"/>
              <a:t>Sub-title</a:t>
            </a:r>
          </a:p>
        </p:txBody>
      </p:sp>
    </p:spTree>
    <p:extLst>
      <p:ext uri="{BB962C8B-B14F-4D97-AF65-F5344CB8AC3E}">
        <p14:creationId xmlns:p14="http://schemas.microsoft.com/office/powerpoint/2010/main" val="337175507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dure Slide 10">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11"/>
          <p:cNvSpPr>
            <a:spLocks noGrp="1"/>
          </p:cNvSpPr>
          <p:nvPr>
            <p:ph type="body" sz="quarter" idx="10" hasCustomPrompt="1"/>
          </p:nvPr>
        </p:nvSpPr>
        <p:spPr>
          <a:xfrm>
            <a:off x="6602561" y="242422"/>
            <a:ext cx="869291" cy="368300"/>
          </a:xfrm>
        </p:spPr>
        <p:txBody>
          <a:bodyPr/>
          <a:lstStyle>
            <a:lvl1pPr marL="0" indent="0" algn="ctr">
              <a:buNone/>
              <a:defRPr sz="1800"/>
            </a:lvl1pPr>
          </a:lstStyle>
          <a:p>
            <a:pPr lvl="0"/>
            <a:r>
              <a:rPr lang="en-US" dirty="0"/>
              <a:t>Time</a:t>
            </a:r>
          </a:p>
        </p:txBody>
      </p:sp>
      <p:grpSp>
        <p:nvGrpSpPr>
          <p:cNvPr id="10" name="Group 9"/>
          <p:cNvGrpSpPr/>
          <p:nvPr userDrawn="1"/>
        </p:nvGrpSpPr>
        <p:grpSpPr>
          <a:xfrm>
            <a:off x="4792173" y="265791"/>
            <a:ext cx="2679680" cy="501637"/>
            <a:chOff x="4678956" y="326754"/>
            <a:chExt cx="2679680" cy="501637"/>
          </a:xfrm>
        </p:grpSpPr>
        <p:grpSp>
          <p:nvGrpSpPr>
            <p:cNvPr id="11" name="Group 10"/>
            <p:cNvGrpSpPr/>
            <p:nvPr userDrawn="1"/>
          </p:nvGrpSpPr>
          <p:grpSpPr>
            <a:xfrm>
              <a:off x="4678956" y="326754"/>
              <a:ext cx="2679680" cy="501637"/>
              <a:chOff x="4327405" y="283315"/>
              <a:chExt cx="2679680" cy="501637"/>
            </a:xfrm>
          </p:grpSpPr>
          <p:sp>
            <p:nvSpPr>
              <p:cNvPr id="13" name="TextBox 12"/>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4" name="TextBox 13"/>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2" name="Straight Connector 11"/>
            <p:cNvCxnSpPr/>
            <p:nvPr userDrawn="1"/>
          </p:nvCxnSpPr>
          <p:spPr bwMode="auto">
            <a:xfrm>
              <a:off x="6508793" y="607508"/>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5"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Tree>
    <p:extLst>
      <p:ext uri="{BB962C8B-B14F-4D97-AF65-F5344CB8AC3E}">
        <p14:creationId xmlns:p14="http://schemas.microsoft.com/office/powerpoint/2010/main" val="354745957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cedure Slide 10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30836" y="752911"/>
            <a:ext cx="1305099" cy="5474852"/>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250825" y="752911"/>
            <a:ext cx="7380259" cy="5474852"/>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11"/>
          <p:cNvSpPr>
            <a:spLocks noGrp="1"/>
          </p:cNvSpPr>
          <p:nvPr>
            <p:ph type="body" sz="quarter" idx="10" hasCustomPrompt="1"/>
          </p:nvPr>
        </p:nvSpPr>
        <p:spPr>
          <a:xfrm>
            <a:off x="6541599" y="207586"/>
            <a:ext cx="759964" cy="368300"/>
          </a:xfrm>
        </p:spPr>
        <p:txBody>
          <a:bodyPr/>
          <a:lstStyle>
            <a:lvl1pPr marL="0" indent="0" algn="ctr">
              <a:buNone/>
              <a:defRPr sz="1800"/>
            </a:lvl1pPr>
          </a:lstStyle>
          <a:p>
            <a:pPr lvl="0"/>
            <a:r>
              <a:rPr lang="en-US" dirty="0"/>
              <a:t>Time</a:t>
            </a:r>
          </a:p>
        </p:txBody>
      </p:sp>
      <p:grpSp>
        <p:nvGrpSpPr>
          <p:cNvPr id="11" name="Group 10"/>
          <p:cNvGrpSpPr/>
          <p:nvPr userDrawn="1"/>
        </p:nvGrpSpPr>
        <p:grpSpPr>
          <a:xfrm>
            <a:off x="4731210" y="230955"/>
            <a:ext cx="2679680" cy="501637"/>
            <a:chOff x="4678956" y="326754"/>
            <a:chExt cx="2679680" cy="501637"/>
          </a:xfrm>
        </p:grpSpPr>
        <p:grpSp>
          <p:nvGrpSpPr>
            <p:cNvPr id="12" name="Group 11"/>
            <p:cNvGrpSpPr/>
            <p:nvPr userDrawn="1"/>
          </p:nvGrpSpPr>
          <p:grpSpPr>
            <a:xfrm>
              <a:off x="4678956" y="326754"/>
              <a:ext cx="2679680" cy="501637"/>
              <a:chOff x="4327405" y="283315"/>
              <a:chExt cx="2679680" cy="501637"/>
            </a:xfrm>
          </p:grpSpPr>
          <p:sp>
            <p:nvSpPr>
              <p:cNvPr id="14" name="TextBox 13"/>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5" name="TextBox 14"/>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3" name="Straight Connector 12"/>
            <p:cNvCxnSpPr/>
            <p:nvPr userDrawn="1"/>
          </p:nvCxnSpPr>
          <p:spPr bwMode="auto">
            <a:xfrm>
              <a:off x="6508793"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6"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Tree>
    <p:extLst>
      <p:ext uri="{BB962C8B-B14F-4D97-AF65-F5344CB8AC3E}">
        <p14:creationId xmlns:p14="http://schemas.microsoft.com/office/powerpoint/2010/main" val="161199419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dure Slide 11">
    <p:spTree>
      <p:nvGrpSpPr>
        <p:cNvPr id="1" name=""/>
        <p:cNvGrpSpPr/>
        <p:nvPr/>
      </p:nvGrpSpPr>
      <p:grpSpPr>
        <a:xfrm>
          <a:off x="0" y="0"/>
          <a:ext cx="0" cy="0"/>
          <a:chOff x="0" y="0"/>
          <a:chExt cx="0" cy="0"/>
        </a:xfrm>
      </p:grpSpPr>
      <p:sp>
        <p:nvSpPr>
          <p:cNvPr id="3" name="Table Placeholder 2"/>
          <p:cNvSpPr>
            <a:spLocks noGrp="1"/>
          </p:cNvSpPr>
          <p:nvPr>
            <p:ph type="tbl" idx="1"/>
          </p:nvPr>
        </p:nvSpPr>
        <p:spPr>
          <a:xfrm>
            <a:off x="250825" y="1149350"/>
            <a:ext cx="8699500" cy="5078413"/>
          </a:xfrm>
        </p:spPr>
        <p:txBody>
          <a:bodyPr/>
          <a:lstStyle/>
          <a:p>
            <a:pPr lvl="0"/>
            <a:r>
              <a:rPr lang="en-US" noProof="0" dirty="0"/>
              <a:t>Click icon to add table</a:t>
            </a:r>
          </a:p>
        </p:txBody>
      </p:sp>
      <p:sp>
        <p:nvSpPr>
          <p:cNvPr id="9" name="Text Placeholder 11"/>
          <p:cNvSpPr>
            <a:spLocks noGrp="1"/>
          </p:cNvSpPr>
          <p:nvPr>
            <p:ph type="body" sz="quarter" idx="10" hasCustomPrompt="1"/>
          </p:nvPr>
        </p:nvSpPr>
        <p:spPr>
          <a:xfrm>
            <a:off x="6619980" y="216295"/>
            <a:ext cx="759964" cy="368300"/>
          </a:xfrm>
        </p:spPr>
        <p:txBody>
          <a:bodyPr/>
          <a:lstStyle>
            <a:lvl1pPr marL="0" indent="0" algn="ctr">
              <a:buNone/>
              <a:defRPr sz="1800"/>
            </a:lvl1pPr>
          </a:lstStyle>
          <a:p>
            <a:pPr lvl="0"/>
            <a:r>
              <a:rPr lang="en-US" dirty="0"/>
              <a:t>Time</a:t>
            </a:r>
          </a:p>
        </p:txBody>
      </p:sp>
      <p:grpSp>
        <p:nvGrpSpPr>
          <p:cNvPr id="10" name="Group 9"/>
          <p:cNvGrpSpPr/>
          <p:nvPr userDrawn="1"/>
        </p:nvGrpSpPr>
        <p:grpSpPr>
          <a:xfrm>
            <a:off x="4809591" y="239664"/>
            <a:ext cx="2679680" cy="501637"/>
            <a:chOff x="4678956" y="326754"/>
            <a:chExt cx="2679680" cy="501637"/>
          </a:xfrm>
        </p:grpSpPr>
        <p:grpSp>
          <p:nvGrpSpPr>
            <p:cNvPr id="11" name="Group 10"/>
            <p:cNvGrpSpPr/>
            <p:nvPr userDrawn="1"/>
          </p:nvGrpSpPr>
          <p:grpSpPr>
            <a:xfrm>
              <a:off x="4678956" y="326754"/>
              <a:ext cx="2679680" cy="501637"/>
              <a:chOff x="4327405" y="283315"/>
              <a:chExt cx="2679680" cy="501637"/>
            </a:xfrm>
          </p:grpSpPr>
          <p:sp>
            <p:nvSpPr>
              <p:cNvPr id="13" name="TextBox 12"/>
              <p:cNvSpPr txBox="1"/>
              <p:nvPr userDrawn="1"/>
            </p:nvSpPr>
            <p:spPr>
              <a:xfrm>
                <a:off x="4327405" y="283315"/>
                <a:ext cx="1782794" cy="430887"/>
              </a:xfrm>
              <a:prstGeom prst="rect">
                <a:avLst/>
              </a:prstGeom>
              <a:solidFill>
                <a:srgbClr val="FFFF00"/>
              </a:solidFill>
              <a:ln>
                <a:solidFill>
                  <a:schemeClr val="tx1"/>
                </a:solidFill>
              </a:ln>
            </p:spPr>
            <p:txBody>
              <a:bodyPr wrap="square" rtlCol="0">
                <a:spAutoFit/>
              </a:bodyPr>
              <a:lstStyle/>
              <a:p>
                <a:r>
                  <a:rPr lang="en-US" sz="1400" dirty="0"/>
                  <a:t>Approximate Time</a:t>
                </a:r>
              </a:p>
              <a:p>
                <a:pPr algn="ctr"/>
                <a:r>
                  <a:rPr lang="en-US" sz="800" dirty="0"/>
                  <a:t>(For this</a:t>
                </a:r>
                <a:r>
                  <a:rPr lang="en-US" sz="800" baseline="0" dirty="0"/>
                  <a:t> Page only)</a:t>
                </a:r>
                <a:endParaRPr lang="en-US" sz="800" dirty="0"/>
              </a:p>
            </p:txBody>
          </p:sp>
          <p:sp>
            <p:nvSpPr>
              <p:cNvPr id="14" name="TextBox 13"/>
              <p:cNvSpPr txBox="1"/>
              <p:nvPr userDrawn="1"/>
            </p:nvSpPr>
            <p:spPr>
              <a:xfrm>
                <a:off x="6072804" y="507953"/>
                <a:ext cx="934281" cy="276999"/>
              </a:xfrm>
              <a:prstGeom prst="rect">
                <a:avLst/>
              </a:prstGeom>
              <a:noFill/>
            </p:spPr>
            <p:txBody>
              <a:bodyPr wrap="square" rtlCol="0">
                <a:spAutoFit/>
              </a:bodyPr>
              <a:lstStyle/>
              <a:p>
                <a:pPr algn="ctr"/>
                <a:r>
                  <a:rPr lang="en-US" sz="1200" dirty="0"/>
                  <a:t>Minutes</a:t>
                </a:r>
              </a:p>
            </p:txBody>
          </p:sp>
        </p:grpSp>
        <p:cxnSp>
          <p:nvCxnSpPr>
            <p:cNvPr id="12" name="Straight Connector 11"/>
            <p:cNvCxnSpPr/>
            <p:nvPr userDrawn="1"/>
          </p:nvCxnSpPr>
          <p:spPr bwMode="auto">
            <a:xfrm>
              <a:off x="6508793" y="616217"/>
              <a:ext cx="70567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5" name="Title 1"/>
          <p:cNvSpPr txBox="1">
            <a:spLocks/>
          </p:cNvSpPr>
          <p:nvPr userDrawn="1"/>
        </p:nvSpPr>
        <p:spPr bwMode="auto">
          <a:xfrm>
            <a:off x="7018" y="129477"/>
            <a:ext cx="3657669" cy="64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3200" b="1" baseline="0">
                <a:solidFill>
                  <a:schemeClr val="tx1"/>
                </a:solidFill>
                <a:latin typeface="+mj-lt"/>
                <a:ea typeface="+mj-ea"/>
                <a:cs typeface="+mj-cs"/>
              </a:defRPr>
            </a:lvl1pPr>
            <a:lvl2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2pPr>
            <a:lvl3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3pPr>
            <a:lvl4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4pPr>
            <a:lvl5pPr algn="l" rtl="0" eaLnBrk="0" fontAlgn="base" hangingPunct="0">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fontAlgn="base">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fontAlgn="base">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fontAlgn="base">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fontAlgn="base">
              <a:spcBef>
                <a:spcPct val="0"/>
              </a:spcBef>
              <a:spcAft>
                <a:spcPct val="0"/>
              </a:spcAft>
              <a:defRPr kumimoji="1" sz="3200" b="1">
                <a:solidFill>
                  <a:schemeClr val="tx1"/>
                </a:solidFill>
                <a:latin typeface="Verdana" pitchFamily="34" charset="0"/>
                <a:ea typeface="ＭＳ Ｐゴシック" pitchFamily="50" charset="-128"/>
              </a:defRPr>
            </a:lvl9pPr>
          </a:lstStyle>
          <a:p>
            <a:r>
              <a:rPr lang="en-US" kern="0" dirty="0"/>
              <a:t>3. Procedure</a:t>
            </a:r>
          </a:p>
        </p:txBody>
      </p:sp>
    </p:spTree>
    <p:extLst>
      <p:ext uri="{BB962C8B-B14F-4D97-AF65-F5344CB8AC3E}">
        <p14:creationId xmlns:p14="http://schemas.microsoft.com/office/powerpoint/2010/main" val="256094634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 Cover Sheet">
    <p:spTree>
      <p:nvGrpSpPr>
        <p:cNvPr id="1" name=""/>
        <p:cNvGrpSpPr/>
        <p:nvPr/>
      </p:nvGrpSpPr>
      <p:grpSpPr>
        <a:xfrm>
          <a:off x="0" y="0"/>
          <a:ext cx="0" cy="0"/>
          <a:chOff x="0" y="0"/>
          <a:chExt cx="0" cy="0"/>
        </a:xfrm>
      </p:grpSpPr>
      <p:sp>
        <p:nvSpPr>
          <p:cNvPr id="4" name="TextBox 3"/>
          <p:cNvSpPr txBox="1"/>
          <p:nvPr userDrawn="1"/>
        </p:nvSpPr>
        <p:spPr>
          <a:xfrm>
            <a:off x="0" y="2500008"/>
            <a:ext cx="9143999" cy="1015663"/>
          </a:xfrm>
          <a:prstGeom prst="rect">
            <a:avLst/>
          </a:prstGeom>
          <a:noFill/>
        </p:spPr>
        <p:txBody>
          <a:bodyPr wrap="square" rtlCol="0">
            <a:spAutoFit/>
          </a:bodyPr>
          <a:lstStyle/>
          <a:p>
            <a:pPr algn="ctr"/>
            <a:r>
              <a:rPr lang="en-US" sz="6000" dirty="0">
                <a:latin typeface="+mj-lt"/>
              </a:rPr>
              <a:t>Appendix</a:t>
            </a:r>
          </a:p>
        </p:txBody>
      </p:sp>
    </p:spTree>
    <p:extLst>
      <p:ext uri="{BB962C8B-B14F-4D97-AF65-F5344CB8AC3E}">
        <p14:creationId xmlns:p14="http://schemas.microsoft.com/office/powerpoint/2010/main" val="96109088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Appendix Shee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Appendix Info</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3301444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Approval Sheet">
    <p:spTree>
      <p:nvGrpSpPr>
        <p:cNvPr id="1" name=""/>
        <p:cNvGrpSpPr/>
        <p:nvPr/>
      </p:nvGrpSpPr>
      <p:grpSpPr>
        <a:xfrm>
          <a:off x="0" y="0"/>
          <a:ext cx="0" cy="0"/>
          <a:chOff x="0" y="0"/>
          <a:chExt cx="0" cy="0"/>
        </a:xfrm>
      </p:grpSpPr>
      <p:sp>
        <p:nvSpPr>
          <p:cNvPr id="4" name="TextBox 3"/>
          <p:cNvSpPr txBox="1"/>
          <p:nvPr userDrawn="1"/>
        </p:nvSpPr>
        <p:spPr>
          <a:xfrm>
            <a:off x="176169" y="176169"/>
            <a:ext cx="4261607" cy="584775"/>
          </a:xfrm>
          <a:prstGeom prst="rect">
            <a:avLst/>
          </a:prstGeom>
          <a:noFill/>
        </p:spPr>
        <p:txBody>
          <a:bodyPr wrap="square" rtlCol="0">
            <a:spAutoFit/>
          </a:bodyPr>
          <a:lstStyle/>
          <a:p>
            <a:r>
              <a:rPr lang="en-US" sz="3200" dirty="0">
                <a:latin typeface="+mj-lt"/>
              </a:rPr>
              <a:t>Approval</a:t>
            </a:r>
          </a:p>
        </p:txBody>
      </p:sp>
    </p:spTree>
    <p:extLst>
      <p:ext uri="{BB962C8B-B14F-4D97-AF65-F5344CB8AC3E}">
        <p14:creationId xmlns:p14="http://schemas.microsoft.com/office/powerpoint/2010/main" val="232063082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lder Cover page">
    <p:spTree>
      <p:nvGrpSpPr>
        <p:cNvPr id="1" name=""/>
        <p:cNvGrpSpPr/>
        <p:nvPr/>
      </p:nvGrpSpPr>
      <p:grpSpPr>
        <a:xfrm>
          <a:off x="0" y="0"/>
          <a:ext cx="0" cy="0"/>
          <a:chOff x="0" y="0"/>
          <a:chExt cx="0" cy="0"/>
        </a:xfrm>
      </p:grpSpPr>
      <p:sp>
        <p:nvSpPr>
          <p:cNvPr id="4" name="Rectangle 3"/>
          <p:cNvSpPr/>
          <p:nvPr userDrawn="1"/>
        </p:nvSpPr>
        <p:spPr bwMode="auto">
          <a:xfrm>
            <a:off x="266007" y="6367549"/>
            <a:ext cx="423949" cy="31588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10" name="Rectangle 9"/>
          <p:cNvSpPr/>
          <p:nvPr userDrawn="1"/>
        </p:nvSpPr>
        <p:spPr bwMode="auto">
          <a:xfrm>
            <a:off x="7182198" y="66502"/>
            <a:ext cx="1878677" cy="121365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12" name="Rectangle 11"/>
          <p:cNvSpPr/>
          <p:nvPr userDrawn="1"/>
        </p:nvSpPr>
        <p:spPr bwMode="auto">
          <a:xfrm>
            <a:off x="6957753" y="6500551"/>
            <a:ext cx="1607130" cy="31588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3" name="Vertical Text Placeholder 2"/>
          <p:cNvSpPr>
            <a:spLocks noGrp="1"/>
          </p:cNvSpPr>
          <p:nvPr>
            <p:ph type="body" orient="vert" idx="1" hasCustomPrompt="1"/>
          </p:nvPr>
        </p:nvSpPr>
        <p:spPr>
          <a:xfrm>
            <a:off x="5818913" y="731520"/>
            <a:ext cx="1088968" cy="5453149"/>
          </a:xfrm>
        </p:spPr>
        <p:txBody>
          <a:bodyPr vert="vert" anchor="ctr"/>
          <a:lstStyle>
            <a:lvl1pPr marL="0" indent="0" algn="ctr">
              <a:buFontTx/>
              <a:buNone/>
              <a:defRPr sz="4800"/>
            </a:lvl1pPr>
          </a:lstStyle>
          <a:p>
            <a:pPr lvl="0"/>
            <a:r>
              <a:rPr lang="en-US" dirty="0"/>
              <a:t>Regulation #</a:t>
            </a:r>
          </a:p>
        </p:txBody>
      </p:sp>
      <p:sp>
        <p:nvSpPr>
          <p:cNvPr id="13" name="Vertical Text Placeholder 2"/>
          <p:cNvSpPr>
            <a:spLocks noGrp="1"/>
          </p:cNvSpPr>
          <p:nvPr>
            <p:ph type="body" orient="vert" idx="10" hasCustomPrompt="1"/>
          </p:nvPr>
        </p:nvSpPr>
        <p:spPr>
          <a:xfrm>
            <a:off x="3532913" y="739833"/>
            <a:ext cx="2030384" cy="5453149"/>
          </a:xfrm>
        </p:spPr>
        <p:txBody>
          <a:bodyPr vert="vert"/>
          <a:lstStyle>
            <a:lvl1pPr marL="0" indent="0" algn="ctr">
              <a:buFontTx/>
              <a:buNone/>
              <a:defRPr sz="3600"/>
            </a:lvl1pPr>
          </a:lstStyle>
          <a:p>
            <a:pPr lvl="0"/>
            <a:r>
              <a:rPr lang="en-US" dirty="0"/>
              <a:t>Regulation name</a:t>
            </a:r>
          </a:p>
        </p:txBody>
      </p:sp>
      <p:sp>
        <p:nvSpPr>
          <p:cNvPr id="14" name="Vertical Text Placeholder 2"/>
          <p:cNvSpPr>
            <a:spLocks noGrp="1"/>
          </p:cNvSpPr>
          <p:nvPr>
            <p:ph type="body" orient="vert" idx="11" hasCustomPrompt="1"/>
          </p:nvPr>
        </p:nvSpPr>
        <p:spPr>
          <a:xfrm>
            <a:off x="2314055" y="739833"/>
            <a:ext cx="896738" cy="5453149"/>
          </a:xfrm>
        </p:spPr>
        <p:txBody>
          <a:bodyPr vert="vert" anchor="ctr"/>
          <a:lstStyle>
            <a:lvl1pPr marL="0" indent="0" algn="ctr">
              <a:buFontTx/>
              <a:buNone/>
              <a:defRPr sz="3600"/>
            </a:lvl1pPr>
          </a:lstStyle>
          <a:p>
            <a:pPr lvl="0"/>
            <a:r>
              <a:rPr lang="en-US" dirty="0"/>
              <a:t>TSP #</a:t>
            </a:r>
          </a:p>
        </p:txBody>
      </p:sp>
      <p:sp>
        <p:nvSpPr>
          <p:cNvPr id="16" name="Content Placeholder 15"/>
          <p:cNvSpPr>
            <a:spLocks noGrp="1"/>
          </p:cNvSpPr>
          <p:nvPr>
            <p:ph sz="quarter" idx="12" hasCustomPrompt="1"/>
          </p:nvPr>
        </p:nvSpPr>
        <p:spPr>
          <a:xfrm>
            <a:off x="331788" y="157163"/>
            <a:ext cx="4006850" cy="582612"/>
          </a:xfrm>
        </p:spPr>
        <p:txBody>
          <a:bodyPr/>
          <a:lstStyle>
            <a:lvl1pPr>
              <a:defRPr/>
            </a:lvl1pPr>
          </a:lstStyle>
          <a:p>
            <a:pPr lvl="0"/>
            <a:r>
              <a:rPr lang="en-US" dirty="0"/>
              <a:t>Cover page only</a:t>
            </a:r>
          </a:p>
        </p:txBody>
      </p:sp>
      <p:pic>
        <p:nvPicPr>
          <p:cNvPr id="2" name="Picture 1"/>
          <p:cNvPicPr>
            <a:picLocks noChangeAspect="1"/>
          </p:cNvPicPr>
          <p:nvPr userDrawn="1"/>
        </p:nvPicPr>
        <p:blipFill>
          <a:blip r:embed="rId2"/>
          <a:stretch>
            <a:fillRect/>
          </a:stretch>
        </p:blipFill>
        <p:spPr>
          <a:xfrm rot="5400000">
            <a:off x="-388794" y="5816658"/>
            <a:ext cx="1390650" cy="342900"/>
          </a:xfrm>
          <a:prstGeom prst="rect">
            <a:avLst/>
          </a:prstGeom>
        </p:spPr>
      </p:pic>
      <p:pic>
        <p:nvPicPr>
          <p:cNvPr id="11" name="Picture 10"/>
          <p:cNvPicPr>
            <a:picLocks noChangeAspect="1"/>
          </p:cNvPicPr>
          <p:nvPr userDrawn="1"/>
        </p:nvPicPr>
        <p:blipFill rotWithShape="1">
          <a:blip r:embed="rId3"/>
          <a:srcRect r="8299"/>
          <a:stretch/>
        </p:blipFill>
        <p:spPr>
          <a:xfrm rot="5400000">
            <a:off x="6759356" y="4526094"/>
            <a:ext cx="2787820" cy="1773409"/>
          </a:xfrm>
          <a:prstGeom prst="rect">
            <a:avLst/>
          </a:prstGeom>
        </p:spPr>
      </p:pic>
    </p:spTree>
    <p:extLst>
      <p:ext uri="{BB962C8B-B14F-4D97-AF65-F5344CB8AC3E}">
        <p14:creationId xmlns:p14="http://schemas.microsoft.com/office/powerpoint/2010/main" val="363326762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otes and Comments">
    <p:spTree>
      <p:nvGrpSpPr>
        <p:cNvPr id="1" name=""/>
        <p:cNvGrpSpPr/>
        <p:nvPr/>
      </p:nvGrpSpPr>
      <p:grpSpPr>
        <a:xfrm>
          <a:off x="0" y="0"/>
          <a:ext cx="0" cy="0"/>
          <a:chOff x="0" y="0"/>
          <a:chExt cx="0" cy="0"/>
        </a:xfrm>
      </p:grpSpPr>
      <p:sp>
        <p:nvSpPr>
          <p:cNvPr id="7" name="Rectangle 6"/>
          <p:cNvSpPr/>
          <p:nvPr userDrawn="1"/>
        </p:nvSpPr>
        <p:spPr bwMode="auto">
          <a:xfrm>
            <a:off x="378941" y="6461163"/>
            <a:ext cx="205945" cy="16205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6" name="TextBox 5"/>
          <p:cNvSpPr txBox="1"/>
          <p:nvPr userDrawn="1"/>
        </p:nvSpPr>
        <p:spPr>
          <a:xfrm>
            <a:off x="250825" y="328534"/>
            <a:ext cx="6726624" cy="461665"/>
          </a:xfrm>
          <a:prstGeom prst="rect">
            <a:avLst/>
          </a:prstGeom>
          <a:noFill/>
        </p:spPr>
        <p:txBody>
          <a:bodyPr wrap="square" rtlCol="0">
            <a:spAutoFit/>
          </a:bodyPr>
          <a:lstStyle/>
          <a:p>
            <a:r>
              <a:rPr lang="en-US" sz="2400" u="sng" dirty="0"/>
              <a:t>Notes</a:t>
            </a:r>
            <a:r>
              <a:rPr lang="en-US" sz="2400" u="sng" baseline="0" dirty="0"/>
              <a:t> / Addendums / Comments Sheet</a:t>
            </a:r>
            <a:endParaRPr lang="en-US" sz="2400" u="sng" dirty="0"/>
          </a:p>
        </p:txBody>
      </p:sp>
      <p:graphicFrame>
        <p:nvGraphicFramePr>
          <p:cNvPr id="5" name="Table 4"/>
          <p:cNvGraphicFramePr>
            <a:graphicFrameLocks noGrp="1"/>
          </p:cNvGraphicFramePr>
          <p:nvPr userDrawn="1">
            <p:extLst>
              <p:ext uri="{D42A27DB-BD31-4B8C-83A1-F6EECF244321}">
                <p14:modId xmlns:p14="http://schemas.microsoft.com/office/powerpoint/2010/main" val="1370780728"/>
              </p:ext>
            </p:extLst>
          </p:nvPr>
        </p:nvGraphicFramePr>
        <p:xfrm>
          <a:off x="250825" y="1043048"/>
          <a:ext cx="8695467" cy="5418115"/>
        </p:xfrm>
        <a:graphic>
          <a:graphicData uri="http://schemas.openxmlformats.org/drawingml/2006/table">
            <a:tbl>
              <a:tblPr firstRow="1" bandRow="1">
                <a:tableStyleId>{5C22544A-7EE6-4342-B048-85BDC9FD1C3A}</a:tableStyleId>
              </a:tblPr>
              <a:tblGrid>
                <a:gridCol w="6355921">
                  <a:extLst>
                    <a:ext uri="{9D8B030D-6E8A-4147-A177-3AD203B41FA5}">
                      <a16:colId xmlns:a16="http://schemas.microsoft.com/office/drawing/2014/main" val="1591981960"/>
                    </a:ext>
                  </a:extLst>
                </a:gridCol>
                <a:gridCol w="1606378">
                  <a:extLst>
                    <a:ext uri="{9D8B030D-6E8A-4147-A177-3AD203B41FA5}">
                      <a16:colId xmlns:a16="http://schemas.microsoft.com/office/drawing/2014/main" val="56238419"/>
                    </a:ext>
                  </a:extLst>
                </a:gridCol>
                <a:gridCol w="733168">
                  <a:extLst>
                    <a:ext uri="{9D8B030D-6E8A-4147-A177-3AD203B41FA5}">
                      <a16:colId xmlns:a16="http://schemas.microsoft.com/office/drawing/2014/main" val="2554103565"/>
                    </a:ext>
                  </a:extLst>
                </a:gridCol>
              </a:tblGrid>
              <a:tr h="513903">
                <a:tc>
                  <a:txBody>
                    <a:bodyPr/>
                    <a:lstStyle/>
                    <a:p>
                      <a:pPr algn="ctr"/>
                      <a:r>
                        <a:rPr lang="en-US" sz="1600" dirty="0"/>
                        <a:t>Remarks / Comments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Entered By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Date</a:t>
                      </a:r>
                    </a:p>
                  </a:txBody>
                  <a:tcPr anchor="ctr"/>
                </a:tc>
                <a:extLst>
                  <a:ext uri="{0D108BD9-81ED-4DB2-BD59-A6C34878D82A}">
                    <a16:rowId xmlns:a16="http://schemas.microsoft.com/office/drawing/2014/main" val="3735289143"/>
                  </a:ext>
                </a:extLst>
              </a:tr>
              <a:tr h="273051">
                <a:tc>
                  <a:txBody>
                    <a:bodyPr/>
                    <a:lstStyle/>
                    <a:p>
                      <a:pPr algn="ct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tc>
                <a:extLst>
                  <a:ext uri="{0D108BD9-81ED-4DB2-BD59-A6C34878D82A}">
                    <a16:rowId xmlns:a16="http://schemas.microsoft.com/office/drawing/2014/main" val="351306040"/>
                  </a:ext>
                </a:extLst>
              </a:tr>
              <a:tr h="273051">
                <a:tc>
                  <a:txBody>
                    <a:bodyPr/>
                    <a:lstStyle/>
                    <a:p>
                      <a:pPr algn="ctr"/>
                      <a:endParaRPr lang="en-US"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tc>
                <a:extLst>
                  <a:ext uri="{0D108BD9-81ED-4DB2-BD59-A6C34878D82A}">
                    <a16:rowId xmlns:a16="http://schemas.microsoft.com/office/drawing/2014/main" val="4076635343"/>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514782961"/>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378226613"/>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2232918545"/>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668563423"/>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741410668"/>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633659976"/>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573371517"/>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1983500501"/>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939803408"/>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892410747"/>
                  </a:ext>
                </a:extLst>
              </a:tr>
              <a:tr h="0">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296874697"/>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2145422813"/>
                  </a:ext>
                </a:extLst>
              </a:tr>
              <a:tr h="273051">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109545566"/>
                  </a:ext>
                </a:extLst>
              </a:tr>
              <a:tr h="332212">
                <a:tc>
                  <a:txBody>
                    <a:bodyPr/>
                    <a:lstStyle/>
                    <a:p>
                      <a:pPr algn="ctr"/>
                      <a:endParaRPr lang="en-US" sz="1400" dirty="0"/>
                    </a:p>
                  </a:txBody>
                  <a:tcPr anchor="ctr"/>
                </a:tc>
                <a:tc>
                  <a:txBody>
                    <a:bodyPr/>
                    <a:lstStyle/>
                    <a:p>
                      <a:pPr algn="l"/>
                      <a:endParaRPr lang="en-US" sz="1400" dirty="0"/>
                    </a:p>
                  </a:txBody>
                  <a:tcPr anchor="ctr"/>
                </a:tc>
                <a:tc>
                  <a:txBody>
                    <a:bodyPr/>
                    <a:lstStyle/>
                    <a:p>
                      <a:pPr algn="l"/>
                      <a:endParaRPr lang="en-US" sz="1400" dirty="0"/>
                    </a:p>
                  </a:txBody>
                  <a:tcPr anchor="ctr"/>
                </a:tc>
                <a:extLst>
                  <a:ext uri="{0D108BD9-81ED-4DB2-BD59-A6C34878D82A}">
                    <a16:rowId xmlns:a16="http://schemas.microsoft.com/office/drawing/2014/main" val="3064101360"/>
                  </a:ext>
                </a:extLst>
              </a:tr>
            </a:tbl>
          </a:graphicData>
        </a:graphic>
      </p:graphicFrame>
      <p:sp>
        <p:nvSpPr>
          <p:cNvPr id="28" name="TextBox 27"/>
          <p:cNvSpPr txBox="1"/>
          <p:nvPr userDrawn="1"/>
        </p:nvSpPr>
        <p:spPr>
          <a:xfrm>
            <a:off x="6618913" y="1607160"/>
            <a:ext cx="1578529" cy="184666"/>
          </a:xfrm>
          <a:prstGeom prst="rect">
            <a:avLst/>
          </a:prstGeom>
          <a:noFill/>
        </p:spPr>
        <p:txBody>
          <a:bodyPr wrap="square" lIns="0" tIns="0" rIns="0" bIns="0" rtlCol="0">
            <a:spAutoFit/>
          </a:bodyPr>
          <a:lstStyle/>
          <a:p>
            <a:endParaRPr lang="en-US" sz="1200" dirty="0">
              <a:latin typeface="+mn-lt"/>
            </a:endParaRPr>
          </a:p>
        </p:txBody>
      </p:sp>
      <p:sp>
        <p:nvSpPr>
          <p:cNvPr id="45" name="TextBox 44"/>
          <p:cNvSpPr txBox="1"/>
          <p:nvPr userDrawn="1"/>
        </p:nvSpPr>
        <p:spPr>
          <a:xfrm>
            <a:off x="8222608" y="1607160"/>
            <a:ext cx="695933" cy="184666"/>
          </a:xfrm>
          <a:prstGeom prst="rect">
            <a:avLst/>
          </a:prstGeom>
          <a:noFill/>
        </p:spPr>
        <p:txBody>
          <a:bodyPr wrap="square" lIns="0" tIns="0" rIns="0" bIns="0" rtlCol="0">
            <a:spAutoFit/>
          </a:bodyPr>
          <a:lstStyle/>
          <a:p>
            <a:endParaRPr lang="en-US" sz="1200" dirty="0">
              <a:latin typeface="+mn-lt"/>
            </a:endParaRPr>
          </a:p>
        </p:txBody>
      </p:sp>
      <p:sp>
        <p:nvSpPr>
          <p:cNvPr id="4" name="Text Placeholder 3"/>
          <p:cNvSpPr>
            <a:spLocks noGrp="1"/>
          </p:cNvSpPr>
          <p:nvPr>
            <p:ph type="body" sz="quarter" idx="10" hasCustomPrompt="1"/>
          </p:nvPr>
        </p:nvSpPr>
        <p:spPr>
          <a:xfrm>
            <a:off x="267385" y="1614939"/>
            <a:ext cx="6301458" cy="176887"/>
          </a:xfrm>
        </p:spPr>
        <p:txBody>
          <a:bodyPr lIns="0" tIns="0" rIns="0" bIns="0" anchor="ctr" anchorCtr="0"/>
          <a:lstStyle>
            <a:lvl1pPr marL="0" indent="0">
              <a:buNone/>
              <a:defRPr sz="1400"/>
            </a:lvl1pPr>
          </a:lstStyle>
          <a:p>
            <a:pPr lvl="0"/>
            <a:r>
              <a:rPr lang="en-US" dirty="0"/>
              <a:t>Click to Add Text</a:t>
            </a:r>
          </a:p>
        </p:txBody>
      </p:sp>
      <p:sp>
        <p:nvSpPr>
          <p:cNvPr id="58" name="Text Placeholder 3"/>
          <p:cNvSpPr>
            <a:spLocks noGrp="1"/>
          </p:cNvSpPr>
          <p:nvPr>
            <p:ph type="body" sz="quarter" idx="11" hasCustomPrompt="1"/>
          </p:nvPr>
        </p:nvSpPr>
        <p:spPr>
          <a:xfrm>
            <a:off x="8239341" y="1607159"/>
            <a:ext cx="679199" cy="193517"/>
          </a:xfrm>
        </p:spPr>
        <p:txBody>
          <a:bodyPr lIns="0" tIns="0" rIns="0" bIns="0" anchor="ctr" anchorCtr="0"/>
          <a:lstStyle>
            <a:lvl1pPr marL="0" indent="0" algn="ctr">
              <a:buNone/>
              <a:defRPr sz="1000"/>
            </a:lvl1pPr>
          </a:lstStyle>
          <a:p>
            <a:pPr lvl="0"/>
            <a:r>
              <a:rPr lang="en-US" dirty="0"/>
              <a:t>Click to Add Text</a:t>
            </a:r>
          </a:p>
        </p:txBody>
      </p:sp>
      <p:sp>
        <p:nvSpPr>
          <p:cNvPr id="59" name="Text Placeholder 3"/>
          <p:cNvSpPr>
            <a:spLocks noGrp="1"/>
          </p:cNvSpPr>
          <p:nvPr>
            <p:ph type="body" sz="quarter" idx="12" hasCustomPrompt="1"/>
          </p:nvPr>
        </p:nvSpPr>
        <p:spPr>
          <a:xfrm>
            <a:off x="6618914" y="1607160"/>
            <a:ext cx="1575941" cy="188084"/>
          </a:xfrm>
        </p:spPr>
        <p:txBody>
          <a:bodyPr lIns="0" tIns="0" rIns="0" bIns="0" anchor="ctr" anchorCtr="0"/>
          <a:lstStyle>
            <a:lvl1pPr marL="0" indent="0" algn="ctr">
              <a:buNone/>
              <a:defRPr sz="1200"/>
            </a:lvl1pPr>
          </a:lstStyle>
          <a:p>
            <a:pPr lvl="0"/>
            <a:r>
              <a:rPr lang="en-US" dirty="0"/>
              <a:t>Click to Add Text</a:t>
            </a:r>
          </a:p>
        </p:txBody>
      </p:sp>
      <p:sp>
        <p:nvSpPr>
          <p:cNvPr id="60" name="TextBox 59"/>
          <p:cNvSpPr txBox="1"/>
          <p:nvPr userDrawn="1"/>
        </p:nvSpPr>
        <p:spPr>
          <a:xfrm>
            <a:off x="6619131" y="1925891"/>
            <a:ext cx="1578529" cy="184666"/>
          </a:xfrm>
          <a:prstGeom prst="rect">
            <a:avLst/>
          </a:prstGeom>
          <a:noFill/>
        </p:spPr>
        <p:txBody>
          <a:bodyPr wrap="square" lIns="0" tIns="0" rIns="0" bIns="0" rtlCol="0">
            <a:spAutoFit/>
          </a:bodyPr>
          <a:lstStyle/>
          <a:p>
            <a:endParaRPr lang="en-US" sz="1200" dirty="0">
              <a:latin typeface="+mn-lt"/>
            </a:endParaRPr>
          </a:p>
        </p:txBody>
      </p:sp>
      <p:sp>
        <p:nvSpPr>
          <p:cNvPr id="61" name="TextBox 60"/>
          <p:cNvSpPr txBox="1"/>
          <p:nvPr userDrawn="1"/>
        </p:nvSpPr>
        <p:spPr>
          <a:xfrm>
            <a:off x="8222826" y="1925891"/>
            <a:ext cx="695933" cy="184666"/>
          </a:xfrm>
          <a:prstGeom prst="rect">
            <a:avLst/>
          </a:prstGeom>
          <a:noFill/>
        </p:spPr>
        <p:txBody>
          <a:bodyPr wrap="square" lIns="0" tIns="0" rIns="0" bIns="0" rtlCol="0">
            <a:spAutoFit/>
          </a:bodyPr>
          <a:lstStyle/>
          <a:p>
            <a:endParaRPr lang="en-US" sz="1200" dirty="0">
              <a:latin typeface="+mn-lt"/>
            </a:endParaRPr>
          </a:p>
        </p:txBody>
      </p:sp>
      <p:sp>
        <p:nvSpPr>
          <p:cNvPr id="62" name="Text Placeholder 3"/>
          <p:cNvSpPr>
            <a:spLocks noGrp="1"/>
          </p:cNvSpPr>
          <p:nvPr>
            <p:ph type="body" sz="quarter" idx="13" hasCustomPrompt="1"/>
          </p:nvPr>
        </p:nvSpPr>
        <p:spPr>
          <a:xfrm>
            <a:off x="275992" y="1933670"/>
            <a:ext cx="6292850" cy="185738"/>
          </a:xfrm>
        </p:spPr>
        <p:txBody>
          <a:bodyPr lIns="0" tIns="0" rIns="0" bIns="0" anchor="ctr" anchorCtr="0"/>
          <a:lstStyle>
            <a:lvl1pPr marL="0" indent="0">
              <a:buNone/>
              <a:defRPr sz="1400"/>
            </a:lvl1pPr>
          </a:lstStyle>
          <a:p>
            <a:pPr lvl="0"/>
            <a:r>
              <a:rPr lang="en-US" dirty="0"/>
              <a:t>Click to Add Text</a:t>
            </a:r>
          </a:p>
        </p:txBody>
      </p:sp>
      <p:sp>
        <p:nvSpPr>
          <p:cNvPr id="63" name="Text Placeholder 3"/>
          <p:cNvSpPr>
            <a:spLocks noGrp="1"/>
          </p:cNvSpPr>
          <p:nvPr>
            <p:ph type="body" sz="quarter" idx="14" hasCustomPrompt="1"/>
          </p:nvPr>
        </p:nvSpPr>
        <p:spPr>
          <a:xfrm>
            <a:off x="8239559" y="1925890"/>
            <a:ext cx="679199" cy="193517"/>
          </a:xfrm>
        </p:spPr>
        <p:txBody>
          <a:bodyPr lIns="0" tIns="0" rIns="0" bIns="0" anchor="ctr" anchorCtr="0"/>
          <a:lstStyle>
            <a:lvl1pPr marL="0" indent="0" algn="ctr">
              <a:buNone/>
              <a:defRPr sz="1000"/>
            </a:lvl1pPr>
          </a:lstStyle>
          <a:p>
            <a:pPr lvl="0"/>
            <a:r>
              <a:rPr lang="en-US" dirty="0"/>
              <a:t>Click to Add Text</a:t>
            </a:r>
          </a:p>
        </p:txBody>
      </p:sp>
      <p:sp>
        <p:nvSpPr>
          <p:cNvPr id="64" name="Text Placeholder 3"/>
          <p:cNvSpPr>
            <a:spLocks noGrp="1"/>
          </p:cNvSpPr>
          <p:nvPr>
            <p:ph type="body" sz="quarter" idx="15" hasCustomPrompt="1"/>
          </p:nvPr>
        </p:nvSpPr>
        <p:spPr>
          <a:xfrm>
            <a:off x="6619130" y="1925891"/>
            <a:ext cx="1575943" cy="184666"/>
          </a:xfrm>
        </p:spPr>
        <p:txBody>
          <a:bodyPr lIns="0" tIns="0" rIns="0" bIns="0" anchor="ctr" anchorCtr="0"/>
          <a:lstStyle>
            <a:lvl1pPr marL="0" indent="0" algn="ctr">
              <a:buNone/>
              <a:defRPr sz="1200"/>
            </a:lvl1pPr>
          </a:lstStyle>
          <a:p>
            <a:pPr lvl="0"/>
            <a:r>
              <a:rPr lang="en-US" dirty="0"/>
              <a:t>Click to Add Text</a:t>
            </a:r>
          </a:p>
        </p:txBody>
      </p:sp>
      <p:sp>
        <p:nvSpPr>
          <p:cNvPr id="65" name="TextBox 64"/>
          <p:cNvSpPr txBox="1"/>
          <p:nvPr userDrawn="1"/>
        </p:nvSpPr>
        <p:spPr>
          <a:xfrm>
            <a:off x="6618913" y="2234625"/>
            <a:ext cx="1578529" cy="184666"/>
          </a:xfrm>
          <a:prstGeom prst="rect">
            <a:avLst/>
          </a:prstGeom>
          <a:noFill/>
        </p:spPr>
        <p:txBody>
          <a:bodyPr wrap="square" lIns="0" tIns="0" rIns="0" bIns="0" rtlCol="0">
            <a:spAutoFit/>
          </a:bodyPr>
          <a:lstStyle/>
          <a:p>
            <a:endParaRPr lang="en-US" sz="1200" dirty="0">
              <a:latin typeface="+mn-lt"/>
            </a:endParaRPr>
          </a:p>
        </p:txBody>
      </p:sp>
      <p:sp>
        <p:nvSpPr>
          <p:cNvPr id="66" name="TextBox 65"/>
          <p:cNvSpPr txBox="1"/>
          <p:nvPr userDrawn="1"/>
        </p:nvSpPr>
        <p:spPr>
          <a:xfrm>
            <a:off x="8222608" y="2234625"/>
            <a:ext cx="695933" cy="184666"/>
          </a:xfrm>
          <a:prstGeom prst="rect">
            <a:avLst/>
          </a:prstGeom>
          <a:noFill/>
        </p:spPr>
        <p:txBody>
          <a:bodyPr wrap="square" lIns="0" tIns="0" rIns="0" bIns="0" rtlCol="0">
            <a:spAutoFit/>
          </a:bodyPr>
          <a:lstStyle/>
          <a:p>
            <a:endParaRPr lang="en-US" sz="1200" dirty="0">
              <a:latin typeface="+mn-lt"/>
            </a:endParaRPr>
          </a:p>
        </p:txBody>
      </p:sp>
      <p:sp>
        <p:nvSpPr>
          <p:cNvPr id="67" name="Text Placeholder 3"/>
          <p:cNvSpPr>
            <a:spLocks noGrp="1"/>
          </p:cNvSpPr>
          <p:nvPr>
            <p:ph type="body" sz="quarter" idx="16" hasCustomPrompt="1"/>
          </p:nvPr>
        </p:nvSpPr>
        <p:spPr>
          <a:xfrm>
            <a:off x="267385" y="2242404"/>
            <a:ext cx="6301458" cy="185737"/>
          </a:xfrm>
        </p:spPr>
        <p:txBody>
          <a:bodyPr lIns="0" tIns="0" rIns="0" bIns="0" anchor="ctr" anchorCtr="0"/>
          <a:lstStyle>
            <a:lvl1pPr marL="0" indent="0">
              <a:buNone/>
              <a:defRPr sz="1400"/>
            </a:lvl1pPr>
          </a:lstStyle>
          <a:p>
            <a:pPr lvl="0"/>
            <a:r>
              <a:rPr lang="en-US" dirty="0"/>
              <a:t>Click to Add Text</a:t>
            </a:r>
          </a:p>
        </p:txBody>
      </p:sp>
      <p:sp>
        <p:nvSpPr>
          <p:cNvPr id="68" name="Text Placeholder 3"/>
          <p:cNvSpPr>
            <a:spLocks noGrp="1"/>
          </p:cNvSpPr>
          <p:nvPr>
            <p:ph type="body" sz="quarter" idx="17" hasCustomPrompt="1"/>
          </p:nvPr>
        </p:nvSpPr>
        <p:spPr>
          <a:xfrm>
            <a:off x="8239341" y="2234624"/>
            <a:ext cx="679199" cy="193517"/>
          </a:xfrm>
        </p:spPr>
        <p:txBody>
          <a:bodyPr lIns="0" tIns="0" rIns="0" bIns="0" anchor="ctr" anchorCtr="0"/>
          <a:lstStyle>
            <a:lvl1pPr marL="0" indent="0" algn="ctr">
              <a:buNone/>
              <a:defRPr sz="1000"/>
            </a:lvl1pPr>
          </a:lstStyle>
          <a:p>
            <a:pPr lvl="0"/>
            <a:r>
              <a:rPr lang="en-US" dirty="0"/>
              <a:t>Click to Add Text</a:t>
            </a:r>
          </a:p>
        </p:txBody>
      </p:sp>
      <p:sp>
        <p:nvSpPr>
          <p:cNvPr id="69" name="Text Placeholder 3"/>
          <p:cNvSpPr>
            <a:spLocks noGrp="1"/>
          </p:cNvSpPr>
          <p:nvPr>
            <p:ph type="body" sz="quarter" idx="18" hasCustomPrompt="1"/>
          </p:nvPr>
        </p:nvSpPr>
        <p:spPr>
          <a:xfrm>
            <a:off x="6618912" y="2234625"/>
            <a:ext cx="1575943" cy="184666"/>
          </a:xfrm>
        </p:spPr>
        <p:txBody>
          <a:bodyPr lIns="0" tIns="0" rIns="0" bIns="0" anchor="ctr" anchorCtr="0"/>
          <a:lstStyle>
            <a:lvl1pPr marL="0" indent="0" algn="ctr">
              <a:buNone/>
              <a:defRPr sz="1200"/>
            </a:lvl1pPr>
          </a:lstStyle>
          <a:p>
            <a:pPr lvl="0"/>
            <a:r>
              <a:rPr lang="en-US" dirty="0"/>
              <a:t>Click to Add Text</a:t>
            </a:r>
          </a:p>
        </p:txBody>
      </p:sp>
      <p:sp>
        <p:nvSpPr>
          <p:cNvPr id="70" name="TextBox 69"/>
          <p:cNvSpPr txBox="1"/>
          <p:nvPr userDrawn="1"/>
        </p:nvSpPr>
        <p:spPr>
          <a:xfrm>
            <a:off x="6619131" y="2553356"/>
            <a:ext cx="1578529" cy="184666"/>
          </a:xfrm>
          <a:prstGeom prst="rect">
            <a:avLst/>
          </a:prstGeom>
          <a:noFill/>
        </p:spPr>
        <p:txBody>
          <a:bodyPr wrap="square" lIns="0" tIns="0" rIns="0" bIns="0" rtlCol="0">
            <a:spAutoFit/>
          </a:bodyPr>
          <a:lstStyle/>
          <a:p>
            <a:endParaRPr lang="en-US" sz="1200" dirty="0">
              <a:latin typeface="+mn-lt"/>
            </a:endParaRPr>
          </a:p>
        </p:txBody>
      </p:sp>
      <p:sp>
        <p:nvSpPr>
          <p:cNvPr id="71" name="TextBox 70"/>
          <p:cNvSpPr txBox="1"/>
          <p:nvPr userDrawn="1"/>
        </p:nvSpPr>
        <p:spPr>
          <a:xfrm>
            <a:off x="8222826" y="2553356"/>
            <a:ext cx="695933" cy="184666"/>
          </a:xfrm>
          <a:prstGeom prst="rect">
            <a:avLst/>
          </a:prstGeom>
          <a:noFill/>
        </p:spPr>
        <p:txBody>
          <a:bodyPr wrap="square" lIns="0" tIns="0" rIns="0" bIns="0" rtlCol="0">
            <a:spAutoFit/>
          </a:bodyPr>
          <a:lstStyle/>
          <a:p>
            <a:endParaRPr lang="en-US" sz="1200" dirty="0">
              <a:latin typeface="+mn-lt"/>
            </a:endParaRPr>
          </a:p>
        </p:txBody>
      </p:sp>
      <p:sp>
        <p:nvSpPr>
          <p:cNvPr id="72" name="Text Placeholder 3"/>
          <p:cNvSpPr>
            <a:spLocks noGrp="1"/>
          </p:cNvSpPr>
          <p:nvPr>
            <p:ph type="body" sz="quarter" idx="19" hasCustomPrompt="1"/>
          </p:nvPr>
        </p:nvSpPr>
        <p:spPr>
          <a:xfrm>
            <a:off x="275992" y="2561135"/>
            <a:ext cx="6292850" cy="185738"/>
          </a:xfrm>
        </p:spPr>
        <p:txBody>
          <a:bodyPr lIns="0" tIns="0" rIns="0" bIns="0" anchor="ctr" anchorCtr="0"/>
          <a:lstStyle>
            <a:lvl1pPr marL="0" indent="0">
              <a:buNone/>
              <a:defRPr sz="1400"/>
            </a:lvl1pPr>
          </a:lstStyle>
          <a:p>
            <a:pPr lvl="0"/>
            <a:r>
              <a:rPr lang="en-US" dirty="0"/>
              <a:t>Click to Add Text</a:t>
            </a:r>
          </a:p>
        </p:txBody>
      </p:sp>
      <p:sp>
        <p:nvSpPr>
          <p:cNvPr id="73" name="Text Placeholder 3"/>
          <p:cNvSpPr>
            <a:spLocks noGrp="1"/>
          </p:cNvSpPr>
          <p:nvPr>
            <p:ph type="body" sz="quarter" idx="20" hasCustomPrompt="1"/>
          </p:nvPr>
        </p:nvSpPr>
        <p:spPr>
          <a:xfrm>
            <a:off x="8239559" y="2553355"/>
            <a:ext cx="679199" cy="193517"/>
          </a:xfrm>
        </p:spPr>
        <p:txBody>
          <a:bodyPr lIns="0" tIns="0" rIns="0" bIns="0" anchor="ctr" anchorCtr="0"/>
          <a:lstStyle>
            <a:lvl1pPr marL="0" indent="0" algn="ctr">
              <a:buNone/>
              <a:defRPr sz="1000"/>
            </a:lvl1pPr>
          </a:lstStyle>
          <a:p>
            <a:pPr lvl="0"/>
            <a:r>
              <a:rPr lang="en-US" dirty="0"/>
              <a:t>Click to Add Text</a:t>
            </a:r>
          </a:p>
        </p:txBody>
      </p:sp>
      <p:sp>
        <p:nvSpPr>
          <p:cNvPr id="74" name="Text Placeholder 3"/>
          <p:cNvSpPr>
            <a:spLocks noGrp="1"/>
          </p:cNvSpPr>
          <p:nvPr>
            <p:ph type="body" sz="quarter" idx="21" hasCustomPrompt="1"/>
          </p:nvPr>
        </p:nvSpPr>
        <p:spPr>
          <a:xfrm>
            <a:off x="6619130" y="2553356"/>
            <a:ext cx="1575943" cy="184666"/>
          </a:xfrm>
        </p:spPr>
        <p:txBody>
          <a:bodyPr lIns="0" tIns="0" rIns="0" bIns="0" anchor="ctr" anchorCtr="0"/>
          <a:lstStyle>
            <a:lvl1pPr marL="0" indent="0" algn="ctr">
              <a:buNone/>
              <a:defRPr sz="1200"/>
            </a:lvl1pPr>
          </a:lstStyle>
          <a:p>
            <a:pPr lvl="0"/>
            <a:r>
              <a:rPr lang="en-US" dirty="0"/>
              <a:t>Click to Add Text</a:t>
            </a:r>
          </a:p>
        </p:txBody>
      </p:sp>
      <p:sp>
        <p:nvSpPr>
          <p:cNvPr id="75" name="TextBox 74"/>
          <p:cNvSpPr txBox="1"/>
          <p:nvPr userDrawn="1"/>
        </p:nvSpPr>
        <p:spPr>
          <a:xfrm>
            <a:off x="6627520" y="2833457"/>
            <a:ext cx="1578529" cy="184666"/>
          </a:xfrm>
          <a:prstGeom prst="rect">
            <a:avLst/>
          </a:prstGeom>
          <a:noFill/>
        </p:spPr>
        <p:txBody>
          <a:bodyPr wrap="square" lIns="0" tIns="0" rIns="0" bIns="0" rtlCol="0">
            <a:spAutoFit/>
          </a:bodyPr>
          <a:lstStyle/>
          <a:p>
            <a:endParaRPr lang="en-US" sz="1200" dirty="0">
              <a:latin typeface="+mn-lt"/>
            </a:endParaRPr>
          </a:p>
        </p:txBody>
      </p:sp>
      <p:sp>
        <p:nvSpPr>
          <p:cNvPr id="76" name="TextBox 75"/>
          <p:cNvSpPr txBox="1"/>
          <p:nvPr userDrawn="1"/>
        </p:nvSpPr>
        <p:spPr>
          <a:xfrm>
            <a:off x="8231215" y="2833457"/>
            <a:ext cx="695933" cy="184666"/>
          </a:xfrm>
          <a:prstGeom prst="rect">
            <a:avLst/>
          </a:prstGeom>
          <a:noFill/>
        </p:spPr>
        <p:txBody>
          <a:bodyPr wrap="square" lIns="0" tIns="0" rIns="0" bIns="0" rtlCol="0">
            <a:spAutoFit/>
          </a:bodyPr>
          <a:lstStyle/>
          <a:p>
            <a:endParaRPr lang="en-US" sz="1200" dirty="0">
              <a:latin typeface="+mn-lt"/>
            </a:endParaRPr>
          </a:p>
        </p:txBody>
      </p:sp>
      <p:sp>
        <p:nvSpPr>
          <p:cNvPr id="77" name="Text Placeholder 3"/>
          <p:cNvSpPr>
            <a:spLocks noGrp="1"/>
          </p:cNvSpPr>
          <p:nvPr>
            <p:ph type="body" sz="quarter" idx="22" hasCustomPrompt="1"/>
          </p:nvPr>
        </p:nvSpPr>
        <p:spPr>
          <a:xfrm>
            <a:off x="275992" y="2841236"/>
            <a:ext cx="6301458" cy="176887"/>
          </a:xfrm>
        </p:spPr>
        <p:txBody>
          <a:bodyPr lIns="0" tIns="0" rIns="0" bIns="0" anchor="ctr" anchorCtr="0"/>
          <a:lstStyle>
            <a:lvl1pPr marL="0" indent="0">
              <a:buNone/>
              <a:defRPr sz="1400"/>
            </a:lvl1pPr>
          </a:lstStyle>
          <a:p>
            <a:pPr lvl="0"/>
            <a:r>
              <a:rPr lang="en-US" dirty="0"/>
              <a:t>Click to Add Text</a:t>
            </a:r>
          </a:p>
        </p:txBody>
      </p:sp>
      <p:sp>
        <p:nvSpPr>
          <p:cNvPr id="78" name="Text Placeholder 3"/>
          <p:cNvSpPr>
            <a:spLocks noGrp="1"/>
          </p:cNvSpPr>
          <p:nvPr>
            <p:ph type="body" sz="quarter" idx="23" hasCustomPrompt="1"/>
          </p:nvPr>
        </p:nvSpPr>
        <p:spPr>
          <a:xfrm>
            <a:off x="8247948" y="2833456"/>
            <a:ext cx="679199" cy="193517"/>
          </a:xfrm>
        </p:spPr>
        <p:txBody>
          <a:bodyPr lIns="0" tIns="0" rIns="0" bIns="0" anchor="ctr" anchorCtr="0"/>
          <a:lstStyle>
            <a:lvl1pPr marL="0" indent="0" algn="ctr">
              <a:buNone/>
              <a:defRPr sz="1000"/>
            </a:lvl1pPr>
          </a:lstStyle>
          <a:p>
            <a:pPr lvl="0"/>
            <a:r>
              <a:rPr lang="en-US" dirty="0"/>
              <a:t>Click to Add Text</a:t>
            </a:r>
          </a:p>
        </p:txBody>
      </p:sp>
      <p:sp>
        <p:nvSpPr>
          <p:cNvPr id="79" name="Text Placeholder 3"/>
          <p:cNvSpPr>
            <a:spLocks noGrp="1"/>
          </p:cNvSpPr>
          <p:nvPr>
            <p:ph type="body" sz="quarter" idx="24" hasCustomPrompt="1"/>
          </p:nvPr>
        </p:nvSpPr>
        <p:spPr>
          <a:xfrm>
            <a:off x="6627521" y="2833457"/>
            <a:ext cx="1575941" cy="188084"/>
          </a:xfrm>
        </p:spPr>
        <p:txBody>
          <a:bodyPr lIns="0" tIns="0" rIns="0" bIns="0" anchor="ctr" anchorCtr="0"/>
          <a:lstStyle>
            <a:lvl1pPr marL="0" indent="0" algn="ctr">
              <a:buNone/>
              <a:defRPr sz="1200"/>
            </a:lvl1pPr>
          </a:lstStyle>
          <a:p>
            <a:pPr lvl="0"/>
            <a:r>
              <a:rPr lang="en-US" dirty="0"/>
              <a:t>Click to Add Text</a:t>
            </a:r>
          </a:p>
        </p:txBody>
      </p:sp>
      <p:sp>
        <p:nvSpPr>
          <p:cNvPr id="80" name="TextBox 79"/>
          <p:cNvSpPr txBox="1"/>
          <p:nvPr userDrawn="1"/>
        </p:nvSpPr>
        <p:spPr>
          <a:xfrm>
            <a:off x="6627738" y="3152188"/>
            <a:ext cx="1578529" cy="184666"/>
          </a:xfrm>
          <a:prstGeom prst="rect">
            <a:avLst/>
          </a:prstGeom>
          <a:noFill/>
        </p:spPr>
        <p:txBody>
          <a:bodyPr wrap="square" lIns="0" tIns="0" rIns="0" bIns="0" rtlCol="0">
            <a:spAutoFit/>
          </a:bodyPr>
          <a:lstStyle/>
          <a:p>
            <a:endParaRPr lang="en-US" sz="1200" dirty="0">
              <a:latin typeface="+mn-lt"/>
            </a:endParaRPr>
          </a:p>
        </p:txBody>
      </p:sp>
      <p:sp>
        <p:nvSpPr>
          <p:cNvPr id="81" name="TextBox 80"/>
          <p:cNvSpPr txBox="1"/>
          <p:nvPr userDrawn="1"/>
        </p:nvSpPr>
        <p:spPr>
          <a:xfrm>
            <a:off x="8231433" y="3152188"/>
            <a:ext cx="695933" cy="184666"/>
          </a:xfrm>
          <a:prstGeom prst="rect">
            <a:avLst/>
          </a:prstGeom>
          <a:noFill/>
        </p:spPr>
        <p:txBody>
          <a:bodyPr wrap="square" lIns="0" tIns="0" rIns="0" bIns="0" rtlCol="0">
            <a:spAutoFit/>
          </a:bodyPr>
          <a:lstStyle/>
          <a:p>
            <a:endParaRPr lang="en-US" sz="1200" dirty="0">
              <a:latin typeface="+mn-lt"/>
            </a:endParaRPr>
          </a:p>
        </p:txBody>
      </p:sp>
      <p:sp>
        <p:nvSpPr>
          <p:cNvPr id="82" name="Text Placeholder 3"/>
          <p:cNvSpPr>
            <a:spLocks noGrp="1"/>
          </p:cNvSpPr>
          <p:nvPr>
            <p:ph type="body" sz="quarter" idx="25" hasCustomPrompt="1"/>
          </p:nvPr>
        </p:nvSpPr>
        <p:spPr>
          <a:xfrm>
            <a:off x="284599" y="3159967"/>
            <a:ext cx="6292850" cy="185738"/>
          </a:xfrm>
        </p:spPr>
        <p:txBody>
          <a:bodyPr lIns="0" tIns="0" rIns="0" bIns="0" anchor="ctr" anchorCtr="0"/>
          <a:lstStyle>
            <a:lvl1pPr marL="0" indent="0">
              <a:buNone/>
              <a:defRPr sz="1400"/>
            </a:lvl1pPr>
          </a:lstStyle>
          <a:p>
            <a:pPr lvl="0"/>
            <a:r>
              <a:rPr lang="en-US" dirty="0"/>
              <a:t>Click to Add Text</a:t>
            </a:r>
          </a:p>
        </p:txBody>
      </p:sp>
      <p:sp>
        <p:nvSpPr>
          <p:cNvPr id="83" name="Text Placeholder 3"/>
          <p:cNvSpPr>
            <a:spLocks noGrp="1"/>
          </p:cNvSpPr>
          <p:nvPr>
            <p:ph type="body" sz="quarter" idx="26" hasCustomPrompt="1"/>
          </p:nvPr>
        </p:nvSpPr>
        <p:spPr>
          <a:xfrm>
            <a:off x="8248166" y="3152187"/>
            <a:ext cx="679199" cy="193517"/>
          </a:xfrm>
        </p:spPr>
        <p:txBody>
          <a:bodyPr lIns="0" tIns="0" rIns="0" bIns="0" anchor="ctr" anchorCtr="0"/>
          <a:lstStyle>
            <a:lvl1pPr marL="0" indent="0" algn="ctr">
              <a:buNone/>
              <a:defRPr sz="1000"/>
            </a:lvl1pPr>
          </a:lstStyle>
          <a:p>
            <a:pPr lvl="0"/>
            <a:r>
              <a:rPr lang="en-US" dirty="0"/>
              <a:t>Click to Add Text</a:t>
            </a:r>
          </a:p>
        </p:txBody>
      </p:sp>
      <p:sp>
        <p:nvSpPr>
          <p:cNvPr id="84" name="Text Placeholder 3"/>
          <p:cNvSpPr>
            <a:spLocks noGrp="1"/>
          </p:cNvSpPr>
          <p:nvPr>
            <p:ph type="body" sz="quarter" idx="27" hasCustomPrompt="1"/>
          </p:nvPr>
        </p:nvSpPr>
        <p:spPr>
          <a:xfrm>
            <a:off x="6627737" y="3152188"/>
            <a:ext cx="1575943" cy="184666"/>
          </a:xfrm>
        </p:spPr>
        <p:txBody>
          <a:bodyPr lIns="0" tIns="0" rIns="0" bIns="0" anchor="ctr" anchorCtr="0"/>
          <a:lstStyle>
            <a:lvl1pPr marL="0" indent="0" algn="ctr">
              <a:buNone/>
              <a:defRPr sz="1200"/>
            </a:lvl1pPr>
          </a:lstStyle>
          <a:p>
            <a:pPr lvl="0"/>
            <a:r>
              <a:rPr lang="en-US" dirty="0"/>
              <a:t>Click to Add Text</a:t>
            </a:r>
          </a:p>
        </p:txBody>
      </p:sp>
      <p:sp>
        <p:nvSpPr>
          <p:cNvPr id="85" name="TextBox 84"/>
          <p:cNvSpPr txBox="1"/>
          <p:nvPr userDrawn="1"/>
        </p:nvSpPr>
        <p:spPr>
          <a:xfrm>
            <a:off x="6627520" y="3460922"/>
            <a:ext cx="1578529" cy="184666"/>
          </a:xfrm>
          <a:prstGeom prst="rect">
            <a:avLst/>
          </a:prstGeom>
          <a:noFill/>
        </p:spPr>
        <p:txBody>
          <a:bodyPr wrap="square" lIns="0" tIns="0" rIns="0" bIns="0" rtlCol="0">
            <a:spAutoFit/>
          </a:bodyPr>
          <a:lstStyle/>
          <a:p>
            <a:endParaRPr lang="en-US" sz="1200" dirty="0">
              <a:latin typeface="+mn-lt"/>
            </a:endParaRPr>
          </a:p>
        </p:txBody>
      </p:sp>
      <p:sp>
        <p:nvSpPr>
          <p:cNvPr id="86" name="TextBox 85"/>
          <p:cNvSpPr txBox="1"/>
          <p:nvPr userDrawn="1"/>
        </p:nvSpPr>
        <p:spPr>
          <a:xfrm>
            <a:off x="8231215" y="3460922"/>
            <a:ext cx="695933" cy="184666"/>
          </a:xfrm>
          <a:prstGeom prst="rect">
            <a:avLst/>
          </a:prstGeom>
          <a:noFill/>
        </p:spPr>
        <p:txBody>
          <a:bodyPr wrap="square" lIns="0" tIns="0" rIns="0" bIns="0" rtlCol="0">
            <a:spAutoFit/>
          </a:bodyPr>
          <a:lstStyle/>
          <a:p>
            <a:endParaRPr lang="en-US" sz="1200" dirty="0">
              <a:latin typeface="+mn-lt"/>
            </a:endParaRPr>
          </a:p>
        </p:txBody>
      </p:sp>
      <p:sp>
        <p:nvSpPr>
          <p:cNvPr id="87" name="Text Placeholder 3"/>
          <p:cNvSpPr>
            <a:spLocks noGrp="1"/>
          </p:cNvSpPr>
          <p:nvPr>
            <p:ph type="body" sz="quarter" idx="28" hasCustomPrompt="1"/>
          </p:nvPr>
        </p:nvSpPr>
        <p:spPr>
          <a:xfrm>
            <a:off x="275992" y="3468701"/>
            <a:ext cx="6301458" cy="185737"/>
          </a:xfrm>
        </p:spPr>
        <p:txBody>
          <a:bodyPr lIns="0" tIns="0" rIns="0" bIns="0" anchor="ctr" anchorCtr="0"/>
          <a:lstStyle>
            <a:lvl1pPr marL="0" indent="0">
              <a:buNone/>
              <a:defRPr sz="1400"/>
            </a:lvl1pPr>
          </a:lstStyle>
          <a:p>
            <a:pPr lvl="0"/>
            <a:r>
              <a:rPr lang="en-US" dirty="0"/>
              <a:t>Click to Add Text</a:t>
            </a:r>
          </a:p>
        </p:txBody>
      </p:sp>
      <p:sp>
        <p:nvSpPr>
          <p:cNvPr id="88" name="Text Placeholder 3"/>
          <p:cNvSpPr>
            <a:spLocks noGrp="1"/>
          </p:cNvSpPr>
          <p:nvPr>
            <p:ph type="body" sz="quarter" idx="29" hasCustomPrompt="1"/>
          </p:nvPr>
        </p:nvSpPr>
        <p:spPr>
          <a:xfrm>
            <a:off x="8247948" y="3460921"/>
            <a:ext cx="679199" cy="193517"/>
          </a:xfrm>
        </p:spPr>
        <p:txBody>
          <a:bodyPr lIns="0" tIns="0" rIns="0" bIns="0" anchor="ctr" anchorCtr="0"/>
          <a:lstStyle>
            <a:lvl1pPr marL="0" indent="0" algn="ctr">
              <a:buNone/>
              <a:defRPr sz="1000"/>
            </a:lvl1pPr>
          </a:lstStyle>
          <a:p>
            <a:pPr lvl="0"/>
            <a:r>
              <a:rPr lang="en-US" dirty="0"/>
              <a:t>Click to Add Text</a:t>
            </a:r>
          </a:p>
        </p:txBody>
      </p:sp>
      <p:sp>
        <p:nvSpPr>
          <p:cNvPr id="89" name="Text Placeholder 3"/>
          <p:cNvSpPr>
            <a:spLocks noGrp="1"/>
          </p:cNvSpPr>
          <p:nvPr>
            <p:ph type="body" sz="quarter" idx="30" hasCustomPrompt="1"/>
          </p:nvPr>
        </p:nvSpPr>
        <p:spPr>
          <a:xfrm>
            <a:off x="6627519" y="3460922"/>
            <a:ext cx="1575943" cy="184666"/>
          </a:xfrm>
        </p:spPr>
        <p:txBody>
          <a:bodyPr lIns="0" tIns="0" rIns="0" bIns="0" anchor="ctr" anchorCtr="0"/>
          <a:lstStyle>
            <a:lvl1pPr marL="0" indent="0" algn="ctr">
              <a:buNone/>
              <a:defRPr sz="1200"/>
            </a:lvl1pPr>
          </a:lstStyle>
          <a:p>
            <a:pPr lvl="0"/>
            <a:r>
              <a:rPr lang="en-US" dirty="0"/>
              <a:t>Click to Add Text</a:t>
            </a:r>
          </a:p>
        </p:txBody>
      </p:sp>
      <p:sp>
        <p:nvSpPr>
          <p:cNvPr id="90" name="TextBox 89"/>
          <p:cNvSpPr txBox="1"/>
          <p:nvPr userDrawn="1"/>
        </p:nvSpPr>
        <p:spPr>
          <a:xfrm>
            <a:off x="6627738" y="3779653"/>
            <a:ext cx="1578529" cy="184666"/>
          </a:xfrm>
          <a:prstGeom prst="rect">
            <a:avLst/>
          </a:prstGeom>
          <a:noFill/>
        </p:spPr>
        <p:txBody>
          <a:bodyPr wrap="square" lIns="0" tIns="0" rIns="0" bIns="0" rtlCol="0">
            <a:spAutoFit/>
          </a:bodyPr>
          <a:lstStyle/>
          <a:p>
            <a:endParaRPr lang="en-US" sz="1200" dirty="0">
              <a:latin typeface="+mn-lt"/>
            </a:endParaRPr>
          </a:p>
        </p:txBody>
      </p:sp>
      <p:sp>
        <p:nvSpPr>
          <p:cNvPr id="91" name="TextBox 90"/>
          <p:cNvSpPr txBox="1"/>
          <p:nvPr userDrawn="1"/>
        </p:nvSpPr>
        <p:spPr>
          <a:xfrm>
            <a:off x="8231433" y="3779653"/>
            <a:ext cx="695933" cy="184666"/>
          </a:xfrm>
          <a:prstGeom prst="rect">
            <a:avLst/>
          </a:prstGeom>
          <a:noFill/>
        </p:spPr>
        <p:txBody>
          <a:bodyPr wrap="square" lIns="0" tIns="0" rIns="0" bIns="0" rtlCol="0">
            <a:spAutoFit/>
          </a:bodyPr>
          <a:lstStyle/>
          <a:p>
            <a:endParaRPr lang="en-US" sz="1200" dirty="0">
              <a:latin typeface="+mn-lt"/>
            </a:endParaRPr>
          </a:p>
        </p:txBody>
      </p:sp>
      <p:sp>
        <p:nvSpPr>
          <p:cNvPr id="92" name="Text Placeholder 3"/>
          <p:cNvSpPr>
            <a:spLocks noGrp="1"/>
          </p:cNvSpPr>
          <p:nvPr>
            <p:ph type="body" sz="quarter" idx="31" hasCustomPrompt="1"/>
          </p:nvPr>
        </p:nvSpPr>
        <p:spPr>
          <a:xfrm>
            <a:off x="284599" y="3787432"/>
            <a:ext cx="6292850" cy="185738"/>
          </a:xfrm>
        </p:spPr>
        <p:txBody>
          <a:bodyPr lIns="0" tIns="0" rIns="0" bIns="0" anchor="ctr" anchorCtr="0"/>
          <a:lstStyle>
            <a:lvl1pPr marL="0" indent="0">
              <a:buNone/>
              <a:defRPr sz="1400"/>
            </a:lvl1pPr>
          </a:lstStyle>
          <a:p>
            <a:pPr lvl="0"/>
            <a:r>
              <a:rPr lang="en-US" dirty="0"/>
              <a:t>Click to Add Text</a:t>
            </a:r>
          </a:p>
        </p:txBody>
      </p:sp>
      <p:sp>
        <p:nvSpPr>
          <p:cNvPr id="93" name="Text Placeholder 3"/>
          <p:cNvSpPr>
            <a:spLocks noGrp="1"/>
          </p:cNvSpPr>
          <p:nvPr>
            <p:ph type="body" sz="quarter" idx="32" hasCustomPrompt="1"/>
          </p:nvPr>
        </p:nvSpPr>
        <p:spPr>
          <a:xfrm>
            <a:off x="8248166" y="3779652"/>
            <a:ext cx="679199" cy="193517"/>
          </a:xfrm>
        </p:spPr>
        <p:txBody>
          <a:bodyPr lIns="0" tIns="0" rIns="0" bIns="0" anchor="ctr" anchorCtr="0"/>
          <a:lstStyle>
            <a:lvl1pPr marL="0" indent="0" algn="ctr">
              <a:buNone/>
              <a:defRPr sz="1000"/>
            </a:lvl1pPr>
          </a:lstStyle>
          <a:p>
            <a:pPr lvl="0"/>
            <a:r>
              <a:rPr lang="en-US" dirty="0"/>
              <a:t>Click to Add Text</a:t>
            </a:r>
          </a:p>
        </p:txBody>
      </p:sp>
      <p:sp>
        <p:nvSpPr>
          <p:cNvPr id="94" name="Text Placeholder 3"/>
          <p:cNvSpPr>
            <a:spLocks noGrp="1"/>
          </p:cNvSpPr>
          <p:nvPr>
            <p:ph type="body" sz="quarter" idx="33" hasCustomPrompt="1"/>
          </p:nvPr>
        </p:nvSpPr>
        <p:spPr>
          <a:xfrm>
            <a:off x="6627737" y="3779653"/>
            <a:ext cx="1575943" cy="184666"/>
          </a:xfrm>
        </p:spPr>
        <p:txBody>
          <a:bodyPr lIns="0" tIns="0" rIns="0" bIns="0" anchor="ctr" anchorCtr="0"/>
          <a:lstStyle>
            <a:lvl1pPr marL="0" indent="0" algn="ctr">
              <a:buNone/>
              <a:defRPr sz="1200"/>
            </a:lvl1pPr>
          </a:lstStyle>
          <a:p>
            <a:pPr lvl="0"/>
            <a:r>
              <a:rPr lang="en-US" dirty="0"/>
              <a:t>Click to Add Text</a:t>
            </a:r>
          </a:p>
        </p:txBody>
      </p:sp>
      <p:sp>
        <p:nvSpPr>
          <p:cNvPr id="95" name="TextBox 94"/>
          <p:cNvSpPr txBox="1"/>
          <p:nvPr userDrawn="1"/>
        </p:nvSpPr>
        <p:spPr>
          <a:xfrm>
            <a:off x="6638840" y="4074595"/>
            <a:ext cx="1578529" cy="184666"/>
          </a:xfrm>
          <a:prstGeom prst="rect">
            <a:avLst/>
          </a:prstGeom>
          <a:noFill/>
        </p:spPr>
        <p:txBody>
          <a:bodyPr wrap="square" lIns="0" tIns="0" rIns="0" bIns="0" rtlCol="0">
            <a:spAutoFit/>
          </a:bodyPr>
          <a:lstStyle/>
          <a:p>
            <a:endParaRPr lang="en-US" sz="1200" dirty="0">
              <a:latin typeface="+mn-lt"/>
            </a:endParaRPr>
          </a:p>
        </p:txBody>
      </p:sp>
      <p:sp>
        <p:nvSpPr>
          <p:cNvPr id="96" name="TextBox 95"/>
          <p:cNvSpPr txBox="1"/>
          <p:nvPr userDrawn="1"/>
        </p:nvSpPr>
        <p:spPr>
          <a:xfrm>
            <a:off x="8242535" y="4074595"/>
            <a:ext cx="695933" cy="184666"/>
          </a:xfrm>
          <a:prstGeom prst="rect">
            <a:avLst/>
          </a:prstGeom>
          <a:noFill/>
        </p:spPr>
        <p:txBody>
          <a:bodyPr wrap="square" lIns="0" tIns="0" rIns="0" bIns="0" rtlCol="0">
            <a:spAutoFit/>
          </a:bodyPr>
          <a:lstStyle/>
          <a:p>
            <a:endParaRPr lang="en-US" sz="1200" dirty="0">
              <a:latin typeface="+mn-lt"/>
            </a:endParaRPr>
          </a:p>
        </p:txBody>
      </p:sp>
      <p:sp>
        <p:nvSpPr>
          <p:cNvPr id="97" name="Text Placeholder 3"/>
          <p:cNvSpPr>
            <a:spLocks noGrp="1"/>
          </p:cNvSpPr>
          <p:nvPr>
            <p:ph type="body" sz="quarter" idx="34" hasCustomPrompt="1"/>
          </p:nvPr>
        </p:nvSpPr>
        <p:spPr>
          <a:xfrm>
            <a:off x="287312" y="4082374"/>
            <a:ext cx="6301458" cy="176887"/>
          </a:xfrm>
        </p:spPr>
        <p:txBody>
          <a:bodyPr lIns="0" tIns="0" rIns="0" bIns="0" anchor="ctr" anchorCtr="0"/>
          <a:lstStyle>
            <a:lvl1pPr marL="0" indent="0">
              <a:buNone/>
              <a:defRPr sz="1400"/>
            </a:lvl1pPr>
          </a:lstStyle>
          <a:p>
            <a:pPr lvl="0"/>
            <a:r>
              <a:rPr lang="en-US" dirty="0"/>
              <a:t>Click to Add Text</a:t>
            </a:r>
          </a:p>
        </p:txBody>
      </p:sp>
      <p:sp>
        <p:nvSpPr>
          <p:cNvPr id="98" name="Text Placeholder 3"/>
          <p:cNvSpPr>
            <a:spLocks noGrp="1"/>
          </p:cNvSpPr>
          <p:nvPr>
            <p:ph type="body" sz="quarter" idx="35" hasCustomPrompt="1"/>
          </p:nvPr>
        </p:nvSpPr>
        <p:spPr>
          <a:xfrm>
            <a:off x="8259268" y="4074594"/>
            <a:ext cx="679199" cy="193517"/>
          </a:xfrm>
        </p:spPr>
        <p:txBody>
          <a:bodyPr lIns="0" tIns="0" rIns="0" bIns="0" anchor="ctr" anchorCtr="0"/>
          <a:lstStyle>
            <a:lvl1pPr marL="0" indent="0" algn="ctr">
              <a:buNone/>
              <a:defRPr sz="1000"/>
            </a:lvl1pPr>
          </a:lstStyle>
          <a:p>
            <a:pPr lvl="0"/>
            <a:r>
              <a:rPr lang="en-US" dirty="0"/>
              <a:t>Click to Add Text</a:t>
            </a:r>
          </a:p>
        </p:txBody>
      </p:sp>
      <p:sp>
        <p:nvSpPr>
          <p:cNvPr id="99" name="Text Placeholder 3"/>
          <p:cNvSpPr>
            <a:spLocks noGrp="1"/>
          </p:cNvSpPr>
          <p:nvPr>
            <p:ph type="body" sz="quarter" idx="36" hasCustomPrompt="1"/>
          </p:nvPr>
        </p:nvSpPr>
        <p:spPr>
          <a:xfrm>
            <a:off x="6638841" y="4074595"/>
            <a:ext cx="1575941" cy="188084"/>
          </a:xfrm>
        </p:spPr>
        <p:txBody>
          <a:bodyPr lIns="0" tIns="0" rIns="0" bIns="0" anchor="ctr" anchorCtr="0"/>
          <a:lstStyle>
            <a:lvl1pPr marL="0" indent="0" algn="ctr">
              <a:buNone/>
              <a:defRPr sz="1200"/>
            </a:lvl1pPr>
          </a:lstStyle>
          <a:p>
            <a:pPr lvl="0"/>
            <a:r>
              <a:rPr lang="en-US" dirty="0"/>
              <a:t>Click to Add Text</a:t>
            </a:r>
          </a:p>
        </p:txBody>
      </p:sp>
      <p:sp>
        <p:nvSpPr>
          <p:cNvPr id="100" name="TextBox 99"/>
          <p:cNvSpPr txBox="1"/>
          <p:nvPr userDrawn="1"/>
        </p:nvSpPr>
        <p:spPr>
          <a:xfrm>
            <a:off x="6639058" y="4393326"/>
            <a:ext cx="1578529" cy="184666"/>
          </a:xfrm>
          <a:prstGeom prst="rect">
            <a:avLst/>
          </a:prstGeom>
          <a:noFill/>
        </p:spPr>
        <p:txBody>
          <a:bodyPr wrap="square" lIns="0" tIns="0" rIns="0" bIns="0" rtlCol="0">
            <a:spAutoFit/>
          </a:bodyPr>
          <a:lstStyle/>
          <a:p>
            <a:endParaRPr lang="en-US" sz="1200" dirty="0">
              <a:latin typeface="+mn-lt"/>
            </a:endParaRPr>
          </a:p>
        </p:txBody>
      </p:sp>
      <p:sp>
        <p:nvSpPr>
          <p:cNvPr id="101" name="TextBox 100"/>
          <p:cNvSpPr txBox="1"/>
          <p:nvPr userDrawn="1"/>
        </p:nvSpPr>
        <p:spPr>
          <a:xfrm>
            <a:off x="8242753" y="4393326"/>
            <a:ext cx="695933" cy="184666"/>
          </a:xfrm>
          <a:prstGeom prst="rect">
            <a:avLst/>
          </a:prstGeom>
          <a:noFill/>
        </p:spPr>
        <p:txBody>
          <a:bodyPr wrap="square" lIns="0" tIns="0" rIns="0" bIns="0" rtlCol="0">
            <a:spAutoFit/>
          </a:bodyPr>
          <a:lstStyle/>
          <a:p>
            <a:endParaRPr lang="en-US" sz="1200" dirty="0">
              <a:latin typeface="+mn-lt"/>
            </a:endParaRPr>
          </a:p>
        </p:txBody>
      </p:sp>
      <p:sp>
        <p:nvSpPr>
          <p:cNvPr id="102" name="Text Placeholder 3"/>
          <p:cNvSpPr>
            <a:spLocks noGrp="1"/>
          </p:cNvSpPr>
          <p:nvPr>
            <p:ph type="body" sz="quarter" idx="37" hasCustomPrompt="1"/>
          </p:nvPr>
        </p:nvSpPr>
        <p:spPr>
          <a:xfrm>
            <a:off x="295919" y="4401105"/>
            <a:ext cx="6292850" cy="185738"/>
          </a:xfrm>
        </p:spPr>
        <p:txBody>
          <a:bodyPr lIns="0" tIns="0" rIns="0" bIns="0" anchor="ctr" anchorCtr="0"/>
          <a:lstStyle>
            <a:lvl1pPr marL="0" indent="0">
              <a:buNone/>
              <a:defRPr sz="1400"/>
            </a:lvl1pPr>
          </a:lstStyle>
          <a:p>
            <a:pPr lvl="0"/>
            <a:r>
              <a:rPr lang="en-US" dirty="0"/>
              <a:t>Click to Add Text</a:t>
            </a:r>
          </a:p>
        </p:txBody>
      </p:sp>
      <p:sp>
        <p:nvSpPr>
          <p:cNvPr id="103" name="Text Placeholder 3"/>
          <p:cNvSpPr>
            <a:spLocks noGrp="1"/>
          </p:cNvSpPr>
          <p:nvPr>
            <p:ph type="body" sz="quarter" idx="38" hasCustomPrompt="1"/>
          </p:nvPr>
        </p:nvSpPr>
        <p:spPr>
          <a:xfrm>
            <a:off x="8259486" y="4393325"/>
            <a:ext cx="679199" cy="193517"/>
          </a:xfrm>
        </p:spPr>
        <p:txBody>
          <a:bodyPr lIns="0" tIns="0" rIns="0" bIns="0" anchor="ctr" anchorCtr="0"/>
          <a:lstStyle>
            <a:lvl1pPr marL="0" indent="0" algn="ctr">
              <a:buNone/>
              <a:defRPr sz="1000"/>
            </a:lvl1pPr>
          </a:lstStyle>
          <a:p>
            <a:pPr lvl="0"/>
            <a:r>
              <a:rPr lang="en-US" dirty="0"/>
              <a:t>Click to Add Text</a:t>
            </a:r>
          </a:p>
        </p:txBody>
      </p:sp>
      <p:sp>
        <p:nvSpPr>
          <p:cNvPr id="104" name="Text Placeholder 3"/>
          <p:cNvSpPr>
            <a:spLocks noGrp="1"/>
          </p:cNvSpPr>
          <p:nvPr>
            <p:ph type="body" sz="quarter" idx="39" hasCustomPrompt="1"/>
          </p:nvPr>
        </p:nvSpPr>
        <p:spPr>
          <a:xfrm>
            <a:off x="6639057" y="4393326"/>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05" name="TextBox 104"/>
          <p:cNvSpPr txBox="1"/>
          <p:nvPr userDrawn="1"/>
        </p:nvSpPr>
        <p:spPr>
          <a:xfrm>
            <a:off x="6638840" y="4702060"/>
            <a:ext cx="1578529" cy="184666"/>
          </a:xfrm>
          <a:prstGeom prst="rect">
            <a:avLst/>
          </a:prstGeom>
          <a:noFill/>
        </p:spPr>
        <p:txBody>
          <a:bodyPr wrap="square" lIns="0" tIns="0" rIns="0" bIns="0" rtlCol="0">
            <a:spAutoFit/>
          </a:bodyPr>
          <a:lstStyle/>
          <a:p>
            <a:endParaRPr lang="en-US" sz="1200" dirty="0">
              <a:latin typeface="+mn-lt"/>
            </a:endParaRPr>
          </a:p>
        </p:txBody>
      </p:sp>
      <p:sp>
        <p:nvSpPr>
          <p:cNvPr id="106" name="TextBox 105"/>
          <p:cNvSpPr txBox="1"/>
          <p:nvPr userDrawn="1"/>
        </p:nvSpPr>
        <p:spPr>
          <a:xfrm>
            <a:off x="8242535" y="4702060"/>
            <a:ext cx="695933" cy="184666"/>
          </a:xfrm>
          <a:prstGeom prst="rect">
            <a:avLst/>
          </a:prstGeom>
          <a:noFill/>
        </p:spPr>
        <p:txBody>
          <a:bodyPr wrap="square" lIns="0" tIns="0" rIns="0" bIns="0" rtlCol="0">
            <a:spAutoFit/>
          </a:bodyPr>
          <a:lstStyle/>
          <a:p>
            <a:endParaRPr lang="en-US" sz="1200" dirty="0">
              <a:latin typeface="+mn-lt"/>
            </a:endParaRPr>
          </a:p>
        </p:txBody>
      </p:sp>
      <p:sp>
        <p:nvSpPr>
          <p:cNvPr id="107" name="Text Placeholder 3"/>
          <p:cNvSpPr>
            <a:spLocks noGrp="1"/>
          </p:cNvSpPr>
          <p:nvPr>
            <p:ph type="body" sz="quarter" idx="40" hasCustomPrompt="1"/>
          </p:nvPr>
        </p:nvSpPr>
        <p:spPr>
          <a:xfrm>
            <a:off x="287312" y="4709839"/>
            <a:ext cx="6301458" cy="185737"/>
          </a:xfrm>
        </p:spPr>
        <p:txBody>
          <a:bodyPr lIns="0" tIns="0" rIns="0" bIns="0" anchor="ctr" anchorCtr="0"/>
          <a:lstStyle>
            <a:lvl1pPr marL="0" indent="0">
              <a:buNone/>
              <a:defRPr sz="1400"/>
            </a:lvl1pPr>
          </a:lstStyle>
          <a:p>
            <a:pPr lvl="0"/>
            <a:r>
              <a:rPr lang="en-US" dirty="0"/>
              <a:t>Click to Add Text</a:t>
            </a:r>
          </a:p>
        </p:txBody>
      </p:sp>
      <p:sp>
        <p:nvSpPr>
          <p:cNvPr id="108" name="Text Placeholder 3"/>
          <p:cNvSpPr>
            <a:spLocks noGrp="1"/>
          </p:cNvSpPr>
          <p:nvPr>
            <p:ph type="body" sz="quarter" idx="41" hasCustomPrompt="1"/>
          </p:nvPr>
        </p:nvSpPr>
        <p:spPr>
          <a:xfrm>
            <a:off x="8259268" y="4702059"/>
            <a:ext cx="679199" cy="193517"/>
          </a:xfrm>
        </p:spPr>
        <p:txBody>
          <a:bodyPr lIns="0" tIns="0" rIns="0" bIns="0" anchor="ctr" anchorCtr="0"/>
          <a:lstStyle>
            <a:lvl1pPr marL="0" indent="0" algn="ctr">
              <a:buNone/>
              <a:defRPr sz="1000"/>
            </a:lvl1pPr>
          </a:lstStyle>
          <a:p>
            <a:pPr lvl="0"/>
            <a:r>
              <a:rPr lang="en-US" dirty="0"/>
              <a:t>Click to Add Text</a:t>
            </a:r>
          </a:p>
        </p:txBody>
      </p:sp>
      <p:sp>
        <p:nvSpPr>
          <p:cNvPr id="109" name="Text Placeholder 3"/>
          <p:cNvSpPr>
            <a:spLocks noGrp="1"/>
          </p:cNvSpPr>
          <p:nvPr>
            <p:ph type="body" sz="quarter" idx="42" hasCustomPrompt="1"/>
          </p:nvPr>
        </p:nvSpPr>
        <p:spPr>
          <a:xfrm>
            <a:off x="6638839" y="4702060"/>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10" name="TextBox 109"/>
          <p:cNvSpPr txBox="1"/>
          <p:nvPr userDrawn="1"/>
        </p:nvSpPr>
        <p:spPr>
          <a:xfrm>
            <a:off x="6639058" y="5020791"/>
            <a:ext cx="1578529" cy="184666"/>
          </a:xfrm>
          <a:prstGeom prst="rect">
            <a:avLst/>
          </a:prstGeom>
          <a:noFill/>
        </p:spPr>
        <p:txBody>
          <a:bodyPr wrap="square" lIns="0" tIns="0" rIns="0" bIns="0" rtlCol="0">
            <a:spAutoFit/>
          </a:bodyPr>
          <a:lstStyle/>
          <a:p>
            <a:endParaRPr lang="en-US" sz="1200" dirty="0">
              <a:latin typeface="+mn-lt"/>
            </a:endParaRPr>
          </a:p>
        </p:txBody>
      </p:sp>
      <p:sp>
        <p:nvSpPr>
          <p:cNvPr id="111" name="TextBox 110"/>
          <p:cNvSpPr txBox="1"/>
          <p:nvPr userDrawn="1"/>
        </p:nvSpPr>
        <p:spPr>
          <a:xfrm>
            <a:off x="8242753" y="5020791"/>
            <a:ext cx="695933" cy="184666"/>
          </a:xfrm>
          <a:prstGeom prst="rect">
            <a:avLst/>
          </a:prstGeom>
          <a:noFill/>
        </p:spPr>
        <p:txBody>
          <a:bodyPr wrap="square" lIns="0" tIns="0" rIns="0" bIns="0" rtlCol="0">
            <a:spAutoFit/>
          </a:bodyPr>
          <a:lstStyle/>
          <a:p>
            <a:endParaRPr lang="en-US" sz="1200" dirty="0">
              <a:latin typeface="+mn-lt"/>
            </a:endParaRPr>
          </a:p>
        </p:txBody>
      </p:sp>
      <p:sp>
        <p:nvSpPr>
          <p:cNvPr id="112" name="Text Placeholder 3"/>
          <p:cNvSpPr>
            <a:spLocks noGrp="1"/>
          </p:cNvSpPr>
          <p:nvPr>
            <p:ph type="body" sz="quarter" idx="43" hasCustomPrompt="1"/>
          </p:nvPr>
        </p:nvSpPr>
        <p:spPr>
          <a:xfrm>
            <a:off x="295919" y="5028570"/>
            <a:ext cx="6292850" cy="185738"/>
          </a:xfrm>
        </p:spPr>
        <p:txBody>
          <a:bodyPr lIns="0" tIns="0" rIns="0" bIns="0" anchor="ctr" anchorCtr="0"/>
          <a:lstStyle>
            <a:lvl1pPr marL="0" indent="0">
              <a:buNone/>
              <a:defRPr sz="1400"/>
            </a:lvl1pPr>
          </a:lstStyle>
          <a:p>
            <a:pPr lvl="0"/>
            <a:r>
              <a:rPr lang="en-US" dirty="0"/>
              <a:t>Click to Add Text</a:t>
            </a:r>
          </a:p>
        </p:txBody>
      </p:sp>
      <p:sp>
        <p:nvSpPr>
          <p:cNvPr id="113" name="Text Placeholder 3"/>
          <p:cNvSpPr>
            <a:spLocks noGrp="1"/>
          </p:cNvSpPr>
          <p:nvPr>
            <p:ph type="body" sz="quarter" idx="44" hasCustomPrompt="1"/>
          </p:nvPr>
        </p:nvSpPr>
        <p:spPr>
          <a:xfrm>
            <a:off x="8259486" y="5020790"/>
            <a:ext cx="679199" cy="193517"/>
          </a:xfrm>
        </p:spPr>
        <p:txBody>
          <a:bodyPr lIns="0" tIns="0" rIns="0" bIns="0" anchor="ctr" anchorCtr="0"/>
          <a:lstStyle>
            <a:lvl1pPr marL="0" indent="0" algn="ctr">
              <a:buNone/>
              <a:defRPr sz="1000"/>
            </a:lvl1pPr>
          </a:lstStyle>
          <a:p>
            <a:pPr lvl="0"/>
            <a:r>
              <a:rPr lang="en-US" dirty="0"/>
              <a:t>Click to Add Text</a:t>
            </a:r>
          </a:p>
        </p:txBody>
      </p:sp>
      <p:sp>
        <p:nvSpPr>
          <p:cNvPr id="114" name="Text Placeholder 3"/>
          <p:cNvSpPr>
            <a:spLocks noGrp="1"/>
          </p:cNvSpPr>
          <p:nvPr>
            <p:ph type="body" sz="quarter" idx="45" hasCustomPrompt="1"/>
          </p:nvPr>
        </p:nvSpPr>
        <p:spPr>
          <a:xfrm>
            <a:off x="6639057" y="5020791"/>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35" name="TextBox 134"/>
          <p:cNvSpPr txBox="1"/>
          <p:nvPr userDrawn="1"/>
        </p:nvSpPr>
        <p:spPr>
          <a:xfrm>
            <a:off x="6627521" y="5275976"/>
            <a:ext cx="1578529" cy="184666"/>
          </a:xfrm>
          <a:prstGeom prst="rect">
            <a:avLst/>
          </a:prstGeom>
          <a:noFill/>
        </p:spPr>
        <p:txBody>
          <a:bodyPr wrap="square" lIns="0" tIns="0" rIns="0" bIns="0" rtlCol="0">
            <a:spAutoFit/>
          </a:bodyPr>
          <a:lstStyle/>
          <a:p>
            <a:endParaRPr lang="en-US" sz="1200" dirty="0">
              <a:latin typeface="+mn-lt"/>
            </a:endParaRPr>
          </a:p>
        </p:txBody>
      </p:sp>
      <p:sp>
        <p:nvSpPr>
          <p:cNvPr id="136" name="TextBox 135"/>
          <p:cNvSpPr txBox="1"/>
          <p:nvPr userDrawn="1"/>
        </p:nvSpPr>
        <p:spPr>
          <a:xfrm>
            <a:off x="8231216" y="5275976"/>
            <a:ext cx="695933" cy="184666"/>
          </a:xfrm>
          <a:prstGeom prst="rect">
            <a:avLst/>
          </a:prstGeom>
          <a:noFill/>
        </p:spPr>
        <p:txBody>
          <a:bodyPr wrap="square" lIns="0" tIns="0" rIns="0" bIns="0" rtlCol="0">
            <a:spAutoFit/>
          </a:bodyPr>
          <a:lstStyle/>
          <a:p>
            <a:endParaRPr lang="en-US" sz="1200" dirty="0">
              <a:latin typeface="+mn-lt"/>
            </a:endParaRPr>
          </a:p>
        </p:txBody>
      </p:sp>
      <p:sp>
        <p:nvSpPr>
          <p:cNvPr id="137" name="Text Placeholder 3"/>
          <p:cNvSpPr>
            <a:spLocks noGrp="1"/>
          </p:cNvSpPr>
          <p:nvPr>
            <p:ph type="body" sz="quarter" idx="46" hasCustomPrompt="1"/>
          </p:nvPr>
        </p:nvSpPr>
        <p:spPr>
          <a:xfrm>
            <a:off x="275993" y="5283755"/>
            <a:ext cx="6301458" cy="176887"/>
          </a:xfrm>
        </p:spPr>
        <p:txBody>
          <a:bodyPr lIns="0" tIns="0" rIns="0" bIns="0" anchor="ctr" anchorCtr="0"/>
          <a:lstStyle>
            <a:lvl1pPr marL="0" indent="0">
              <a:buNone/>
              <a:defRPr sz="1400"/>
            </a:lvl1pPr>
          </a:lstStyle>
          <a:p>
            <a:pPr lvl="0"/>
            <a:r>
              <a:rPr lang="en-US" dirty="0"/>
              <a:t>Click to Add Text</a:t>
            </a:r>
          </a:p>
        </p:txBody>
      </p:sp>
      <p:sp>
        <p:nvSpPr>
          <p:cNvPr id="138" name="Text Placeholder 3"/>
          <p:cNvSpPr>
            <a:spLocks noGrp="1"/>
          </p:cNvSpPr>
          <p:nvPr>
            <p:ph type="body" sz="quarter" idx="47" hasCustomPrompt="1"/>
          </p:nvPr>
        </p:nvSpPr>
        <p:spPr>
          <a:xfrm>
            <a:off x="8247949" y="5275975"/>
            <a:ext cx="679199" cy="193517"/>
          </a:xfrm>
        </p:spPr>
        <p:txBody>
          <a:bodyPr lIns="0" tIns="0" rIns="0" bIns="0" anchor="ctr" anchorCtr="0"/>
          <a:lstStyle>
            <a:lvl1pPr marL="0" indent="0" algn="ctr">
              <a:buNone/>
              <a:defRPr sz="1000"/>
            </a:lvl1pPr>
          </a:lstStyle>
          <a:p>
            <a:pPr lvl="0"/>
            <a:r>
              <a:rPr lang="en-US" dirty="0"/>
              <a:t>Click to Add Text</a:t>
            </a:r>
          </a:p>
        </p:txBody>
      </p:sp>
      <p:sp>
        <p:nvSpPr>
          <p:cNvPr id="139" name="Text Placeholder 3"/>
          <p:cNvSpPr>
            <a:spLocks noGrp="1"/>
          </p:cNvSpPr>
          <p:nvPr>
            <p:ph type="body" sz="quarter" idx="48" hasCustomPrompt="1"/>
          </p:nvPr>
        </p:nvSpPr>
        <p:spPr>
          <a:xfrm>
            <a:off x="6627522" y="5275976"/>
            <a:ext cx="1575941" cy="188084"/>
          </a:xfrm>
        </p:spPr>
        <p:txBody>
          <a:bodyPr lIns="0" tIns="0" rIns="0" bIns="0" anchor="ctr" anchorCtr="0"/>
          <a:lstStyle>
            <a:lvl1pPr marL="0" indent="0" algn="ctr">
              <a:buNone/>
              <a:defRPr sz="1200"/>
            </a:lvl1pPr>
          </a:lstStyle>
          <a:p>
            <a:pPr lvl="0"/>
            <a:r>
              <a:rPr lang="en-US" dirty="0"/>
              <a:t>Click to Add Text</a:t>
            </a:r>
          </a:p>
        </p:txBody>
      </p:sp>
      <p:sp>
        <p:nvSpPr>
          <p:cNvPr id="140" name="TextBox 139"/>
          <p:cNvSpPr txBox="1"/>
          <p:nvPr userDrawn="1"/>
        </p:nvSpPr>
        <p:spPr>
          <a:xfrm>
            <a:off x="6627739" y="5594707"/>
            <a:ext cx="1578529" cy="184666"/>
          </a:xfrm>
          <a:prstGeom prst="rect">
            <a:avLst/>
          </a:prstGeom>
          <a:noFill/>
        </p:spPr>
        <p:txBody>
          <a:bodyPr wrap="square" lIns="0" tIns="0" rIns="0" bIns="0" rtlCol="0">
            <a:spAutoFit/>
          </a:bodyPr>
          <a:lstStyle/>
          <a:p>
            <a:endParaRPr lang="en-US" sz="1200" dirty="0">
              <a:latin typeface="+mn-lt"/>
            </a:endParaRPr>
          </a:p>
        </p:txBody>
      </p:sp>
      <p:sp>
        <p:nvSpPr>
          <p:cNvPr id="141" name="TextBox 140"/>
          <p:cNvSpPr txBox="1"/>
          <p:nvPr userDrawn="1"/>
        </p:nvSpPr>
        <p:spPr>
          <a:xfrm>
            <a:off x="8231434" y="5594707"/>
            <a:ext cx="695933" cy="184666"/>
          </a:xfrm>
          <a:prstGeom prst="rect">
            <a:avLst/>
          </a:prstGeom>
          <a:noFill/>
        </p:spPr>
        <p:txBody>
          <a:bodyPr wrap="square" lIns="0" tIns="0" rIns="0" bIns="0" rtlCol="0">
            <a:spAutoFit/>
          </a:bodyPr>
          <a:lstStyle/>
          <a:p>
            <a:endParaRPr lang="en-US" sz="1200" dirty="0">
              <a:latin typeface="+mn-lt"/>
            </a:endParaRPr>
          </a:p>
        </p:txBody>
      </p:sp>
      <p:sp>
        <p:nvSpPr>
          <p:cNvPr id="142" name="Text Placeholder 3"/>
          <p:cNvSpPr>
            <a:spLocks noGrp="1"/>
          </p:cNvSpPr>
          <p:nvPr>
            <p:ph type="body" sz="quarter" idx="49" hasCustomPrompt="1"/>
          </p:nvPr>
        </p:nvSpPr>
        <p:spPr>
          <a:xfrm>
            <a:off x="284600" y="5602486"/>
            <a:ext cx="6292850" cy="185738"/>
          </a:xfrm>
        </p:spPr>
        <p:txBody>
          <a:bodyPr lIns="0" tIns="0" rIns="0" bIns="0" anchor="ctr" anchorCtr="0"/>
          <a:lstStyle>
            <a:lvl1pPr marL="0" indent="0">
              <a:buNone/>
              <a:defRPr sz="1400"/>
            </a:lvl1pPr>
          </a:lstStyle>
          <a:p>
            <a:pPr lvl="0"/>
            <a:r>
              <a:rPr lang="en-US" dirty="0"/>
              <a:t>Click to Add Text</a:t>
            </a:r>
          </a:p>
        </p:txBody>
      </p:sp>
      <p:sp>
        <p:nvSpPr>
          <p:cNvPr id="143" name="Text Placeholder 3"/>
          <p:cNvSpPr>
            <a:spLocks noGrp="1"/>
          </p:cNvSpPr>
          <p:nvPr>
            <p:ph type="body" sz="quarter" idx="50" hasCustomPrompt="1"/>
          </p:nvPr>
        </p:nvSpPr>
        <p:spPr>
          <a:xfrm>
            <a:off x="8248167" y="5594706"/>
            <a:ext cx="679199" cy="193517"/>
          </a:xfrm>
        </p:spPr>
        <p:txBody>
          <a:bodyPr lIns="0" tIns="0" rIns="0" bIns="0" anchor="ctr" anchorCtr="0"/>
          <a:lstStyle>
            <a:lvl1pPr marL="0" indent="0" algn="ctr">
              <a:buNone/>
              <a:defRPr sz="1000"/>
            </a:lvl1pPr>
          </a:lstStyle>
          <a:p>
            <a:pPr lvl="0"/>
            <a:r>
              <a:rPr lang="en-US" dirty="0"/>
              <a:t>Click to Add Text</a:t>
            </a:r>
          </a:p>
        </p:txBody>
      </p:sp>
      <p:sp>
        <p:nvSpPr>
          <p:cNvPr id="144" name="Text Placeholder 3"/>
          <p:cNvSpPr>
            <a:spLocks noGrp="1"/>
          </p:cNvSpPr>
          <p:nvPr>
            <p:ph type="body" sz="quarter" idx="51" hasCustomPrompt="1"/>
          </p:nvPr>
        </p:nvSpPr>
        <p:spPr>
          <a:xfrm>
            <a:off x="6627738" y="5594707"/>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45" name="TextBox 144"/>
          <p:cNvSpPr txBox="1"/>
          <p:nvPr userDrawn="1"/>
        </p:nvSpPr>
        <p:spPr>
          <a:xfrm>
            <a:off x="6627521" y="5903441"/>
            <a:ext cx="1578529" cy="184666"/>
          </a:xfrm>
          <a:prstGeom prst="rect">
            <a:avLst/>
          </a:prstGeom>
          <a:noFill/>
        </p:spPr>
        <p:txBody>
          <a:bodyPr wrap="square" lIns="0" tIns="0" rIns="0" bIns="0" rtlCol="0">
            <a:spAutoFit/>
          </a:bodyPr>
          <a:lstStyle/>
          <a:p>
            <a:endParaRPr lang="en-US" sz="1200" dirty="0">
              <a:latin typeface="+mn-lt"/>
            </a:endParaRPr>
          </a:p>
        </p:txBody>
      </p:sp>
      <p:sp>
        <p:nvSpPr>
          <p:cNvPr id="146" name="TextBox 145"/>
          <p:cNvSpPr txBox="1"/>
          <p:nvPr userDrawn="1"/>
        </p:nvSpPr>
        <p:spPr>
          <a:xfrm>
            <a:off x="8231216" y="5903441"/>
            <a:ext cx="695933" cy="184666"/>
          </a:xfrm>
          <a:prstGeom prst="rect">
            <a:avLst/>
          </a:prstGeom>
          <a:noFill/>
        </p:spPr>
        <p:txBody>
          <a:bodyPr wrap="square" lIns="0" tIns="0" rIns="0" bIns="0" rtlCol="0">
            <a:spAutoFit/>
          </a:bodyPr>
          <a:lstStyle/>
          <a:p>
            <a:endParaRPr lang="en-US" sz="1200" dirty="0">
              <a:latin typeface="+mn-lt"/>
            </a:endParaRPr>
          </a:p>
        </p:txBody>
      </p:sp>
      <p:sp>
        <p:nvSpPr>
          <p:cNvPr id="147" name="Text Placeholder 3"/>
          <p:cNvSpPr>
            <a:spLocks noGrp="1"/>
          </p:cNvSpPr>
          <p:nvPr>
            <p:ph type="body" sz="quarter" idx="52" hasCustomPrompt="1"/>
          </p:nvPr>
        </p:nvSpPr>
        <p:spPr>
          <a:xfrm>
            <a:off x="275993" y="5911220"/>
            <a:ext cx="6301458" cy="185737"/>
          </a:xfrm>
        </p:spPr>
        <p:txBody>
          <a:bodyPr lIns="0" tIns="0" rIns="0" bIns="0" anchor="ctr" anchorCtr="0"/>
          <a:lstStyle>
            <a:lvl1pPr marL="0" indent="0">
              <a:buNone/>
              <a:defRPr sz="1400"/>
            </a:lvl1pPr>
          </a:lstStyle>
          <a:p>
            <a:pPr lvl="0"/>
            <a:r>
              <a:rPr lang="en-US" dirty="0"/>
              <a:t>Click to Add Text</a:t>
            </a:r>
          </a:p>
        </p:txBody>
      </p:sp>
      <p:sp>
        <p:nvSpPr>
          <p:cNvPr id="148" name="Text Placeholder 3"/>
          <p:cNvSpPr>
            <a:spLocks noGrp="1"/>
          </p:cNvSpPr>
          <p:nvPr>
            <p:ph type="body" sz="quarter" idx="53" hasCustomPrompt="1"/>
          </p:nvPr>
        </p:nvSpPr>
        <p:spPr>
          <a:xfrm>
            <a:off x="8247949" y="5903440"/>
            <a:ext cx="679199" cy="193517"/>
          </a:xfrm>
        </p:spPr>
        <p:txBody>
          <a:bodyPr lIns="0" tIns="0" rIns="0" bIns="0" anchor="ctr" anchorCtr="0"/>
          <a:lstStyle>
            <a:lvl1pPr marL="0" indent="0" algn="ctr">
              <a:buNone/>
              <a:defRPr sz="1000"/>
            </a:lvl1pPr>
          </a:lstStyle>
          <a:p>
            <a:pPr lvl="0"/>
            <a:r>
              <a:rPr lang="en-US" dirty="0"/>
              <a:t>Click to Add Text</a:t>
            </a:r>
          </a:p>
        </p:txBody>
      </p:sp>
      <p:sp>
        <p:nvSpPr>
          <p:cNvPr id="149" name="Text Placeholder 3"/>
          <p:cNvSpPr>
            <a:spLocks noGrp="1"/>
          </p:cNvSpPr>
          <p:nvPr>
            <p:ph type="body" sz="quarter" idx="54" hasCustomPrompt="1"/>
          </p:nvPr>
        </p:nvSpPr>
        <p:spPr>
          <a:xfrm>
            <a:off x="6627520" y="5903441"/>
            <a:ext cx="1575943" cy="184666"/>
          </a:xfrm>
        </p:spPr>
        <p:txBody>
          <a:bodyPr lIns="0" tIns="0" rIns="0" bIns="0" anchor="ctr" anchorCtr="0"/>
          <a:lstStyle>
            <a:lvl1pPr marL="0" indent="0" algn="ctr">
              <a:buNone/>
              <a:defRPr sz="1200"/>
            </a:lvl1pPr>
          </a:lstStyle>
          <a:p>
            <a:pPr lvl="0"/>
            <a:r>
              <a:rPr lang="en-US" dirty="0"/>
              <a:t>Click to Add Text</a:t>
            </a:r>
          </a:p>
        </p:txBody>
      </p:sp>
      <p:sp>
        <p:nvSpPr>
          <p:cNvPr id="150" name="TextBox 149"/>
          <p:cNvSpPr txBox="1"/>
          <p:nvPr userDrawn="1"/>
        </p:nvSpPr>
        <p:spPr>
          <a:xfrm>
            <a:off x="6627739" y="6222172"/>
            <a:ext cx="1578529" cy="184666"/>
          </a:xfrm>
          <a:prstGeom prst="rect">
            <a:avLst/>
          </a:prstGeom>
          <a:noFill/>
        </p:spPr>
        <p:txBody>
          <a:bodyPr wrap="square" lIns="0" tIns="0" rIns="0" bIns="0" rtlCol="0">
            <a:spAutoFit/>
          </a:bodyPr>
          <a:lstStyle/>
          <a:p>
            <a:endParaRPr lang="en-US" sz="1200" dirty="0">
              <a:latin typeface="+mn-lt"/>
            </a:endParaRPr>
          </a:p>
        </p:txBody>
      </p:sp>
      <p:sp>
        <p:nvSpPr>
          <p:cNvPr id="151" name="TextBox 150"/>
          <p:cNvSpPr txBox="1"/>
          <p:nvPr userDrawn="1"/>
        </p:nvSpPr>
        <p:spPr>
          <a:xfrm>
            <a:off x="8231434" y="6222172"/>
            <a:ext cx="695933" cy="184666"/>
          </a:xfrm>
          <a:prstGeom prst="rect">
            <a:avLst/>
          </a:prstGeom>
          <a:noFill/>
        </p:spPr>
        <p:txBody>
          <a:bodyPr wrap="square" lIns="0" tIns="0" rIns="0" bIns="0" rtlCol="0">
            <a:spAutoFit/>
          </a:bodyPr>
          <a:lstStyle/>
          <a:p>
            <a:endParaRPr lang="en-US" sz="1200" dirty="0">
              <a:latin typeface="+mn-lt"/>
            </a:endParaRPr>
          </a:p>
        </p:txBody>
      </p:sp>
      <p:sp>
        <p:nvSpPr>
          <p:cNvPr id="152" name="Text Placeholder 3"/>
          <p:cNvSpPr>
            <a:spLocks noGrp="1"/>
          </p:cNvSpPr>
          <p:nvPr>
            <p:ph type="body" sz="quarter" idx="55" hasCustomPrompt="1"/>
          </p:nvPr>
        </p:nvSpPr>
        <p:spPr>
          <a:xfrm>
            <a:off x="284600" y="6229951"/>
            <a:ext cx="6292850" cy="185738"/>
          </a:xfrm>
        </p:spPr>
        <p:txBody>
          <a:bodyPr lIns="0" tIns="0" rIns="0" bIns="0" anchor="ctr" anchorCtr="0"/>
          <a:lstStyle>
            <a:lvl1pPr marL="0" indent="0">
              <a:buNone/>
              <a:defRPr sz="1400"/>
            </a:lvl1pPr>
          </a:lstStyle>
          <a:p>
            <a:pPr lvl="0"/>
            <a:r>
              <a:rPr lang="en-US" dirty="0"/>
              <a:t>Click to Add Text</a:t>
            </a:r>
          </a:p>
        </p:txBody>
      </p:sp>
      <p:sp>
        <p:nvSpPr>
          <p:cNvPr id="153" name="Text Placeholder 3"/>
          <p:cNvSpPr>
            <a:spLocks noGrp="1"/>
          </p:cNvSpPr>
          <p:nvPr>
            <p:ph type="body" sz="quarter" idx="56" hasCustomPrompt="1"/>
          </p:nvPr>
        </p:nvSpPr>
        <p:spPr>
          <a:xfrm>
            <a:off x="8248167" y="6222171"/>
            <a:ext cx="679199" cy="193517"/>
          </a:xfrm>
        </p:spPr>
        <p:txBody>
          <a:bodyPr lIns="0" tIns="0" rIns="0" bIns="0" anchor="ctr" anchorCtr="0"/>
          <a:lstStyle>
            <a:lvl1pPr marL="0" indent="0" algn="ctr">
              <a:buNone/>
              <a:defRPr sz="1000"/>
            </a:lvl1pPr>
          </a:lstStyle>
          <a:p>
            <a:pPr lvl="0"/>
            <a:r>
              <a:rPr lang="en-US" dirty="0"/>
              <a:t>Click to Add Text</a:t>
            </a:r>
          </a:p>
        </p:txBody>
      </p:sp>
      <p:sp>
        <p:nvSpPr>
          <p:cNvPr id="154" name="Text Placeholder 3"/>
          <p:cNvSpPr>
            <a:spLocks noGrp="1"/>
          </p:cNvSpPr>
          <p:nvPr>
            <p:ph type="body" sz="quarter" idx="57" hasCustomPrompt="1"/>
          </p:nvPr>
        </p:nvSpPr>
        <p:spPr>
          <a:xfrm>
            <a:off x="6627738" y="6222172"/>
            <a:ext cx="1575943" cy="184666"/>
          </a:xfrm>
        </p:spPr>
        <p:txBody>
          <a:bodyPr lIns="0" tIns="0" rIns="0" bIns="0" anchor="ctr" anchorCtr="0"/>
          <a:lstStyle>
            <a:lvl1pPr marL="0" indent="0" algn="ctr">
              <a:buNone/>
              <a:defRPr sz="1200"/>
            </a:lvl1pPr>
          </a:lstStyle>
          <a:p>
            <a:pPr lvl="0"/>
            <a:r>
              <a:rPr lang="en-US" dirty="0"/>
              <a:t>Click to Add Text</a:t>
            </a:r>
          </a:p>
        </p:txBody>
      </p:sp>
    </p:spTree>
    <p:extLst>
      <p:ext uri="{BB962C8B-B14F-4D97-AF65-F5344CB8AC3E}">
        <p14:creationId xmlns:p14="http://schemas.microsoft.com/office/powerpoint/2010/main" val="87506214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 Id="rId30" Type="http://schemas.openxmlformats.org/officeDocument/2006/relationships/image" Target="../media/image1.jpeg"/><Relationship Id="rId31" Type="http://schemas.openxmlformats.org/officeDocument/2006/relationships/image" Target="../media/image2.png"/><Relationship Id="rId3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211138" y="0"/>
            <a:ext cx="7046912"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4"/>
          <p:cNvSpPr>
            <a:spLocks noGrp="1" noChangeArrowheads="1"/>
          </p:cNvSpPr>
          <p:nvPr>
            <p:ph type="body" idx="1"/>
          </p:nvPr>
        </p:nvSpPr>
        <p:spPr bwMode="auto">
          <a:xfrm>
            <a:off x="250825" y="1149350"/>
            <a:ext cx="86995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531912" name="Rectangle 8"/>
          <p:cNvSpPr>
            <a:spLocks noChangeArrowheads="1"/>
          </p:cNvSpPr>
          <p:nvPr userDrawn="1"/>
        </p:nvSpPr>
        <p:spPr bwMode="auto">
          <a:xfrm>
            <a:off x="304800" y="6408738"/>
            <a:ext cx="2133600" cy="476250"/>
          </a:xfrm>
          <a:prstGeom prst="rect">
            <a:avLst/>
          </a:prstGeom>
          <a:noFill/>
          <a:ln w="9525">
            <a:noFill/>
            <a:miter lim="800000"/>
            <a:headEnd/>
            <a:tailEnd/>
          </a:ln>
          <a:effectLst/>
        </p:spPr>
        <p:txBody>
          <a:bodyPr/>
          <a:lstStyle>
            <a:lvl1pPr eaLnBrk="0" hangingPunct="0">
              <a:defRPr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b="1">
                <a:solidFill>
                  <a:schemeClr val="tx1"/>
                </a:solidFill>
                <a:latin typeface="Arial" panose="020B0604020202020204" pitchFamily="34" charset="0"/>
                <a:ea typeface="ＭＳ Ｐゴシック" panose="020B0600070205080204" pitchFamily="34" charset="-128"/>
              </a:defRPr>
            </a:lvl5pPr>
            <a:lvl6pPr marL="25146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6pPr>
            <a:lvl7pPr marL="29718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7pPr>
            <a:lvl8pPr marL="34290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8pPr>
            <a:lvl9pPr marL="38862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9pPr>
          </a:lstStyle>
          <a:p>
            <a:pPr eaLnBrk="1" hangingPunct="1">
              <a:defRPr/>
            </a:pPr>
            <a:fld id="{20B19DE3-4B5C-42F9-A8F0-15F3AD760C80}" type="slidenum">
              <a:rPr kumimoji="1" lang="en-US" altLang="ja-JP" sz="1000">
                <a:solidFill>
                  <a:srgbClr val="5F5F5F"/>
                </a:solidFill>
                <a:latin typeface="NissanAG-MedExt" pitchFamily="50" charset="0"/>
              </a:rPr>
              <a:pPr eaLnBrk="1" hangingPunct="1">
                <a:defRPr/>
              </a:pPr>
              <a:t>‹#›</a:t>
            </a:fld>
            <a:endParaRPr kumimoji="1" lang="en-US" altLang="ja-JP" sz="1000" dirty="0">
              <a:solidFill>
                <a:srgbClr val="5F5F5F"/>
              </a:solidFill>
              <a:latin typeface="NissanAG-MedExt" pitchFamily="50" charset="0"/>
            </a:endParaRPr>
          </a:p>
        </p:txBody>
      </p:sp>
      <p:grpSp>
        <p:nvGrpSpPr>
          <p:cNvPr id="7" name="Group 6"/>
          <p:cNvGrpSpPr/>
          <p:nvPr userDrawn="1"/>
        </p:nvGrpSpPr>
        <p:grpSpPr>
          <a:xfrm>
            <a:off x="7315200" y="63500"/>
            <a:ext cx="1828800" cy="949325"/>
            <a:chOff x="7315200" y="63500"/>
            <a:chExt cx="1828800" cy="949325"/>
          </a:xfrm>
        </p:grpSpPr>
        <p:grpSp>
          <p:nvGrpSpPr>
            <p:cNvPr id="3" name="Group 2"/>
            <p:cNvGrpSpPr/>
            <p:nvPr userDrawn="1"/>
          </p:nvGrpSpPr>
          <p:grpSpPr>
            <a:xfrm>
              <a:off x="7315200" y="63500"/>
              <a:ext cx="1828800" cy="949325"/>
              <a:chOff x="7315200" y="63500"/>
              <a:chExt cx="1828800" cy="949325"/>
            </a:xfrm>
          </p:grpSpPr>
          <p:pic>
            <p:nvPicPr>
              <p:cNvPr id="1030" name="Picture 6" descr="RD Americas.JPG"/>
              <p:cNvPicPr>
                <a:picLocks noChangeAspect="1"/>
              </p:cNvPicPr>
              <p:nvPr userDrawn="1"/>
            </p:nvPicPr>
            <p:blipFill>
              <a:blip r:embed="rId30">
                <a:extLst>
                  <a:ext uri="{28A0092B-C50C-407E-A947-70E740481C1C}">
                    <a14:useLocalDpi xmlns:a14="http://schemas.microsoft.com/office/drawing/2010/main" val="0"/>
                  </a:ext>
                </a:extLst>
              </a:blip>
              <a:srcRect/>
              <a:stretch>
                <a:fillRect/>
              </a:stretch>
            </p:blipFill>
            <p:spPr bwMode="auto">
              <a:xfrm>
                <a:off x="7315200" y="63500"/>
                <a:ext cx="182880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userDrawn="1"/>
            </p:nvPicPr>
            <p:blipFill>
              <a:blip r:embed="rId31"/>
              <a:stretch>
                <a:fillRect/>
              </a:stretch>
            </p:blipFill>
            <p:spPr>
              <a:xfrm>
                <a:off x="7829397" y="518884"/>
                <a:ext cx="1255885" cy="207282"/>
              </a:xfrm>
              <a:prstGeom prst="rect">
                <a:avLst/>
              </a:prstGeom>
            </p:spPr>
          </p:pic>
        </p:grpSp>
        <p:pic>
          <p:nvPicPr>
            <p:cNvPr id="6" name="Picture 5"/>
            <p:cNvPicPr>
              <a:picLocks noChangeAspect="1"/>
            </p:cNvPicPr>
            <p:nvPr userDrawn="1"/>
          </p:nvPicPr>
          <p:blipFill>
            <a:blip r:embed="rId32"/>
            <a:stretch>
              <a:fillRect/>
            </a:stretch>
          </p:blipFill>
          <p:spPr>
            <a:xfrm>
              <a:off x="7915565" y="287041"/>
              <a:ext cx="1024143" cy="142110"/>
            </a:xfrm>
            <a:prstGeom prst="rect">
              <a:avLst/>
            </a:prstGeom>
          </p:spPr>
        </p:pic>
      </p:grpSp>
    </p:spTree>
  </p:cSld>
  <p:clrMap bg1="lt1" tx1="dk1" bg2="lt2" tx2="dk2" accent1="accent1" accent2="accent2" accent3="accent3" accent4="accent4" accent5="accent5" accent6="accent6" hlink="hlink" folHlink="folHlink"/>
  <p:sldLayoutIdLst>
    <p:sldLayoutId id="2147484218" r:id="rId1"/>
    <p:sldLayoutId id="2147484201" r:id="rId2"/>
    <p:sldLayoutId id="2147484222" r:id="rId3"/>
    <p:sldLayoutId id="2147484223" r:id="rId4"/>
    <p:sldLayoutId id="2147484190" r:id="rId5"/>
    <p:sldLayoutId id="2147484191" r:id="rId6"/>
    <p:sldLayoutId id="2147484195" r:id="rId7"/>
    <p:sldLayoutId id="2147484211" r:id="rId8"/>
    <p:sldLayoutId id="2147484205" r:id="rId9"/>
    <p:sldLayoutId id="2147484209" r:id="rId10"/>
    <p:sldLayoutId id="2147484213" r:id="rId11"/>
    <p:sldLayoutId id="2147484203" r:id="rId12"/>
    <p:sldLayoutId id="2147484221" r:id="rId13"/>
    <p:sldLayoutId id="2147484212" r:id="rId14"/>
    <p:sldLayoutId id="2147484210" r:id="rId15"/>
    <p:sldLayoutId id="2147484192" r:id="rId16"/>
    <p:sldLayoutId id="2147484193" r:id="rId17"/>
    <p:sldLayoutId id="2147484194" r:id="rId18"/>
    <p:sldLayoutId id="2147484196" r:id="rId19"/>
    <p:sldLayoutId id="2147484197" r:id="rId20"/>
    <p:sldLayoutId id="2147484198" r:id="rId21"/>
    <p:sldLayoutId id="2147484199" r:id="rId22"/>
    <p:sldLayoutId id="2147484200" r:id="rId23"/>
    <p:sldLayoutId id="2147484215" r:id="rId24"/>
    <p:sldLayoutId id="2147484220" r:id="rId25"/>
    <p:sldLayoutId id="2147484219" r:id="rId26"/>
    <p:sldLayoutId id="2147484206" r:id="rId27"/>
    <p:sldLayoutId id="2147484216" r:id="rId28"/>
  </p:sldLayoutIdLst>
  <p:transition>
    <p:fade/>
  </p:transition>
  <p:txStyles>
    <p:titleStyle>
      <a:lvl1pPr algn="l" rtl="0" eaLnBrk="1" fontAlgn="base" hangingPunct="1">
        <a:spcBef>
          <a:spcPct val="0"/>
        </a:spcBef>
        <a:spcAft>
          <a:spcPct val="0"/>
        </a:spcAft>
        <a:defRPr kumimoji="1" sz="3200" b="1">
          <a:solidFill>
            <a:schemeClr val="tx1"/>
          </a:solidFill>
          <a:latin typeface="+mj-lt"/>
          <a:ea typeface="+mj-ea"/>
          <a:cs typeface="+mj-cs"/>
        </a:defRPr>
      </a:lvl1pPr>
      <a:lvl2pPr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2pPr>
      <a:lvl3pPr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3pPr>
      <a:lvl4pPr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4pPr>
      <a:lvl5pPr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5pPr>
      <a:lvl6pPr marL="457200"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6pPr>
      <a:lvl7pPr marL="914400"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7pPr>
      <a:lvl8pPr marL="1371600"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8pPr>
      <a:lvl9pPr marL="1828800" algn="l" rtl="0" eaLnBrk="1" fontAlgn="base" hangingPunct="1">
        <a:spcBef>
          <a:spcPct val="0"/>
        </a:spcBef>
        <a:spcAft>
          <a:spcPct val="0"/>
        </a:spcAft>
        <a:defRPr kumimoji="1" sz="3200" b="1">
          <a:solidFill>
            <a:schemeClr val="tx1"/>
          </a:solidFill>
          <a:latin typeface="Verdana" pitchFamily="34" charset="0"/>
          <a:ea typeface="ＭＳ Ｐゴシック" pitchFamily="50" charset="-128"/>
        </a:defRPr>
      </a:lvl9pPr>
    </p:titleStyle>
    <p:bodyStyle>
      <a:lvl1pPr marL="292100" indent="-292100" algn="l" rtl="0" eaLnBrk="1" fontAlgn="base" hangingPunct="1">
        <a:spcBef>
          <a:spcPct val="10000"/>
        </a:spcBef>
        <a:spcAft>
          <a:spcPct val="0"/>
        </a:spcAft>
        <a:buClr>
          <a:srgbClr val="CC0033"/>
        </a:buClr>
        <a:buFont typeface="Wingdings" panose="05000000000000000000" pitchFamily="2" charset="2"/>
        <a:buChar char=""/>
        <a:defRPr kumimoji="1" sz="2800">
          <a:solidFill>
            <a:schemeClr val="tx1"/>
          </a:solidFill>
          <a:latin typeface="+mn-lt"/>
          <a:ea typeface="+mn-ea"/>
          <a:cs typeface="+mn-cs"/>
        </a:defRPr>
      </a:lvl1pPr>
      <a:lvl2pPr marL="762000" indent="-279400" algn="l" rtl="0" eaLnBrk="1" fontAlgn="base" hangingPunct="1">
        <a:spcBef>
          <a:spcPct val="10000"/>
        </a:spcBef>
        <a:spcAft>
          <a:spcPct val="0"/>
        </a:spcAft>
        <a:buClr>
          <a:srgbClr val="CC0033"/>
        </a:buClr>
        <a:buFont typeface="Wingdings" panose="05000000000000000000" pitchFamily="2" charset="2"/>
        <a:buChar char="§"/>
        <a:defRPr kumimoji="1" sz="2400">
          <a:solidFill>
            <a:schemeClr val="tx1"/>
          </a:solidFill>
          <a:latin typeface="+mn-lt"/>
          <a:ea typeface="+mn-ea"/>
        </a:defRPr>
      </a:lvl2pPr>
      <a:lvl3pPr marL="1244600" indent="-292100" algn="l" rtl="0" eaLnBrk="1" fontAlgn="base" hangingPunct="1">
        <a:spcBef>
          <a:spcPct val="10000"/>
        </a:spcBef>
        <a:spcAft>
          <a:spcPct val="0"/>
        </a:spcAft>
        <a:buClr>
          <a:srgbClr val="CC0033"/>
        </a:buClr>
        <a:buSzPct val="75000"/>
        <a:buChar char="o"/>
        <a:defRPr kumimoji="1" sz="2000">
          <a:solidFill>
            <a:schemeClr val="tx1"/>
          </a:solidFill>
          <a:latin typeface="+mn-lt"/>
          <a:ea typeface="+mn-ea"/>
        </a:defRPr>
      </a:lvl3pPr>
      <a:lvl4pPr marL="1663700" indent="-228600" algn="l" rtl="0" eaLnBrk="1" fontAlgn="base" hangingPunct="1">
        <a:spcBef>
          <a:spcPct val="10000"/>
        </a:spcBef>
        <a:spcAft>
          <a:spcPct val="0"/>
        </a:spcAft>
        <a:buFont typeface="Wingdings" panose="05000000000000000000" pitchFamily="2" charset="2"/>
        <a:buChar char=""/>
        <a:defRPr kumimoji="1">
          <a:solidFill>
            <a:schemeClr val="tx1"/>
          </a:solidFill>
          <a:latin typeface="+mn-lt"/>
          <a:ea typeface="+mn-ea"/>
        </a:defRPr>
      </a:lvl4pPr>
      <a:lvl5pPr marL="2082800" indent="-228600" algn="l" rtl="0" eaLnBrk="1" fontAlgn="base" hangingPunct="1">
        <a:spcBef>
          <a:spcPct val="10000"/>
        </a:spcBef>
        <a:spcAft>
          <a:spcPct val="0"/>
        </a:spcAft>
        <a:buChar char="-"/>
        <a:defRPr kumimoji="1">
          <a:solidFill>
            <a:schemeClr val="tx1"/>
          </a:solidFill>
          <a:latin typeface="+mn-lt"/>
          <a:ea typeface="+mn-ea"/>
        </a:defRPr>
      </a:lvl5pPr>
      <a:lvl6pPr marL="2540000" indent="-228600" algn="l" rtl="0" eaLnBrk="1" fontAlgn="base" hangingPunct="1">
        <a:spcBef>
          <a:spcPct val="10000"/>
        </a:spcBef>
        <a:spcAft>
          <a:spcPct val="0"/>
        </a:spcAft>
        <a:buChar char="-"/>
        <a:defRPr kumimoji="1">
          <a:solidFill>
            <a:schemeClr val="tx1"/>
          </a:solidFill>
          <a:latin typeface="+mn-lt"/>
          <a:ea typeface="+mn-ea"/>
        </a:defRPr>
      </a:lvl6pPr>
      <a:lvl7pPr marL="2997200" indent="-228600" algn="l" rtl="0" eaLnBrk="1" fontAlgn="base" hangingPunct="1">
        <a:spcBef>
          <a:spcPct val="10000"/>
        </a:spcBef>
        <a:spcAft>
          <a:spcPct val="0"/>
        </a:spcAft>
        <a:buChar char="-"/>
        <a:defRPr kumimoji="1">
          <a:solidFill>
            <a:schemeClr val="tx1"/>
          </a:solidFill>
          <a:latin typeface="+mn-lt"/>
          <a:ea typeface="+mn-ea"/>
        </a:defRPr>
      </a:lvl7pPr>
      <a:lvl8pPr marL="3454400" indent="-228600" algn="l" rtl="0" eaLnBrk="1" fontAlgn="base" hangingPunct="1">
        <a:spcBef>
          <a:spcPct val="10000"/>
        </a:spcBef>
        <a:spcAft>
          <a:spcPct val="0"/>
        </a:spcAft>
        <a:buChar char="-"/>
        <a:defRPr kumimoji="1">
          <a:solidFill>
            <a:schemeClr val="tx1"/>
          </a:solidFill>
          <a:latin typeface="+mn-lt"/>
          <a:ea typeface="+mn-ea"/>
        </a:defRPr>
      </a:lvl8pPr>
      <a:lvl9pPr marL="3911600" indent="-228600" algn="l" rtl="0" eaLnBrk="1" fontAlgn="base" hangingPunct="1">
        <a:spcBef>
          <a:spcPct val="10000"/>
        </a:spcBef>
        <a:spcAft>
          <a:spcPct val="0"/>
        </a:spcAft>
        <a:buChar char="-"/>
        <a:defRPr kumimoji="1">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nissan-usa.app.box.com/folder/287207437413?s=onrog3vgklgdjttm8c3rjm1cdx400h1e" TargetMode="Externa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0.PNG"/><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2.png"/><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6.png"/><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0.PNG"/><Relationship Id="rId3"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2.PNG"/><Relationship Id="rId3"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4.PNG"/><Relationship Id="rId3"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6.PNG"/><Relationship Id="rId3"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8.PNG"/><Relationship Id="rId3"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1.png"/><Relationship Id="rId3"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3.png"/><Relationship Id="rId3"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6.png"/><Relationship Id="rId3" Type="http://schemas.openxmlformats.org/officeDocument/2006/relationships/image" Target="../media/image5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8.png"/><Relationship Id="rId3" Type="http://schemas.openxmlformats.org/officeDocument/2006/relationships/image" Target="../media/image5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4.png"/><Relationship Id="rId3" Type="http://schemas.openxmlformats.org/officeDocument/2006/relationships/image" Target="../media/image6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0.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6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3.jpg"/><Relationship Id="rId3" Type="http://schemas.openxmlformats.org/officeDocument/2006/relationships/image" Target="../media/image64.png"/><Relationship Id="rId4" Type="http://schemas.openxmlformats.org/officeDocument/2006/relationships/image" Target="../media/image62.png"/><Relationship Id="rId5" Type="http://schemas.openxmlformats.org/officeDocument/2006/relationships/image" Target="../media/image65.jpg"/><Relationship Id="rId6" Type="http://schemas.openxmlformats.org/officeDocument/2006/relationships/image" Target="../media/image66.jpg"/><Relationship Id="rId7" Type="http://schemas.openxmlformats.org/officeDocument/2006/relationships/image" Target="../media/image6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2.png"/><Relationship Id="rId3" Type="http://schemas.openxmlformats.org/officeDocument/2006/relationships/image" Target="../media/image68.jpg"/><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0.png"/><Relationship Id="rId3" Type="http://schemas.openxmlformats.org/officeDocument/2006/relationships/image" Target="../media/image62.png"/><Relationship Id="rId4" Type="http://schemas.openxmlformats.org/officeDocument/2006/relationships/image" Target="../media/image7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0.png"/><Relationship Id="rId3" Type="http://schemas.openxmlformats.org/officeDocument/2006/relationships/image" Target="../media/image62.png"/><Relationship Id="rId4" Type="http://schemas.openxmlformats.org/officeDocument/2006/relationships/image" Target="../media/image72.png"/><Relationship Id="rId5" Type="http://schemas.openxmlformats.org/officeDocument/2006/relationships/image" Target="../media/image7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4.png"/><Relationship Id="rId3" Type="http://schemas.openxmlformats.org/officeDocument/2006/relationships/image" Target="../media/image6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5.png"/><Relationship Id="rId3" Type="http://schemas.openxmlformats.org/officeDocument/2006/relationships/image" Target="../media/image62.png"/><Relationship Id="rId4" Type="http://schemas.openxmlformats.org/officeDocument/2006/relationships/image" Target="../media/image7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7.png"/><Relationship Id="rId3" Type="http://schemas.openxmlformats.org/officeDocument/2006/relationships/image" Target="../media/image6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8.png"/><Relationship Id="rId3" Type="http://schemas.openxmlformats.org/officeDocument/2006/relationships/image" Target="../media/image62.png"/><Relationship Id="rId4" Type="http://schemas.openxmlformats.org/officeDocument/2006/relationships/image" Target="../media/image79.png"/><Relationship Id="rId5" Type="http://schemas.openxmlformats.org/officeDocument/2006/relationships/image" Target="../media/image8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1.png"/><Relationship Id="rId3" Type="http://schemas.openxmlformats.org/officeDocument/2006/relationships/image" Target="../media/image62.png"/><Relationship Id="rId4" Type="http://schemas.openxmlformats.org/officeDocument/2006/relationships/image" Target="../media/image82.png"/><Relationship Id="rId5" Type="http://schemas.openxmlformats.org/officeDocument/2006/relationships/image" Target="../media/image8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4.png"/><Relationship Id="rId3" Type="http://schemas.openxmlformats.org/officeDocument/2006/relationships/image" Target="../media/image6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5.png"/><Relationship Id="rId3" Type="http://schemas.openxmlformats.org/officeDocument/2006/relationships/image" Target="../media/image62.png"/><Relationship Id="rId4" Type="http://schemas.openxmlformats.org/officeDocument/2006/relationships/image" Target="../media/image8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7.png"/><Relationship Id="rId3" Type="http://schemas.openxmlformats.org/officeDocument/2006/relationships/image" Target="../media/image62.png"/><Relationship Id="rId4" Type="http://schemas.openxmlformats.org/officeDocument/2006/relationships/image" Target="../media/image8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9.png"/><Relationship Id="rId3" Type="http://schemas.openxmlformats.org/officeDocument/2006/relationships/image" Target="../media/image62.png"/><Relationship Id="rId4" Type="http://schemas.openxmlformats.org/officeDocument/2006/relationships/image" Target="../media/image9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1.png"/><Relationship Id="rId3" Type="http://schemas.openxmlformats.org/officeDocument/2006/relationships/image" Target="../media/image62.png"/><Relationship Id="rId4" Type="http://schemas.openxmlformats.org/officeDocument/2006/relationships/image" Target="../media/image9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3.png"/><Relationship Id="rId3" Type="http://schemas.openxmlformats.org/officeDocument/2006/relationships/image" Target="../media/image6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4.png"/><Relationship Id="rId3" Type="http://schemas.openxmlformats.org/officeDocument/2006/relationships/image" Target="../media/image6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5.png"/><Relationship Id="rId3" Type="http://schemas.openxmlformats.org/officeDocument/2006/relationships/image" Target="../media/image62.png"/><Relationship Id="rId4" Type="http://schemas.openxmlformats.org/officeDocument/2006/relationships/image" Target="../media/image9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7.png"/><Relationship Id="rId3" Type="http://schemas.openxmlformats.org/officeDocument/2006/relationships/image" Target="../media/image62.png"/><Relationship Id="rId4" Type="http://schemas.openxmlformats.org/officeDocument/2006/relationships/image" Target="../media/image9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9.png"/><Relationship Id="rId3" Type="http://schemas.openxmlformats.org/officeDocument/2006/relationships/image" Target="../media/image62.png"/><Relationship Id="rId4" Type="http://schemas.openxmlformats.org/officeDocument/2006/relationships/image" Target="../media/image10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1.png"/><Relationship Id="rId3" Type="http://schemas.openxmlformats.org/officeDocument/2006/relationships/image" Target="../media/image6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2.png"/><Relationship Id="rId3" Type="http://schemas.openxmlformats.org/officeDocument/2006/relationships/image" Target="../media/image62.png"/><Relationship Id="rId4" Type="http://schemas.openxmlformats.org/officeDocument/2006/relationships/image" Target="../media/image10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4.png"/><Relationship Id="rId3" Type="http://schemas.openxmlformats.org/officeDocument/2006/relationships/image" Target="../media/image62.png"/><Relationship Id="rId4" Type="http://schemas.openxmlformats.org/officeDocument/2006/relationships/image" Target="../media/image105.png"/><Relationship Id="rId5" Type="http://schemas.openxmlformats.org/officeDocument/2006/relationships/image" Target="../media/image106.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2.png"/><Relationship Id="rId3" Type="http://schemas.openxmlformats.org/officeDocument/2006/relationships/image" Target="../media/image107.png"/><Relationship Id="rId4" Type="http://schemas.openxmlformats.org/officeDocument/2006/relationships/image" Target="../media/image10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09.png"/><Relationship Id="rId3" Type="http://schemas.openxmlformats.org/officeDocument/2006/relationships/image" Target="../media/image62.png"/><Relationship Id="rId4" Type="http://schemas.openxmlformats.org/officeDocument/2006/relationships/image" Target="../media/image11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1.png"/><Relationship Id="rId3" Type="http://schemas.openxmlformats.org/officeDocument/2006/relationships/image" Target="../media/image62.png"/><Relationship Id="rId4" Type="http://schemas.openxmlformats.org/officeDocument/2006/relationships/image" Target="../media/image112.png"/><Relationship Id="rId5" Type="http://schemas.openxmlformats.org/officeDocument/2006/relationships/image" Target="../media/image11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4.png"/><Relationship Id="rId3" Type="http://schemas.openxmlformats.org/officeDocument/2006/relationships/image" Target="../media/image62.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p:cNvSpPr>
          <p:nvPr>
            <p:ph type="ctrTitle"/>
          </p:nvPr>
        </p:nvSpPr>
        <p:spPr/>
        <p:txBody>
          <a:bodyPr/>
          <a:lstStyle/>
          <a:p>
            <a:r>
              <a:rPr lang="en-US" altLang="en-US" dirty="0"/>
              <a:t>Eve Kit Software Installation</a:t>
            </a:r>
          </a:p>
        </p:txBody>
      </p:sp>
      <p:sp>
        <p:nvSpPr>
          <p:cNvPr id="6147" name="Subtitle 3"/>
          <p:cNvSpPr>
            <a:spLocks noGrp="1"/>
          </p:cNvSpPr>
          <p:nvPr>
            <p:ph type="subTitle" idx="1"/>
          </p:nvPr>
        </p:nvSpPr>
        <p:spPr>
          <a:xfrm>
            <a:off x="1371600" y="4277661"/>
            <a:ext cx="6400800" cy="1300162"/>
          </a:xfrm>
        </p:spPr>
        <p:txBody>
          <a:bodyPr/>
          <a:lstStyle/>
          <a:p>
            <a:r>
              <a:rPr lang="en-US" altLang="en-US" dirty="0"/>
              <a:t>Michael Clayton</a:t>
            </a:r>
          </a:p>
          <a:p>
            <a:r>
              <a:rPr lang="en-US" altLang="en-US" dirty="0"/>
              <a:t>December 23, 2024</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idx="1"/>
          </p:nvPr>
        </p:nvSpPr>
        <p:spPr>
          <a:xfrm>
            <a:off x="250825" y="2857500"/>
            <a:ext cx="6046788" cy="3341688"/>
          </a:xfrm>
        </p:spPr>
        <p:txBody>
          <a:bodyPr/>
          <a:lstStyle/>
          <a:p>
            <a:pPr marL="533400" indent="-533400" eaLnBrk="1" hangingPunct="1">
              <a:buFont typeface="Wingdings" panose="05000000000000000000" pitchFamily="2" charset="2"/>
              <a:buAutoNum type="arabicPeriod"/>
            </a:pPr>
            <a:r>
              <a:rPr lang="en-US" altLang="en-US" dirty="0"/>
              <a:t>TSP Information</a:t>
            </a:r>
          </a:p>
          <a:p>
            <a:pPr marL="533400" indent="-533400" eaLnBrk="1" hangingPunct="1">
              <a:buFont typeface="Wingdings" panose="05000000000000000000" pitchFamily="2" charset="2"/>
              <a:buAutoNum type="arabicPeriod"/>
            </a:pPr>
            <a:r>
              <a:rPr lang="en-US" altLang="en-US" dirty="0"/>
              <a:t>Logistic Information</a:t>
            </a:r>
          </a:p>
          <a:p>
            <a:pPr marL="533400" indent="-533400" eaLnBrk="1" hangingPunct="1">
              <a:buFont typeface="Wingdings" panose="05000000000000000000" pitchFamily="2" charset="2"/>
              <a:buAutoNum type="arabicPeriod"/>
            </a:pPr>
            <a:r>
              <a:rPr lang="en-US" altLang="en-US" dirty="0"/>
              <a:t>Procedure</a:t>
            </a:r>
          </a:p>
          <a:p>
            <a:pPr marL="533400" indent="-533400" eaLnBrk="1" hangingPunct="1">
              <a:buFont typeface="Wingdings" panose="05000000000000000000" pitchFamily="2" charset="2"/>
              <a:buAutoNum type="arabicPeriod"/>
            </a:pPr>
            <a:r>
              <a:rPr lang="en-US" altLang="en-US" dirty="0"/>
              <a:t>Appendix</a:t>
            </a:r>
          </a:p>
        </p:txBody>
      </p:sp>
      <p:sp>
        <p:nvSpPr>
          <p:cNvPr id="5124" name="Text Box 4"/>
          <p:cNvSpPr txBox="1">
            <a:spLocks noChangeArrowheads="1"/>
          </p:cNvSpPr>
          <p:nvPr/>
        </p:nvSpPr>
        <p:spPr bwMode="auto">
          <a:xfrm rot="-2679165">
            <a:off x="5976938" y="1654175"/>
            <a:ext cx="2143125" cy="307975"/>
          </a:xfrm>
          <a:prstGeom prst="rect">
            <a:avLst/>
          </a:prstGeom>
          <a:noFill/>
          <a:ln w="9525">
            <a:noFill/>
            <a:miter lim="800000"/>
            <a:headEnd/>
            <a:tailEnd/>
          </a:ln>
        </p:spPr>
        <p:txBody>
          <a:bodyPr>
            <a:spAutoFit/>
          </a:bodyPr>
          <a:lstStyle/>
          <a:p>
            <a:pPr>
              <a:defRPr/>
            </a:pPr>
            <a:r>
              <a:rPr lang="fr-FR" altLang="ja-JP" sz="1400" dirty="0">
                <a:solidFill>
                  <a:srgbClr val="000000"/>
                </a:solidFill>
                <a:latin typeface="+mj-lt"/>
              </a:rPr>
              <a:t>For </a:t>
            </a:r>
            <a:r>
              <a:rPr lang="fr-FR" altLang="ja-JP" sz="1400" dirty="0">
                <a:solidFill>
                  <a:srgbClr val="C00000"/>
                </a:solidFill>
                <a:latin typeface="+mj-lt"/>
              </a:rPr>
              <a:t>INFORMATION</a:t>
            </a:r>
            <a:endParaRPr lang="en-US" sz="1400" dirty="0">
              <a:solidFill>
                <a:srgbClr val="C00000"/>
              </a:solidFill>
              <a:latin typeface="+mj-lt"/>
            </a:endParaRPr>
          </a:p>
        </p:txBody>
      </p:sp>
      <p:sp>
        <p:nvSpPr>
          <p:cNvPr id="5125" name="Text Box 5"/>
          <p:cNvSpPr txBox="1">
            <a:spLocks noChangeArrowheads="1"/>
          </p:cNvSpPr>
          <p:nvPr/>
        </p:nvSpPr>
        <p:spPr bwMode="auto">
          <a:xfrm rot="-2679165">
            <a:off x="7486650" y="1782763"/>
            <a:ext cx="1927225" cy="307975"/>
          </a:xfrm>
          <a:prstGeom prst="rect">
            <a:avLst/>
          </a:prstGeom>
          <a:noFill/>
          <a:ln w="9525">
            <a:noFill/>
            <a:miter lim="800000"/>
            <a:headEnd/>
            <a:tailEnd/>
          </a:ln>
        </p:spPr>
        <p:txBody>
          <a:bodyPr>
            <a:spAutoFit/>
          </a:bodyPr>
          <a:lstStyle/>
          <a:p>
            <a:pPr>
              <a:defRPr/>
            </a:pPr>
            <a:r>
              <a:rPr lang="fr-FR" altLang="ja-JP" sz="1400" dirty="0">
                <a:solidFill>
                  <a:srgbClr val="000000"/>
                </a:solidFill>
                <a:latin typeface="+mj-lt"/>
              </a:rPr>
              <a:t>For </a:t>
            </a:r>
            <a:r>
              <a:rPr lang="fr-FR" altLang="ja-JP" sz="1400" dirty="0">
                <a:solidFill>
                  <a:srgbClr val="C00000"/>
                </a:solidFill>
                <a:latin typeface="+mj-lt"/>
              </a:rPr>
              <a:t>DECISION</a:t>
            </a:r>
            <a:endParaRPr lang="en-US" altLang="ja-JP" sz="1400" dirty="0">
              <a:solidFill>
                <a:srgbClr val="C00000"/>
              </a:solidFill>
              <a:latin typeface="+mj-lt"/>
            </a:endParaRPr>
          </a:p>
        </p:txBody>
      </p:sp>
      <p:sp>
        <p:nvSpPr>
          <p:cNvPr id="7173" name="Line 7"/>
          <p:cNvSpPr>
            <a:spLocks noChangeShapeType="1"/>
          </p:cNvSpPr>
          <p:nvPr/>
        </p:nvSpPr>
        <p:spPr bwMode="auto">
          <a:xfrm>
            <a:off x="395288" y="2684463"/>
            <a:ext cx="83534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129" name="Text Box 11"/>
          <p:cNvSpPr txBox="1">
            <a:spLocks noChangeArrowheads="1"/>
          </p:cNvSpPr>
          <p:nvPr/>
        </p:nvSpPr>
        <p:spPr bwMode="auto">
          <a:xfrm rot="-2679165">
            <a:off x="6792913" y="1662113"/>
            <a:ext cx="2081212" cy="304800"/>
          </a:xfrm>
          <a:prstGeom prst="rect">
            <a:avLst/>
          </a:prstGeom>
          <a:noFill/>
          <a:ln w="9525">
            <a:noFill/>
            <a:miter lim="800000"/>
            <a:headEnd/>
            <a:tailEnd/>
          </a:ln>
        </p:spPr>
        <p:txBody>
          <a:bodyPr>
            <a:spAutoFit/>
          </a:bodyPr>
          <a:lstStyle/>
          <a:p>
            <a:pPr>
              <a:defRPr/>
            </a:pPr>
            <a:r>
              <a:rPr lang="fr-FR" altLang="ja-JP" sz="1400" dirty="0">
                <a:solidFill>
                  <a:srgbClr val="000000"/>
                </a:solidFill>
                <a:latin typeface="+mj-lt"/>
              </a:rPr>
              <a:t>For </a:t>
            </a:r>
            <a:r>
              <a:rPr lang="fr-FR" altLang="ja-JP" sz="1400" dirty="0">
                <a:solidFill>
                  <a:srgbClr val="C00000"/>
                </a:solidFill>
                <a:latin typeface="+mj-lt"/>
              </a:rPr>
              <a:t>DIRECTION</a:t>
            </a:r>
            <a:endParaRPr lang="en-US" sz="1400" dirty="0">
              <a:solidFill>
                <a:srgbClr val="C00000"/>
              </a:solidFill>
              <a:latin typeface="+mj-lt"/>
            </a:endParaRPr>
          </a:p>
        </p:txBody>
      </p:sp>
      <p:sp>
        <p:nvSpPr>
          <p:cNvPr id="7175" name="Rectangle 8"/>
          <p:cNvSpPr>
            <a:spLocks noChangeArrowheads="1"/>
          </p:cNvSpPr>
          <p:nvPr/>
        </p:nvSpPr>
        <p:spPr bwMode="auto">
          <a:xfrm>
            <a:off x="6297613" y="334327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r>
              <a:rPr kumimoji="0" lang="en-US" altLang="en-US" sz="1800" dirty="0">
                <a:solidFill>
                  <a:srgbClr val="000000"/>
                </a:solidFill>
                <a:latin typeface="Arial" panose="020B0604020202020204" pitchFamily="34" charset="0"/>
              </a:rPr>
              <a:t>X</a:t>
            </a:r>
          </a:p>
        </p:txBody>
      </p:sp>
      <p:sp>
        <p:nvSpPr>
          <p:cNvPr id="7176" name="Rectangle 10"/>
          <p:cNvSpPr>
            <a:spLocks noChangeArrowheads="1"/>
          </p:cNvSpPr>
          <p:nvPr/>
        </p:nvSpPr>
        <p:spPr bwMode="auto">
          <a:xfrm>
            <a:off x="6297613" y="2874963"/>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r>
              <a:rPr kumimoji="0" lang="en-US" altLang="en-US" sz="1800" dirty="0">
                <a:latin typeface="Arial" panose="020B0604020202020204" pitchFamily="34" charset="0"/>
              </a:rPr>
              <a:t>X</a:t>
            </a:r>
          </a:p>
        </p:txBody>
      </p:sp>
      <p:sp>
        <p:nvSpPr>
          <p:cNvPr id="7177" name="Rectangle 12"/>
          <p:cNvSpPr>
            <a:spLocks noChangeArrowheads="1"/>
          </p:cNvSpPr>
          <p:nvPr/>
        </p:nvSpPr>
        <p:spPr bwMode="auto">
          <a:xfrm>
            <a:off x="6297613" y="3802063"/>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r>
              <a:rPr kumimoji="0" lang="en-US" altLang="en-US" sz="1800" dirty="0">
                <a:solidFill>
                  <a:srgbClr val="000000"/>
                </a:solidFill>
                <a:latin typeface="Arial" panose="020B0604020202020204" pitchFamily="34" charset="0"/>
              </a:rPr>
              <a:t>X</a:t>
            </a:r>
          </a:p>
        </p:txBody>
      </p:sp>
      <p:sp>
        <p:nvSpPr>
          <p:cNvPr id="7178" name="Rectangle 13"/>
          <p:cNvSpPr>
            <a:spLocks noChangeArrowheads="1"/>
          </p:cNvSpPr>
          <p:nvPr/>
        </p:nvSpPr>
        <p:spPr bwMode="auto">
          <a:xfrm>
            <a:off x="7102475" y="333692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7179" name="Rectangle 14"/>
          <p:cNvSpPr>
            <a:spLocks noChangeArrowheads="1"/>
          </p:cNvSpPr>
          <p:nvPr/>
        </p:nvSpPr>
        <p:spPr bwMode="auto">
          <a:xfrm>
            <a:off x="7102475" y="2868613"/>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7180" name="Rectangle 15"/>
          <p:cNvSpPr>
            <a:spLocks noChangeArrowheads="1"/>
          </p:cNvSpPr>
          <p:nvPr/>
        </p:nvSpPr>
        <p:spPr bwMode="auto">
          <a:xfrm>
            <a:off x="7102475" y="3795713"/>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solidFill>
                <a:srgbClr val="000000"/>
              </a:solidFill>
              <a:latin typeface="Arial" panose="020B0604020202020204" pitchFamily="34" charset="0"/>
            </a:endParaRPr>
          </a:p>
        </p:txBody>
      </p:sp>
      <p:sp>
        <p:nvSpPr>
          <p:cNvPr id="7181" name="Rectangle 16"/>
          <p:cNvSpPr>
            <a:spLocks noChangeArrowheads="1"/>
          </p:cNvSpPr>
          <p:nvPr/>
        </p:nvSpPr>
        <p:spPr bwMode="auto">
          <a:xfrm>
            <a:off x="7874000" y="3341688"/>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7182" name="Rectangle 17"/>
          <p:cNvSpPr>
            <a:spLocks noChangeArrowheads="1"/>
          </p:cNvSpPr>
          <p:nvPr/>
        </p:nvSpPr>
        <p:spPr bwMode="auto">
          <a:xfrm>
            <a:off x="7874000" y="287337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7183" name="Rectangle 18"/>
          <p:cNvSpPr>
            <a:spLocks noChangeArrowheads="1"/>
          </p:cNvSpPr>
          <p:nvPr/>
        </p:nvSpPr>
        <p:spPr bwMode="auto">
          <a:xfrm>
            <a:off x="7874000" y="380047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
        <p:nvSpPr>
          <p:cNvPr id="23" name="Rectangle 2"/>
          <p:cNvSpPr txBox="1">
            <a:spLocks noChangeArrowheads="1"/>
          </p:cNvSpPr>
          <p:nvPr/>
        </p:nvSpPr>
        <p:spPr bwMode="auto">
          <a:xfrm>
            <a:off x="268288" y="-100013"/>
            <a:ext cx="7129462" cy="911226"/>
          </a:xfrm>
          <a:prstGeom prst="rect">
            <a:avLst/>
          </a:prstGeom>
          <a:noFill/>
          <a:ln w="9525">
            <a:noFill/>
            <a:miter lim="800000"/>
            <a:headEnd/>
            <a:tailEnd/>
          </a:ln>
        </p:spPr>
        <p:txBody>
          <a:bodyPr anchor="ctr"/>
          <a:lstStyle/>
          <a:p>
            <a:pPr eaLnBrk="1" hangingPunct="1">
              <a:defRPr/>
            </a:pPr>
            <a:r>
              <a:rPr kumimoji="1" lang="en-US" altLang="ja-JP" sz="2800" kern="0" dirty="0">
                <a:latin typeface="+mj-lt"/>
                <a:ea typeface="MS PGothic" pitchFamily="34" charset="-128"/>
                <a:cs typeface="+mj-cs"/>
              </a:rPr>
              <a:t>Contents</a:t>
            </a:r>
            <a:endParaRPr kumimoji="1" lang="en-US" altLang="ja-JP" sz="2800" i="1" kern="0" dirty="0">
              <a:solidFill>
                <a:srgbClr val="C00000"/>
              </a:solidFill>
              <a:latin typeface="+mj-lt"/>
              <a:ea typeface="MS PGothic" pitchFamily="34" charset="-128"/>
              <a:cs typeface="+mj-cs"/>
            </a:endParaRPr>
          </a:p>
        </p:txBody>
      </p:sp>
      <p:sp>
        <p:nvSpPr>
          <p:cNvPr id="7185" name="Rectangle 12"/>
          <p:cNvSpPr>
            <a:spLocks noChangeArrowheads="1"/>
          </p:cNvSpPr>
          <p:nvPr/>
        </p:nvSpPr>
        <p:spPr bwMode="auto">
          <a:xfrm>
            <a:off x="6300788" y="437832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r>
              <a:rPr kumimoji="0" lang="en-US" altLang="en-US" sz="1800" dirty="0">
                <a:solidFill>
                  <a:srgbClr val="000000"/>
                </a:solidFill>
                <a:latin typeface="Arial" panose="020B0604020202020204" pitchFamily="34" charset="0"/>
              </a:rPr>
              <a:t>X</a:t>
            </a:r>
          </a:p>
        </p:txBody>
      </p:sp>
      <p:sp>
        <p:nvSpPr>
          <p:cNvPr id="7186" name="Rectangle 15"/>
          <p:cNvSpPr>
            <a:spLocks noChangeArrowheads="1"/>
          </p:cNvSpPr>
          <p:nvPr/>
        </p:nvSpPr>
        <p:spPr bwMode="auto">
          <a:xfrm>
            <a:off x="7105650" y="4371975"/>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solidFill>
                <a:srgbClr val="000000"/>
              </a:solidFill>
              <a:latin typeface="Arial" panose="020B0604020202020204" pitchFamily="34" charset="0"/>
            </a:endParaRPr>
          </a:p>
        </p:txBody>
      </p:sp>
      <p:sp>
        <p:nvSpPr>
          <p:cNvPr id="7187" name="Rectangle 18"/>
          <p:cNvSpPr>
            <a:spLocks noChangeArrowheads="1"/>
          </p:cNvSpPr>
          <p:nvPr/>
        </p:nvSpPr>
        <p:spPr bwMode="auto">
          <a:xfrm>
            <a:off x="7877175" y="4376738"/>
            <a:ext cx="298450" cy="298450"/>
          </a:xfrm>
          <a:prstGeom prst="rect">
            <a:avLst/>
          </a:prstGeom>
          <a:solidFill>
            <a:srgbClr val="FFFFFF"/>
          </a:solidFill>
          <a:ln w="9525">
            <a:solidFill>
              <a:srgbClr val="000000"/>
            </a:solidFill>
            <a:miter lim="800000"/>
            <a:headEnd/>
            <a:tailEnd/>
          </a:ln>
        </p:spPr>
        <p:txBody>
          <a:bodyPr wrap="none" anchor="ctr"/>
          <a:lstStyle>
            <a:lvl1pPr>
              <a:spcBef>
                <a:spcPct val="10000"/>
              </a:spcBef>
              <a:buClr>
                <a:srgbClr val="CC0033"/>
              </a:buClr>
              <a:buFont typeface="Wingdings" panose="05000000000000000000" pitchFamily="2" charset="2"/>
              <a:buChar char=""/>
              <a:defRPr kumimoji="1" sz="2800">
                <a:solidFill>
                  <a:schemeClr val="tx1"/>
                </a:solidFill>
                <a:latin typeface="Verdana" panose="020B0604030504040204" pitchFamily="34" charset="0"/>
                <a:ea typeface="ＭＳ Ｐゴシック" panose="020B0600070205080204" pitchFamily="34" charset="-128"/>
              </a:defRPr>
            </a:lvl1pPr>
            <a:lvl2pPr marL="742950" indent="-285750">
              <a:spcBef>
                <a:spcPct val="10000"/>
              </a:spcBef>
              <a:buClr>
                <a:srgbClr val="CC0033"/>
              </a:buClr>
              <a:buFont typeface="Wingdings" panose="05000000000000000000" pitchFamily="2" charset="2"/>
              <a:buChar char="§"/>
              <a:defRPr kumimoji="1" sz="2400">
                <a:solidFill>
                  <a:schemeClr val="tx1"/>
                </a:solidFill>
                <a:latin typeface="Verdana" panose="020B0604030504040204" pitchFamily="34" charset="0"/>
                <a:ea typeface="ＭＳ Ｐゴシック" panose="020B0600070205080204" pitchFamily="34" charset="-128"/>
              </a:defRPr>
            </a:lvl2pPr>
            <a:lvl3pPr marL="1143000" indent="-228600">
              <a:spcBef>
                <a:spcPct val="10000"/>
              </a:spcBef>
              <a:buClr>
                <a:srgbClr val="CC0033"/>
              </a:buClr>
              <a:buSzPct val="75000"/>
              <a:buChar char="o"/>
              <a:defRPr kumimoji="1" sz="2000">
                <a:solidFill>
                  <a:schemeClr val="tx1"/>
                </a:solidFill>
                <a:latin typeface="Verdana" panose="020B0604030504040204" pitchFamily="34" charset="0"/>
                <a:ea typeface="ＭＳ Ｐゴシック" panose="020B0600070205080204" pitchFamily="34" charset="-128"/>
              </a:defRPr>
            </a:lvl3pPr>
            <a:lvl4pPr marL="1600200" indent="-228600">
              <a:spcBef>
                <a:spcPct val="10000"/>
              </a:spcBef>
              <a:buFont typeface="Wingdings" panose="05000000000000000000" pitchFamily="2" charset="2"/>
              <a:buChar char=""/>
              <a:defRPr kumimoji="1">
                <a:solidFill>
                  <a:schemeClr val="tx1"/>
                </a:solidFill>
                <a:latin typeface="Verdana" panose="020B0604030504040204" pitchFamily="34" charset="0"/>
                <a:ea typeface="ＭＳ Ｐゴシック" panose="020B0600070205080204" pitchFamily="34" charset="-128"/>
              </a:defRPr>
            </a:lvl4pPr>
            <a:lvl5pPr marL="2057400" indent="-228600">
              <a:spcBef>
                <a:spcPct val="10000"/>
              </a:spcBef>
              <a:buChar char="-"/>
              <a:defRPr kumimoji="1">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10000"/>
              </a:spcBef>
              <a:spcAft>
                <a:spcPct val="0"/>
              </a:spcAft>
              <a:buChar char="-"/>
              <a:defRPr kumimoji="1">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FontTx/>
              <a:buNone/>
            </a:pPr>
            <a:endParaRPr kumimoji="0" lang="en-US" altLang="en-US" sz="1800" dirty="0">
              <a:latin typeface="Arial" panose="020B060402020202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TSP-J-5014</a:t>
            </a:r>
          </a:p>
        </p:txBody>
      </p:sp>
      <p:sp>
        <p:nvSpPr>
          <p:cNvPr id="3" name="Text Placeholder 2"/>
          <p:cNvSpPr>
            <a:spLocks noGrp="1"/>
          </p:cNvSpPr>
          <p:nvPr>
            <p:ph type="body" sz="quarter" idx="11"/>
          </p:nvPr>
        </p:nvSpPr>
        <p:spPr/>
        <p:txBody>
          <a:bodyPr/>
          <a:lstStyle/>
          <a:p>
            <a:r>
              <a:rPr lang="en-US" dirty="0"/>
              <a:t>N/A</a:t>
            </a:r>
          </a:p>
        </p:txBody>
      </p:sp>
      <p:sp>
        <p:nvSpPr>
          <p:cNvPr id="4" name="Text Placeholder 3"/>
          <p:cNvSpPr>
            <a:spLocks noGrp="1"/>
          </p:cNvSpPr>
          <p:nvPr>
            <p:ph type="body" sz="quarter" idx="12"/>
          </p:nvPr>
        </p:nvSpPr>
        <p:spPr/>
        <p:txBody>
          <a:bodyPr/>
          <a:lstStyle/>
          <a:p>
            <a:r>
              <a:rPr lang="en-US" dirty="0"/>
              <a:t>N/A</a:t>
            </a:r>
          </a:p>
        </p:txBody>
      </p:sp>
      <p:sp>
        <p:nvSpPr>
          <p:cNvPr id="5" name="Text Placeholder 4"/>
          <p:cNvSpPr>
            <a:spLocks noGrp="1"/>
          </p:cNvSpPr>
          <p:nvPr>
            <p:ph type="body" sz="quarter" idx="13"/>
          </p:nvPr>
        </p:nvSpPr>
        <p:spPr/>
        <p:txBody>
          <a:bodyPr/>
          <a:lstStyle/>
          <a:p>
            <a:r>
              <a:rPr lang="en-US" altLang="en-US" dirty="0"/>
              <a:t>Eve Kit Software Installation</a:t>
            </a:r>
            <a:endParaRPr lang="en-US" dirty="0"/>
          </a:p>
        </p:txBody>
      </p:sp>
      <p:sp>
        <p:nvSpPr>
          <p:cNvPr id="6" name="Text Placeholder 5"/>
          <p:cNvSpPr>
            <a:spLocks noGrp="1"/>
          </p:cNvSpPr>
          <p:nvPr>
            <p:ph type="body" sz="quarter" idx="14"/>
          </p:nvPr>
        </p:nvSpPr>
        <p:spPr/>
        <p:txBody>
          <a:bodyPr/>
          <a:lstStyle/>
          <a:p>
            <a:r>
              <a:rPr lang="en-US" dirty="0"/>
              <a:t>N/A</a:t>
            </a:r>
          </a:p>
        </p:txBody>
      </p:sp>
      <p:sp>
        <p:nvSpPr>
          <p:cNvPr id="7" name="Text Placeholder 6"/>
          <p:cNvSpPr>
            <a:spLocks noGrp="1"/>
          </p:cNvSpPr>
          <p:nvPr>
            <p:ph type="body" sz="quarter" idx="15"/>
          </p:nvPr>
        </p:nvSpPr>
        <p:spPr/>
        <p:txBody>
          <a:bodyPr/>
          <a:lstStyle/>
          <a:p>
            <a:r>
              <a:rPr lang="en-US" dirty="0"/>
              <a:t>N/A</a:t>
            </a:r>
          </a:p>
        </p:txBody>
      </p:sp>
      <p:sp>
        <p:nvSpPr>
          <p:cNvPr id="8" name="Text Placeholder 7"/>
          <p:cNvSpPr>
            <a:spLocks noGrp="1"/>
          </p:cNvSpPr>
          <p:nvPr>
            <p:ph type="body" sz="quarter" idx="16"/>
          </p:nvPr>
        </p:nvSpPr>
        <p:spPr/>
        <p:txBody>
          <a:bodyPr/>
          <a:lstStyle/>
          <a:p>
            <a:r>
              <a:rPr lang="en-US" dirty="0"/>
              <a:t>No</a:t>
            </a:r>
          </a:p>
        </p:txBody>
      </p:sp>
      <p:sp>
        <p:nvSpPr>
          <p:cNvPr id="9" name="Text Placeholder 8"/>
          <p:cNvSpPr>
            <a:spLocks noGrp="1"/>
          </p:cNvSpPr>
          <p:nvPr>
            <p:ph type="body" sz="quarter" idx="17"/>
          </p:nvPr>
        </p:nvSpPr>
        <p:spPr/>
        <p:txBody>
          <a:bodyPr/>
          <a:lstStyle/>
          <a:p>
            <a:r>
              <a:rPr lang="en-US" dirty="0"/>
              <a:t>Yes</a:t>
            </a:r>
          </a:p>
        </p:txBody>
      </p:sp>
      <p:sp>
        <p:nvSpPr>
          <p:cNvPr id="10" name="Text Placeholder 9"/>
          <p:cNvSpPr>
            <a:spLocks noGrp="1"/>
          </p:cNvSpPr>
          <p:nvPr>
            <p:ph type="body" sz="quarter" idx="18"/>
          </p:nvPr>
        </p:nvSpPr>
        <p:spPr/>
        <p:txBody>
          <a:bodyPr/>
          <a:lstStyle/>
          <a:p>
            <a:r>
              <a:rPr lang="en-US" dirty="0"/>
              <a:t>No</a:t>
            </a:r>
          </a:p>
        </p:txBody>
      </p:sp>
      <p:sp>
        <p:nvSpPr>
          <p:cNvPr id="11" name="Text Placeholder 10"/>
          <p:cNvSpPr>
            <a:spLocks noGrp="1"/>
          </p:cNvSpPr>
          <p:nvPr>
            <p:ph type="body" sz="quarter" idx="19"/>
          </p:nvPr>
        </p:nvSpPr>
        <p:spPr/>
        <p:txBody>
          <a:bodyPr lIns="45720" rIns="45720"/>
          <a:lstStyle/>
          <a:p>
            <a:r>
              <a:rPr lang="en-US" dirty="0"/>
              <a:t>N/A</a:t>
            </a:r>
          </a:p>
        </p:txBody>
      </p:sp>
      <p:sp>
        <p:nvSpPr>
          <p:cNvPr id="12" name="Text Placeholder 11"/>
          <p:cNvSpPr>
            <a:spLocks noGrp="1"/>
          </p:cNvSpPr>
          <p:nvPr>
            <p:ph type="body" sz="quarter" idx="20"/>
          </p:nvPr>
        </p:nvSpPr>
        <p:spPr/>
        <p:txBody>
          <a:bodyPr lIns="45720" rIns="45720"/>
          <a:lstStyle/>
          <a:p>
            <a:endParaRPr lang="en-US" dirty="0"/>
          </a:p>
        </p:txBody>
      </p:sp>
      <p:sp>
        <p:nvSpPr>
          <p:cNvPr id="13" name="Text Placeholder 12"/>
          <p:cNvSpPr>
            <a:spLocks noGrp="1"/>
          </p:cNvSpPr>
          <p:nvPr>
            <p:ph type="body" sz="quarter" idx="21"/>
          </p:nvPr>
        </p:nvSpPr>
        <p:spPr/>
        <p:txBody>
          <a:bodyPr lIns="45720" rIns="45720"/>
          <a:lstStyle/>
          <a:p>
            <a:endParaRPr lang="en-US" dirty="0"/>
          </a:p>
        </p:txBody>
      </p:sp>
      <p:sp>
        <p:nvSpPr>
          <p:cNvPr id="14" name="Text Placeholder 13"/>
          <p:cNvSpPr>
            <a:spLocks noGrp="1"/>
          </p:cNvSpPr>
          <p:nvPr>
            <p:ph type="body" sz="quarter" idx="22"/>
          </p:nvPr>
        </p:nvSpPr>
        <p:spPr>
          <a:xfrm>
            <a:off x="94687" y="3462598"/>
            <a:ext cx="680943" cy="246161"/>
          </a:xfrm>
        </p:spPr>
        <p:txBody>
          <a:bodyPr lIns="0" rIns="0"/>
          <a:lstStyle/>
          <a:p>
            <a:r>
              <a:rPr lang="en-US" dirty="0"/>
              <a:t>N</a:t>
            </a:r>
          </a:p>
        </p:txBody>
      </p:sp>
      <p:sp>
        <p:nvSpPr>
          <p:cNvPr id="15" name="Text Placeholder 14"/>
          <p:cNvSpPr>
            <a:spLocks noGrp="1"/>
          </p:cNvSpPr>
          <p:nvPr>
            <p:ph type="body" sz="quarter" idx="31"/>
          </p:nvPr>
        </p:nvSpPr>
        <p:spPr/>
        <p:txBody>
          <a:bodyPr lIns="0" rIns="0"/>
          <a:lstStyle/>
          <a:p>
            <a:r>
              <a:rPr lang="en-US" dirty="0"/>
              <a:t>N/A</a:t>
            </a:r>
          </a:p>
        </p:txBody>
      </p:sp>
      <p:sp>
        <p:nvSpPr>
          <p:cNvPr id="16" name="Text Placeholder 15"/>
          <p:cNvSpPr>
            <a:spLocks noGrp="1"/>
          </p:cNvSpPr>
          <p:nvPr>
            <p:ph type="body" sz="quarter" idx="32"/>
          </p:nvPr>
        </p:nvSpPr>
        <p:spPr/>
        <p:txBody>
          <a:bodyPr lIns="0" rIns="0"/>
          <a:lstStyle/>
          <a:p>
            <a:r>
              <a:rPr lang="en-US" dirty="0"/>
              <a:t>Rafael Guillen</a:t>
            </a:r>
          </a:p>
        </p:txBody>
      </p:sp>
      <p:sp>
        <p:nvSpPr>
          <p:cNvPr id="17" name="Text Placeholder 16"/>
          <p:cNvSpPr>
            <a:spLocks noGrp="1"/>
          </p:cNvSpPr>
          <p:nvPr>
            <p:ph type="body" sz="quarter" idx="33"/>
          </p:nvPr>
        </p:nvSpPr>
        <p:spPr>
          <a:xfrm>
            <a:off x="844457" y="3431149"/>
            <a:ext cx="737985" cy="317891"/>
          </a:xfrm>
        </p:spPr>
        <p:txBody>
          <a:bodyPr lIns="0" rIns="0"/>
          <a:lstStyle/>
          <a:p>
            <a:r>
              <a:rPr lang="en-US" dirty="0"/>
              <a:t>12/23/2024</a:t>
            </a:r>
          </a:p>
        </p:txBody>
      </p:sp>
      <p:sp>
        <p:nvSpPr>
          <p:cNvPr id="18" name="Text Placeholder 17"/>
          <p:cNvSpPr>
            <a:spLocks noGrp="1"/>
          </p:cNvSpPr>
          <p:nvPr>
            <p:ph type="body" sz="quarter" idx="34"/>
          </p:nvPr>
        </p:nvSpPr>
        <p:spPr/>
        <p:txBody>
          <a:bodyPr lIns="0" rIns="0"/>
          <a:lstStyle/>
          <a:p>
            <a:r>
              <a:rPr lang="en-US" dirty="0"/>
              <a:t>N/A</a:t>
            </a:r>
          </a:p>
        </p:txBody>
      </p:sp>
      <p:sp>
        <p:nvSpPr>
          <p:cNvPr id="19" name="Text Placeholder 18"/>
          <p:cNvSpPr>
            <a:spLocks noGrp="1"/>
          </p:cNvSpPr>
          <p:nvPr>
            <p:ph type="body" sz="quarter" idx="35"/>
          </p:nvPr>
        </p:nvSpPr>
        <p:spPr/>
        <p:txBody>
          <a:bodyPr lIns="0" rIns="0"/>
          <a:lstStyle/>
          <a:p>
            <a:r>
              <a:rPr lang="en-US" dirty="0"/>
              <a:t>Michael Clayton</a:t>
            </a:r>
          </a:p>
        </p:txBody>
      </p:sp>
      <p:sp>
        <p:nvSpPr>
          <p:cNvPr id="20" name="Text Placeholder 19"/>
          <p:cNvSpPr>
            <a:spLocks noGrp="1"/>
          </p:cNvSpPr>
          <p:nvPr>
            <p:ph type="body" sz="quarter" idx="36"/>
          </p:nvPr>
        </p:nvSpPr>
        <p:spPr/>
        <p:txBody>
          <a:bodyPr lIns="0" rIns="0"/>
          <a:lstStyle/>
          <a:p>
            <a:r>
              <a:rPr lang="en-US" dirty="0"/>
              <a:t>Chris Lewandowski</a:t>
            </a:r>
          </a:p>
        </p:txBody>
      </p:sp>
      <p:sp>
        <p:nvSpPr>
          <p:cNvPr id="21" name="Text Placeholder 20"/>
          <p:cNvSpPr>
            <a:spLocks noGrp="1"/>
          </p:cNvSpPr>
          <p:nvPr>
            <p:ph type="body" sz="quarter" idx="37"/>
          </p:nvPr>
        </p:nvSpPr>
        <p:spPr>
          <a:xfrm>
            <a:off x="6370678" y="3427417"/>
            <a:ext cx="2730987" cy="317680"/>
          </a:xfrm>
        </p:spPr>
        <p:txBody>
          <a:bodyPr lIns="0" rIns="0"/>
          <a:lstStyle/>
          <a:p>
            <a:pPr algn="l"/>
            <a:r>
              <a:rPr lang="en-US" dirty="0"/>
              <a:t>Converted to the NEW 5080 PPT format</a:t>
            </a:r>
          </a:p>
        </p:txBody>
      </p:sp>
      <p:sp>
        <p:nvSpPr>
          <p:cNvPr id="22" name="Text Placeholder 21"/>
          <p:cNvSpPr>
            <a:spLocks noGrp="1"/>
          </p:cNvSpPr>
          <p:nvPr>
            <p:ph type="body" sz="quarter" idx="38"/>
          </p:nvPr>
        </p:nvSpPr>
        <p:spPr/>
        <p:txBody>
          <a:bodyPr lIns="0" rIns="0"/>
          <a:lstStyle/>
          <a:p>
            <a:endParaRPr lang="en-US" dirty="0"/>
          </a:p>
        </p:txBody>
      </p:sp>
      <p:sp>
        <p:nvSpPr>
          <p:cNvPr id="23" name="Text Placeholder 22"/>
          <p:cNvSpPr>
            <a:spLocks noGrp="1"/>
          </p:cNvSpPr>
          <p:nvPr>
            <p:ph type="body" sz="quarter" idx="39"/>
          </p:nvPr>
        </p:nvSpPr>
        <p:spPr/>
        <p:txBody>
          <a:bodyPr lIns="0" rIns="0"/>
          <a:lstStyle/>
          <a:p>
            <a:endParaRPr lang="en-US" dirty="0"/>
          </a:p>
        </p:txBody>
      </p:sp>
      <p:sp>
        <p:nvSpPr>
          <p:cNvPr id="24" name="Text Placeholder 23"/>
          <p:cNvSpPr>
            <a:spLocks noGrp="1"/>
          </p:cNvSpPr>
          <p:nvPr>
            <p:ph type="body" sz="quarter" idx="40"/>
          </p:nvPr>
        </p:nvSpPr>
        <p:spPr>
          <a:xfrm>
            <a:off x="857674" y="3755166"/>
            <a:ext cx="721022" cy="317891"/>
          </a:xfrm>
        </p:spPr>
        <p:txBody>
          <a:bodyPr lIns="0" rIns="0"/>
          <a:lstStyle/>
          <a:p>
            <a:endParaRPr lang="en-US" dirty="0"/>
          </a:p>
        </p:txBody>
      </p:sp>
      <p:sp>
        <p:nvSpPr>
          <p:cNvPr id="25" name="Text Placeholder 24"/>
          <p:cNvSpPr>
            <a:spLocks noGrp="1"/>
          </p:cNvSpPr>
          <p:nvPr>
            <p:ph type="body" sz="quarter" idx="41"/>
          </p:nvPr>
        </p:nvSpPr>
        <p:spPr/>
        <p:txBody>
          <a:bodyPr lIns="0" rIns="0"/>
          <a:lstStyle/>
          <a:p>
            <a:endParaRPr lang="en-US" dirty="0"/>
          </a:p>
        </p:txBody>
      </p:sp>
      <p:sp>
        <p:nvSpPr>
          <p:cNvPr id="26" name="Text Placeholder 25"/>
          <p:cNvSpPr>
            <a:spLocks noGrp="1"/>
          </p:cNvSpPr>
          <p:nvPr>
            <p:ph type="body" sz="quarter" idx="42"/>
          </p:nvPr>
        </p:nvSpPr>
        <p:spPr/>
        <p:txBody>
          <a:bodyPr lIns="0" rIns="0"/>
          <a:lstStyle/>
          <a:p>
            <a:endParaRPr lang="en-US" dirty="0"/>
          </a:p>
        </p:txBody>
      </p:sp>
      <p:sp>
        <p:nvSpPr>
          <p:cNvPr id="27" name="Text Placeholder 26"/>
          <p:cNvSpPr>
            <a:spLocks noGrp="1"/>
          </p:cNvSpPr>
          <p:nvPr>
            <p:ph type="body" sz="quarter" idx="43"/>
          </p:nvPr>
        </p:nvSpPr>
        <p:spPr/>
        <p:txBody>
          <a:bodyPr lIns="0" rIns="0"/>
          <a:lstStyle/>
          <a:p>
            <a:endParaRPr lang="en-US" dirty="0"/>
          </a:p>
        </p:txBody>
      </p:sp>
      <p:sp>
        <p:nvSpPr>
          <p:cNvPr id="28" name="Text Placeholder 27"/>
          <p:cNvSpPr>
            <a:spLocks noGrp="1"/>
          </p:cNvSpPr>
          <p:nvPr>
            <p:ph type="body" sz="quarter" idx="44"/>
          </p:nvPr>
        </p:nvSpPr>
        <p:spPr>
          <a:xfrm>
            <a:off x="6366932" y="3751434"/>
            <a:ext cx="2730987" cy="317680"/>
          </a:xfrm>
        </p:spPr>
        <p:txBody>
          <a:bodyPr lIns="0" rIns="0"/>
          <a:lstStyle/>
          <a:p>
            <a:pPr algn="l"/>
            <a:endParaRPr lang="en-US" dirty="0"/>
          </a:p>
        </p:txBody>
      </p:sp>
      <p:sp>
        <p:nvSpPr>
          <p:cNvPr id="29" name="Text Placeholder 28"/>
          <p:cNvSpPr>
            <a:spLocks noGrp="1"/>
          </p:cNvSpPr>
          <p:nvPr>
            <p:ph type="body" sz="quarter" idx="45"/>
          </p:nvPr>
        </p:nvSpPr>
        <p:spPr>
          <a:xfrm>
            <a:off x="101598" y="3786615"/>
            <a:ext cx="680943" cy="246161"/>
          </a:xfrm>
        </p:spPr>
        <p:txBody>
          <a:bodyPr lIns="0" rIns="0"/>
          <a:lstStyle/>
          <a:p>
            <a:endParaRPr lang="en-US" dirty="0"/>
          </a:p>
        </p:txBody>
      </p:sp>
      <p:sp>
        <p:nvSpPr>
          <p:cNvPr id="30" name="Text Placeholder 29"/>
          <p:cNvSpPr>
            <a:spLocks noGrp="1"/>
          </p:cNvSpPr>
          <p:nvPr>
            <p:ph type="body" sz="quarter" idx="46"/>
          </p:nvPr>
        </p:nvSpPr>
        <p:spPr>
          <a:xfrm>
            <a:off x="86604" y="4111378"/>
            <a:ext cx="680943" cy="246161"/>
          </a:xfrm>
        </p:spPr>
        <p:txBody>
          <a:bodyPr lIns="0" rIns="0"/>
          <a:lstStyle/>
          <a:p>
            <a:endParaRPr lang="en-US" dirty="0"/>
          </a:p>
        </p:txBody>
      </p:sp>
      <p:sp>
        <p:nvSpPr>
          <p:cNvPr id="31" name="Text Placeholder 30"/>
          <p:cNvSpPr>
            <a:spLocks noGrp="1"/>
          </p:cNvSpPr>
          <p:nvPr>
            <p:ph type="body" sz="quarter" idx="47"/>
          </p:nvPr>
        </p:nvSpPr>
        <p:spPr/>
        <p:txBody>
          <a:bodyPr lIns="0" rIns="0"/>
          <a:lstStyle/>
          <a:p>
            <a:endParaRPr lang="en-US" dirty="0"/>
          </a:p>
        </p:txBody>
      </p:sp>
      <p:sp>
        <p:nvSpPr>
          <p:cNvPr id="32" name="Text Placeholder 31"/>
          <p:cNvSpPr>
            <a:spLocks noGrp="1"/>
          </p:cNvSpPr>
          <p:nvPr>
            <p:ph type="body" sz="quarter" idx="48"/>
          </p:nvPr>
        </p:nvSpPr>
        <p:spPr/>
        <p:txBody>
          <a:bodyPr lIns="0" rIns="0"/>
          <a:lstStyle/>
          <a:p>
            <a:endParaRPr lang="en-US" dirty="0"/>
          </a:p>
        </p:txBody>
      </p:sp>
      <p:sp>
        <p:nvSpPr>
          <p:cNvPr id="33" name="Text Placeholder 32"/>
          <p:cNvSpPr>
            <a:spLocks noGrp="1"/>
          </p:cNvSpPr>
          <p:nvPr>
            <p:ph type="body" sz="quarter" idx="49"/>
          </p:nvPr>
        </p:nvSpPr>
        <p:spPr>
          <a:xfrm>
            <a:off x="836374" y="4079929"/>
            <a:ext cx="737985" cy="317891"/>
          </a:xfrm>
        </p:spPr>
        <p:txBody>
          <a:bodyPr lIns="0" rIns="0"/>
          <a:lstStyle/>
          <a:p>
            <a:endParaRPr lang="en-US" dirty="0"/>
          </a:p>
        </p:txBody>
      </p:sp>
      <p:sp>
        <p:nvSpPr>
          <p:cNvPr id="34" name="Text Placeholder 33"/>
          <p:cNvSpPr>
            <a:spLocks noGrp="1"/>
          </p:cNvSpPr>
          <p:nvPr>
            <p:ph type="body" sz="quarter" idx="50"/>
          </p:nvPr>
        </p:nvSpPr>
        <p:spPr/>
        <p:txBody>
          <a:bodyPr lIns="0" rIns="0"/>
          <a:lstStyle/>
          <a:p>
            <a:endParaRPr lang="en-US" dirty="0"/>
          </a:p>
        </p:txBody>
      </p:sp>
      <p:sp>
        <p:nvSpPr>
          <p:cNvPr id="35" name="Text Placeholder 34"/>
          <p:cNvSpPr>
            <a:spLocks noGrp="1"/>
          </p:cNvSpPr>
          <p:nvPr>
            <p:ph type="body" sz="quarter" idx="51"/>
          </p:nvPr>
        </p:nvSpPr>
        <p:spPr/>
        <p:txBody>
          <a:bodyPr lIns="0" rIns="0"/>
          <a:lstStyle/>
          <a:p>
            <a:endParaRPr lang="en-US" dirty="0"/>
          </a:p>
        </p:txBody>
      </p:sp>
      <p:sp>
        <p:nvSpPr>
          <p:cNvPr id="36" name="Text Placeholder 35"/>
          <p:cNvSpPr>
            <a:spLocks noGrp="1"/>
          </p:cNvSpPr>
          <p:nvPr>
            <p:ph type="body" sz="quarter" idx="52"/>
          </p:nvPr>
        </p:nvSpPr>
        <p:spPr/>
        <p:txBody>
          <a:bodyPr lIns="0" rIns="0"/>
          <a:lstStyle/>
          <a:p>
            <a:endParaRPr lang="en-US" dirty="0"/>
          </a:p>
        </p:txBody>
      </p:sp>
      <p:sp>
        <p:nvSpPr>
          <p:cNvPr id="37" name="Text Placeholder 36"/>
          <p:cNvSpPr>
            <a:spLocks noGrp="1"/>
          </p:cNvSpPr>
          <p:nvPr>
            <p:ph type="body" sz="quarter" idx="53"/>
          </p:nvPr>
        </p:nvSpPr>
        <p:spPr>
          <a:xfrm>
            <a:off x="6362595" y="4076197"/>
            <a:ext cx="2730987" cy="317680"/>
          </a:xfrm>
        </p:spPr>
        <p:txBody>
          <a:bodyPr lIns="0" rIns="0"/>
          <a:lstStyle/>
          <a:p>
            <a:pPr algn="l"/>
            <a:endParaRPr lang="en-US" dirty="0"/>
          </a:p>
        </p:txBody>
      </p:sp>
      <p:sp>
        <p:nvSpPr>
          <p:cNvPr id="38" name="Text Placeholder 37"/>
          <p:cNvSpPr>
            <a:spLocks noGrp="1"/>
          </p:cNvSpPr>
          <p:nvPr>
            <p:ph type="body" sz="quarter" idx="54"/>
          </p:nvPr>
        </p:nvSpPr>
        <p:spPr/>
        <p:txBody>
          <a:bodyPr lIns="0" rIns="0"/>
          <a:lstStyle/>
          <a:p>
            <a:endParaRPr lang="en-US" dirty="0"/>
          </a:p>
        </p:txBody>
      </p:sp>
      <p:sp>
        <p:nvSpPr>
          <p:cNvPr id="39" name="Text Placeholder 38"/>
          <p:cNvSpPr>
            <a:spLocks noGrp="1"/>
          </p:cNvSpPr>
          <p:nvPr>
            <p:ph type="body" sz="quarter" idx="55"/>
          </p:nvPr>
        </p:nvSpPr>
        <p:spPr>
          <a:xfrm>
            <a:off x="3420534" y="4400836"/>
            <a:ext cx="892583" cy="321001"/>
          </a:xfrm>
        </p:spPr>
        <p:txBody>
          <a:bodyPr lIns="0" rIns="0"/>
          <a:lstStyle/>
          <a:p>
            <a:endParaRPr lang="en-US" dirty="0"/>
          </a:p>
        </p:txBody>
      </p:sp>
      <p:sp>
        <p:nvSpPr>
          <p:cNvPr id="40" name="Text Placeholder 39"/>
          <p:cNvSpPr>
            <a:spLocks noGrp="1"/>
          </p:cNvSpPr>
          <p:nvPr>
            <p:ph type="body" sz="quarter" idx="56"/>
          </p:nvPr>
        </p:nvSpPr>
        <p:spPr>
          <a:xfrm>
            <a:off x="832628" y="4403946"/>
            <a:ext cx="737985" cy="317891"/>
          </a:xfrm>
        </p:spPr>
        <p:txBody>
          <a:bodyPr lIns="0" rIns="0"/>
          <a:lstStyle/>
          <a:p>
            <a:endParaRPr lang="en-US" dirty="0"/>
          </a:p>
        </p:txBody>
      </p:sp>
      <p:sp>
        <p:nvSpPr>
          <p:cNvPr id="41" name="Text Placeholder 40"/>
          <p:cNvSpPr>
            <a:spLocks noGrp="1"/>
          </p:cNvSpPr>
          <p:nvPr>
            <p:ph type="body" sz="quarter" idx="57"/>
          </p:nvPr>
        </p:nvSpPr>
        <p:spPr>
          <a:xfrm>
            <a:off x="2540001" y="4389328"/>
            <a:ext cx="816660" cy="332509"/>
          </a:xfrm>
        </p:spPr>
        <p:txBody>
          <a:bodyPr lIns="0" rIns="0"/>
          <a:lstStyle/>
          <a:p>
            <a:endParaRPr lang="en-US" dirty="0"/>
          </a:p>
        </p:txBody>
      </p:sp>
      <p:sp>
        <p:nvSpPr>
          <p:cNvPr id="42" name="Text Placeholder 41"/>
          <p:cNvSpPr>
            <a:spLocks noGrp="1"/>
          </p:cNvSpPr>
          <p:nvPr>
            <p:ph type="body" sz="quarter" idx="58"/>
          </p:nvPr>
        </p:nvSpPr>
        <p:spPr/>
        <p:txBody>
          <a:bodyPr lIns="0" rIns="0"/>
          <a:lstStyle/>
          <a:p>
            <a:endParaRPr lang="en-US" dirty="0"/>
          </a:p>
        </p:txBody>
      </p:sp>
      <p:sp>
        <p:nvSpPr>
          <p:cNvPr id="43" name="Text Placeholder 42"/>
          <p:cNvSpPr>
            <a:spLocks noGrp="1"/>
          </p:cNvSpPr>
          <p:nvPr>
            <p:ph type="body" sz="quarter" idx="59"/>
          </p:nvPr>
        </p:nvSpPr>
        <p:spPr/>
        <p:txBody>
          <a:bodyPr lIns="0" rIns="0"/>
          <a:lstStyle/>
          <a:p>
            <a:endParaRPr lang="en-US" dirty="0"/>
          </a:p>
        </p:txBody>
      </p:sp>
      <p:sp>
        <p:nvSpPr>
          <p:cNvPr id="44" name="Text Placeholder 43"/>
          <p:cNvSpPr>
            <a:spLocks noGrp="1"/>
          </p:cNvSpPr>
          <p:nvPr>
            <p:ph type="body" sz="quarter" idx="60"/>
          </p:nvPr>
        </p:nvSpPr>
        <p:spPr>
          <a:xfrm>
            <a:off x="6358849" y="4400214"/>
            <a:ext cx="2730987" cy="317680"/>
          </a:xfrm>
        </p:spPr>
        <p:txBody>
          <a:bodyPr lIns="0" rIns="0"/>
          <a:lstStyle/>
          <a:p>
            <a:pPr algn="l"/>
            <a:endParaRPr lang="en-US" dirty="0"/>
          </a:p>
        </p:txBody>
      </p:sp>
      <p:sp>
        <p:nvSpPr>
          <p:cNvPr id="45" name="Text Placeholder 44"/>
          <p:cNvSpPr>
            <a:spLocks noGrp="1"/>
          </p:cNvSpPr>
          <p:nvPr>
            <p:ph type="body" sz="quarter" idx="61"/>
          </p:nvPr>
        </p:nvSpPr>
        <p:spPr>
          <a:xfrm>
            <a:off x="93515" y="4435395"/>
            <a:ext cx="680943" cy="246161"/>
          </a:xfrm>
        </p:spPr>
        <p:txBody>
          <a:bodyPr lIns="0" rIns="0"/>
          <a:lstStyle/>
          <a:p>
            <a:endParaRPr lang="en-US" dirty="0"/>
          </a:p>
        </p:txBody>
      </p:sp>
      <p:sp>
        <p:nvSpPr>
          <p:cNvPr id="46" name="Text Placeholder 45"/>
          <p:cNvSpPr>
            <a:spLocks noGrp="1"/>
          </p:cNvSpPr>
          <p:nvPr>
            <p:ph type="body" sz="quarter" idx="62"/>
          </p:nvPr>
        </p:nvSpPr>
        <p:spPr>
          <a:xfrm>
            <a:off x="97247" y="4772008"/>
            <a:ext cx="680943" cy="246161"/>
          </a:xfrm>
        </p:spPr>
        <p:txBody>
          <a:bodyPr lIns="0" rIns="0"/>
          <a:lstStyle/>
          <a:p>
            <a:endParaRPr lang="en-US" dirty="0"/>
          </a:p>
        </p:txBody>
      </p:sp>
      <p:sp>
        <p:nvSpPr>
          <p:cNvPr id="47" name="Text Placeholder 46"/>
          <p:cNvSpPr>
            <a:spLocks noGrp="1"/>
          </p:cNvSpPr>
          <p:nvPr>
            <p:ph type="body" sz="quarter" idx="63"/>
          </p:nvPr>
        </p:nvSpPr>
        <p:spPr/>
        <p:txBody>
          <a:bodyPr lIns="0" rIns="0"/>
          <a:lstStyle/>
          <a:p>
            <a:endParaRPr lang="en-US" dirty="0"/>
          </a:p>
        </p:txBody>
      </p:sp>
      <p:sp>
        <p:nvSpPr>
          <p:cNvPr id="48" name="Text Placeholder 47"/>
          <p:cNvSpPr>
            <a:spLocks noGrp="1"/>
          </p:cNvSpPr>
          <p:nvPr>
            <p:ph type="body" sz="quarter" idx="64"/>
          </p:nvPr>
        </p:nvSpPr>
        <p:spPr/>
        <p:txBody>
          <a:bodyPr lIns="0" rIns="0"/>
          <a:lstStyle/>
          <a:p>
            <a:endParaRPr lang="en-US" dirty="0"/>
          </a:p>
        </p:txBody>
      </p:sp>
      <p:sp>
        <p:nvSpPr>
          <p:cNvPr id="49" name="Text Placeholder 48"/>
          <p:cNvSpPr>
            <a:spLocks noGrp="1"/>
          </p:cNvSpPr>
          <p:nvPr>
            <p:ph type="body" sz="quarter" idx="65"/>
          </p:nvPr>
        </p:nvSpPr>
        <p:spPr>
          <a:xfrm>
            <a:off x="847017" y="4740559"/>
            <a:ext cx="737985" cy="317891"/>
          </a:xfrm>
        </p:spPr>
        <p:txBody>
          <a:bodyPr lIns="0" rIns="0"/>
          <a:lstStyle/>
          <a:p>
            <a:endParaRPr lang="en-US" dirty="0"/>
          </a:p>
        </p:txBody>
      </p:sp>
      <p:sp>
        <p:nvSpPr>
          <p:cNvPr id="50" name="Text Placeholder 49"/>
          <p:cNvSpPr>
            <a:spLocks noGrp="1"/>
          </p:cNvSpPr>
          <p:nvPr>
            <p:ph type="body" sz="quarter" idx="66"/>
          </p:nvPr>
        </p:nvSpPr>
        <p:spPr/>
        <p:txBody>
          <a:bodyPr lIns="0" rIns="0"/>
          <a:lstStyle/>
          <a:p>
            <a:endParaRPr lang="en-US" dirty="0"/>
          </a:p>
        </p:txBody>
      </p:sp>
      <p:sp>
        <p:nvSpPr>
          <p:cNvPr id="51" name="Text Placeholder 50"/>
          <p:cNvSpPr>
            <a:spLocks noGrp="1"/>
          </p:cNvSpPr>
          <p:nvPr>
            <p:ph type="body" sz="quarter" idx="67"/>
          </p:nvPr>
        </p:nvSpPr>
        <p:spPr/>
        <p:txBody>
          <a:bodyPr lIns="0" rIns="0"/>
          <a:lstStyle/>
          <a:p>
            <a:endParaRPr lang="en-US" dirty="0"/>
          </a:p>
        </p:txBody>
      </p:sp>
      <p:sp>
        <p:nvSpPr>
          <p:cNvPr id="52" name="Text Placeholder 51"/>
          <p:cNvSpPr>
            <a:spLocks noGrp="1"/>
          </p:cNvSpPr>
          <p:nvPr>
            <p:ph type="body" sz="quarter" idx="68"/>
          </p:nvPr>
        </p:nvSpPr>
        <p:spPr/>
        <p:txBody>
          <a:bodyPr lIns="0" rIns="0"/>
          <a:lstStyle/>
          <a:p>
            <a:endParaRPr lang="en-US" dirty="0"/>
          </a:p>
        </p:txBody>
      </p:sp>
      <p:sp>
        <p:nvSpPr>
          <p:cNvPr id="53" name="Text Placeholder 52"/>
          <p:cNvSpPr>
            <a:spLocks noGrp="1"/>
          </p:cNvSpPr>
          <p:nvPr>
            <p:ph type="body" sz="quarter" idx="69"/>
          </p:nvPr>
        </p:nvSpPr>
        <p:spPr>
          <a:xfrm>
            <a:off x="6373238" y="4736827"/>
            <a:ext cx="2730987" cy="317680"/>
          </a:xfrm>
        </p:spPr>
        <p:txBody>
          <a:bodyPr lIns="0" rIns="0"/>
          <a:lstStyle/>
          <a:p>
            <a:pPr algn="l"/>
            <a:endParaRPr lang="en-US" dirty="0"/>
          </a:p>
        </p:txBody>
      </p:sp>
      <p:sp>
        <p:nvSpPr>
          <p:cNvPr id="54" name="Text Placeholder 53"/>
          <p:cNvSpPr>
            <a:spLocks noGrp="1"/>
          </p:cNvSpPr>
          <p:nvPr>
            <p:ph type="body" sz="quarter" idx="70"/>
          </p:nvPr>
        </p:nvSpPr>
        <p:spPr/>
        <p:txBody>
          <a:bodyPr lIns="0" rIns="0"/>
          <a:lstStyle/>
          <a:p>
            <a:endParaRPr lang="en-US" dirty="0"/>
          </a:p>
        </p:txBody>
      </p:sp>
      <p:sp>
        <p:nvSpPr>
          <p:cNvPr id="55" name="Text Placeholder 54"/>
          <p:cNvSpPr>
            <a:spLocks noGrp="1"/>
          </p:cNvSpPr>
          <p:nvPr>
            <p:ph type="body" sz="quarter" idx="71"/>
          </p:nvPr>
        </p:nvSpPr>
        <p:spPr/>
        <p:txBody>
          <a:bodyPr lIns="0" rIns="0"/>
          <a:lstStyle/>
          <a:p>
            <a:endParaRPr lang="en-US" dirty="0"/>
          </a:p>
        </p:txBody>
      </p:sp>
      <p:sp>
        <p:nvSpPr>
          <p:cNvPr id="56" name="Text Placeholder 55"/>
          <p:cNvSpPr>
            <a:spLocks noGrp="1"/>
          </p:cNvSpPr>
          <p:nvPr>
            <p:ph type="body" sz="quarter" idx="72"/>
          </p:nvPr>
        </p:nvSpPr>
        <p:spPr>
          <a:xfrm>
            <a:off x="857674" y="5064576"/>
            <a:ext cx="723582" cy="317891"/>
          </a:xfrm>
        </p:spPr>
        <p:txBody>
          <a:bodyPr lIns="0" rIns="0"/>
          <a:lstStyle/>
          <a:p>
            <a:endParaRPr lang="en-US" dirty="0"/>
          </a:p>
        </p:txBody>
      </p:sp>
      <p:sp>
        <p:nvSpPr>
          <p:cNvPr id="57" name="Text Placeholder 56"/>
          <p:cNvSpPr>
            <a:spLocks noGrp="1"/>
          </p:cNvSpPr>
          <p:nvPr>
            <p:ph type="body" sz="quarter" idx="73"/>
          </p:nvPr>
        </p:nvSpPr>
        <p:spPr/>
        <p:txBody>
          <a:bodyPr lIns="0" rIns="0"/>
          <a:lstStyle/>
          <a:p>
            <a:endParaRPr lang="en-US" dirty="0"/>
          </a:p>
        </p:txBody>
      </p:sp>
      <p:sp>
        <p:nvSpPr>
          <p:cNvPr id="58" name="Text Placeholder 57"/>
          <p:cNvSpPr>
            <a:spLocks noGrp="1"/>
          </p:cNvSpPr>
          <p:nvPr>
            <p:ph type="body" sz="quarter" idx="74"/>
          </p:nvPr>
        </p:nvSpPr>
        <p:spPr/>
        <p:txBody>
          <a:bodyPr lIns="0" rIns="0"/>
          <a:lstStyle/>
          <a:p>
            <a:endParaRPr lang="en-US" dirty="0"/>
          </a:p>
        </p:txBody>
      </p:sp>
      <p:sp>
        <p:nvSpPr>
          <p:cNvPr id="59" name="Text Placeholder 58"/>
          <p:cNvSpPr>
            <a:spLocks noGrp="1"/>
          </p:cNvSpPr>
          <p:nvPr>
            <p:ph type="body" sz="quarter" idx="75"/>
          </p:nvPr>
        </p:nvSpPr>
        <p:spPr/>
        <p:txBody>
          <a:bodyPr lIns="0" rIns="0"/>
          <a:lstStyle/>
          <a:p>
            <a:endParaRPr lang="en-US" dirty="0"/>
          </a:p>
        </p:txBody>
      </p:sp>
      <p:sp>
        <p:nvSpPr>
          <p:cNvPr id="60" name="Text Placeholder 59"/>
          <p:cNvSpPr>
            <a:spLocks noGrp="1"/>
          </p:cNvSpPr>
          <p:nvPr>
            <p:ph type="body" sz="quarter" idx="76"/>
          </p:nvPr>
        </p:nvSpPr>
        <p:spPr>
          <a:xfrm>
            <a:off x="6369492" y="5060844"/>
            <a:ext cx="2730987" cy="317680"/>
          </a:xfrm>
        </p:spPr>
        <p:txBody>
          <a:bodyPr lIns="0" rIns="0"/>
          <a:lstStyle/>
          <a:p>
            <a:pPr algn="l"/>
            <a:endParaRPr lang="en-US" dirty="0"/>
          </a:p>
        </p:txBody>
      </p:sp>
      <p:sp>
        <p:nvSpPr>
          <p:cNvPr id="61" name="Text Placeholder 60"/>
          <p:cNvSpPr>
            <a:spLocks noGrp="1"/>
          </p:cNvSpPr>
          <p:nvPr>
            <p:ph type="body" sz="quarter" idx="77"/>
          </p:nvPr>
        </p:nvSpPr>
        <p:spPr>
          <a:xfrm>
            <a:off x="104158" y="5096025"/>
            <a:ext cx="680943" cy="246161"/>
          </a:xfrm>
        </p:spPr>
        <p:txBody>
          <a:bodyPr lIns="0" rIns="0"/>
          <a:lstStyle/>
          <a:p>
            <a:endParaRPr lang="en-US" dirty="0"/>
          </a:p>
        </p:txBody>
      </p:sp>
      <p:sp>
        <p:nvSpPr>
          <p:cNvPr id="62" name="Text Placeholder 61"/>
          <p:cNvSpPr>
            <a:spLocks noGrp="1"/>
          </p:cNvSpPr>
          <p:nvPr>
            <p:ph type="body" sz="quarter" idx="78"/>
          </p:nvPr>
        </p:nvSpPr>
        <p:spPr>
          <a:xfrm>
            <a:off x="97247" y="5416844"/>
            <a:ext cx="680943" cy="246161"/>
          </a:xfrm>
        </p:spPr>
        <p:txBody>
          <a:bodyPr lIns="0" rIns="0"/>
          <a:lstStyle/>
          <a:p>
            <a:endParaRPr lang="en-US" dirty="0"/>
          </a:p>
        </p:txBody>
      </p:sp>
      <p:sp>
        <p:nvSpPr>
          <p:cNvPr id="63" name="Text Placeholder 62"/>
          <p:cNvSpPr>
            <a:spLocks noGrp="1"/>
          </p:cNvSpPr>
          <p:nvPr>
            <p:ph type="body" sz="quarter" idx="79"/>
          </p:nvPr>
        </p:nvSpPr>
        <p:spPr/>
        <p:txBody>
          <a:bodyPr lIns="0" rIns="0"/>
          <a:lstStyle/>
          <a:p>
            <a:endParaRPr lang="en-US" dirty="0"/>
          </a:p>
        </p:txBody>
      </p:sp>
      <p:sp>
        <p:nvSpPr>
          <p:cNvPr id="64" name="Text Placeholder 63"/>
          <p:cNvSpPr>
            <a:spLocks noGrp="1"/>
          </p:cNvSpPr>
          <p:nvPr>
            <p:ph type="body" sz="quarter" idx="80"/>
          </p:nvPr>
        </p:nvSpPr>
        <p:spPr/>
        <p:txBody>
          <a:bodyPr lIns="0" rIns="0"/>
          <a:lstStyle/>
          <a:p>
            <a:endParaRPr lang="en-US" dirty="0"/>
          </a:p>
        </p:txBody>
      </p:sp>
      <p:sp>
        <p:nvSpPr>
          <p:cNvPr id="65" name="Text Placeholder 64"/>
          <p:cNvSpPr>
            <a:spLocks noGrp="1"/>
          </p:cNvSpPr>
          <p:nvPr>
            <p:ph type="body" sz="quarter" idx="81"/>
          </p:nvPr>
        </p:nvSpPr>
        <p:spPr>
          <a:xfrm>
            <a:off x="857674" y="5385395"/>
            <a:ext cx="727328" cy="317891"/>
          </a:xfrm>
        </p:spPr>
        <p:txBody>
          <a:bodyPr lIns="0" rIns="0"/>
          <a:lstStyle/>
          <a:p>
            <a:endParaRPr lang="en-US" dirty="0"/>
          </a:p>
        </p:txBody>
      </p:sp>
      <p:sp>
        <p:nvSpPr>
          <p:cNvPr id="66" name="Text Placeholder 65"/>
          <p:cNvSpPr>
            <a:spLocks noGrp="1"/>
          </p:cNvSpPr>
          <p:nvPr>
            <p:ph type="body" sz="quarter" idx="82"/>
          </p:nvPr>
        </p:nvSpPr>
        <p:spPr/>
        <p:txBody>
          <a:bodyPr lIns="0" rIns="0"/>
          <a:lstStyle/>
          <a:p>
            <a:endParaRPr lang="en-US" dirty="0"/>
          </a:p>
        </p:txBody>
      </p:sp>
      <p:sp>
        <p:nvSpPr>
          <p:cNvPr id="67" name="Text Placeholder 66"/>
          <p:cNvSpPr>
            <a:spLocks noGrp="1"/>
          </p:cNvSpPr>
          <p:nvPr>
            <p:ph type="body" sz="quarter" idx="83"/>
          </p:nvPr>
        </p:nvSpPr>
        <p:spPr/>
        <p:txBody>
          <a:bodyPr lIns="0" rIns="0"/>
          <a:lstStyle/>
          <a:p>
            <a:endParaRPr lang="en-US" dirty="0"/>
          </a:p>
        </p:txBody>
      </p:sp>
      <p:sp>
        <p:nvSpPr>
          <p:cNvPr id="68" name="Text Placeholder 67"/>
          <p:cNvSpPr>
            <a:spLocks noGrp="1"/>
          </p:cNvSpPr>
          <p:nvPr>
            <p:ph type="body" sz="quarter" idx="84"/>
          </p:nvPr>
        </p:nvSpPr>
        <p:spPr/>
        <p:txBody>
          <a:bodyPr lIns="0" rIns="0"/>
          <a:lstStyle/>
          <a:p>
            <a:endParaRPr lang="en-US" dirty="0"/>
          </a:p>
        </p:txBody>
      </p:sp>
      <p:sp>
        <p:nvSpPr>
          <p:cNvPr id="69" name="Text Placeholder 68"/>
          <p:cNvSpPr>
            <a:spLocks noGrp="1"/>
          </p:cNvSpPr>
          <p:nvPr>
            <p:ph type="body" sz="quarter" idx="85"/>
          </p:nvPr>
        </p:nvSpPr>
        <p:spPr>
          <a:xfrm>
            <a:off x="6373238" y="5381663"/>
            <a:ext cx="2730987" cy="317680"/>
          </a:xfrm>
        </p:spPr>
        <p:txBody>
          <a:bodyPr lIns="0" rIns="0"/>
          <a:lstStyle/>
          <a:p>
            <a:pPr algn="l"/>
            <a:endParaRPr lang="en-US" dirty="0"/>
          </a:p>
        </p:txBody>
      </p:sp>
      <p:sp>
        <p:nvSpPr>
          <p:cNvPr id="70" name="Text Placeholder 69"/>
          <p:cNvSpPr>
            <a:spLocks noGrp="1"/>
          </p:cNvSpPr>
          <p:nvPr>
            <p:ph type="body" sz="quarter" idx="86"/>
          </p:nvPr>
        </p:nvSpPr>
        <p:spPr/>
        <p:txBody>
          <a:bodyPr lIns="0" rIns="0"/>
          <a:lstStyle/>
          <a:p>
            <a:endParaRPr lang="en-US" dirty="0"/>
          </a:p>
        </p:txBody>
      </p:sp>
      <p:sp>
        <p:nvSpPr>
          <p:cNvPr id="71" name="Text Placeholder 70"/>
          <p:cNvSpPr>
            <a:spLocks noGrp="1"/>
          </p:cNvSpPr>
          <p:nvPr>
            <p:ph type="body" sz="quarter" idx="87"/>
          </p:nvPr>
        </p:nvSpPr>
        <p:spPr/>
        <p:txBody>
          <a:bodyPr lIns="0" rIns="0"/>
          <a:lstStyle/>
          <a:p>
            <a:endParaRPr lang="en-US" dirty="0"/>
          </a:p>
        </p:txBody>
      </p:sp>
      <p:sp>
        <p:nvSpPr>
          <p:cNvPr id="72" name="Text Placeholder 71"/>
          <p:cNvSpPr>
            <a:spLocks noGrp="1"/>
          </p:cNvSpPr>
          <p:nvPr>
            <p:ph type="body" sz="quarter" idx="88"/>
          </p:nvPr>
        </p:nvSpPr>
        <p:spPr>
          <a:xfrm>
            <a:off x="857674" y="5709412"/>
            <a:ext cx="723582" cy="317891"/>
          </a:xfrm>
        </p:spPr>
        <p:txBody>
          <a:bodyPr lIns="0" rIns="0"/>
          <a:lstStyle/>
          <a:p>
            <a:endParaRPr lang="en-US" dirty="0"/>
          </a:p>
        </p:txBody>
      </p:sp>
      <p:sp>
        <p:nvSpPr>
          <p:cNvPr id="73" name="Text Placeholder 72"/>
          <p:cNvSpPr>
            <a:spLocks noGrp="1"/>
          </p:cNvSpPr>
          <p:nvPr>
            <p:ph type="body" sz="quarter" idx="89"/>
          </p:nvPr>
        </p:nvSpPr>
        <p:spPr/>
        <p:txBody>
          <a:bodyPr lIns="0" rIns="0"/>
          <a:lstStyle/>
          <a:p>
            <a:endParaRPr lang="en-US" dirty="0"/>
          </a:p>
        </p:txBody>
      </p:sp>
      <p:sp>
        <p:nvSpPr>
          <p:cNvPr id="74" name="Text Placeholder 73"/>
          <p:cNvSpPr>
            <a:spLocks noGrp="1"/>
          </p:cNvSpPr>
          <p:nvPr>
            <p:ph type="body" sz="quarter" idx="90"/>
          </p:nvPr>
        </p:nvSpPr>
        <p:spPr/>
        <p:txBody>
          <a:bodyPr lIns="0" rIns="0"/>
          <a:lstStyle/>
          <a:p>
            <a:endParaRPr lang="en-US" dirty="0"/>
          </a:p>
        </p:txBody>
      </p:sp>
      <p:sp>
        <p:nvSpPr>
          <p:cNvPr id="75" name="Text Placeholder 74"/>
          <p:cNvSpPr>
            <a:spLocks noGrp="1"/>
          </p:cNvSpPr>
          <p:nvPr>
            <p:ph type="body" sz="quarter" idx="91"/>
          </p:nvPr>
        </p:nvSpPr>
        <p:spPr/>
        <p:txBody>
          <a:bodyPr lIns="0" rIns="0"/>
          <a:lstStyle/>
          <a:p>
            <a:endParaRPr lang="en-US" dirty="0"/>
          </a:p>
        </p:txBody>
      </p:sp>
      <p:sp>
        <p:nvSpPr>
          <p:cNvPr id="76" name="Text Placeholder 75"/>
          <p:cNvSpPr>
            <a:spLocks noGrp="1"/>
          </p:cNvSpPr>
          <p:nvPr>
            <p:ph type="body" sz="quarter" idx="92"/>
          </p:nvPr>
        </p:nvSpPr>
        <p:spPr>
          <a:xfrm>
            <a:off x="6369492" y="5705680"/>
            <a:ext cx="2730987" cy="317680"/>
          </a:xfrm>
        </p:spPr>
        <p:txBody>
          <a:bodyPr lIns="0" rIns="0"/>
          <a:lstStyle/>
          <a:p>
            <a:pPr algn="l"/>
            <a:endParaRPr lang="en-US" dirty="0"/>
          </a:p>
        </p:txBody>
      </p:sp>
      <p:sp>
        <p:nvSpPr>
          <p:cNvPr id="77" name="Text Placeholder 76"/>
          <p:cNvSpPr>
            <a:spLocks noGrp="1"/>
          </p:cNvSpPr>
          <p:nvPr>
            <p:ph type="body" sz="quarter" idx="93"/>
          </p:nvPr>
        </p:nvSpPr>
        <p:spPr>
          <a:xfrm>
            <a:off x="104158" y="5740861"/>
            <a:ext cx="680943" cy="246161"/>
          </a:xfrm>
        </p:spPr>
        <p:txBody>
          <a:bodyPr lIns="0" rIns="0"/>
          <a:lstStyle/>
          <a:p>
            <a:endParaRPr lang="en-US" dirty="0"/>
          </a:p>
        </p:txBody>
      </p:sp>
      <p:sp>
        <p:nvSpPr>
          <p:cNvPr id="78" name="Text Placeholder 77"/>
          <p:cNvSpPr>
            <a:spLocks noGrp="1"/>
          </p:cNvSpPr>
          <p:nvPr>
            <p:ph type="body" sz="quarter" idx="94"/>
          </p:nvPr>
        </p:nvSpPr>
        <p:spPr>
          <a:xfrm>
            <a:off x="93501" y="6044574"/>
            <a:ext cx="680943" cy="246161"/>
          </a:xfrm>
        </p:spPr>
        <p:txBody>
          <a:bodyPr lIns="0" rIns="0"/>
          <a:lstStyle/>
          <a:p>
            <a:endParaRPr lang="en-US" dirty="0"/>
          </a:p>
        </p:txBody>
      </p:sp>
      <p:sp>
        <p:nvSpPr>
          <p:cNvPr id="79" name="Text Placeholder 78"/>
          <p:cNvSpPr>
            <a:spLocks noGrp="1"/>
          </p:cNvSpPr>
          <p:nvPr>
            <p:ph type="body" sz="quarter" idx="95"/>
          </p:nvPr>
        </p:nvSpPr>
        <p:spPr/>
        <p:txBody>
          <a:bodyPr lIns="0" rIns="0"/>
          <a:lstStyle/>
          <a:p>
            <a:endParaRPr lang="en-US" dirty="0"/>
          </a:p>
        </p:txBody>
      </p:sp>
      <p:sp>
        <p:nvSpPr>
          <p:cNvPr id="80" name="Text Placeholder 79"/>
          <p:cNvSpPr>
            <a:spLocks noGrp="1"/>
          </p:cNvSpPr>
          <p:nvPr>
            <p:ph type="body" sz="quarter" idx="96"/>
          </p:nvPr>
        </p:nvSpPr>
        <p:spPr/>
        <p:txBody>
          <a:bodyPr lIns="0" rIns="0"/>
          <a:lstStyle/>
          <a:p>
            <a:endParaRPr lang="en-US" dirty="0"/>
          </a:p>
        </p:txBody>
      </p:sp>
      <p:sp>
        <p:nvSpPr>
          <p:cNvPr id="81" name="Text Placeholder 80"/>
          <p:cNvSpPr>
            <a:spLocks noGrp="1"/>
          </p:cNvSpPr>
          <p:nvPr>
            <p:ph type="body" sz="quarter" idx="97"/>
          </p:nvPr>
        </p:nvSpPr>
        <p:spPr>
          <a:xfrm>
            <a:off x="847017" y="6013125"/>
            <a:ext cx="734239" cy="317891"/>
          </a:xfrm>
        </p:spPr>
        <p:txBody>
          <a:bodyPr lIns="0" rIns="0"/>
          <a:lstStyle/>
          <a:p>
            <a:endParaRPr lang="en-US" dirty="0"/>
          </a:p>
        </p:txBody>
      </p:sp>
      <p:sp>
        <p:nvSpPr>
          <p:cNvPr id="82" name="Text Placeholder 81"/>
          <p:cNvSpPr>
            <a:spLocks noGrp="1"/>
          </p:cNvSpPr>
          <p:nvPr>
            <p:ph type="body" sz="quarter" idx="98"/>
          </p:nvPr>
        </p:nvSpPr>
        <p:spPr/>
        <p:txBody>
          <a:bodyPr lIns="0" rIns="0"/>
          <a:lstStyle/>
          <a:p>
            <a:endParaRPr lang="en-US" dirty="0"/>
          </a:p>
        </p:txBody>
      </p:sp>
      <p:sp>
        <p:nvSpPr>
          <p:cNvPr id="83" name="Text Placeholder 82"/>
          <p:cNvSpPr>
            <a:spLocks noGrp="1"/>
          </p:cNvSpPr>
          <p:nvPr>
            <p:ph type="body" sz="quarter" idx="99"/>
          </p:nvPr>
        </p:nvSpPr>
        <p:spPr/>
        <p:txBody>
          <a:bodyPr lIns="0" rIns="0"/>
          <a:lstStyle/>
          <a:p>
            <a:endParaRPr lang="en-US" dirty="0"/>
          </a:p>
        </p:txBody>
      </p:sp>
      <p:sp>
        <p:nvSpPr>
          <p:cNvPr id="84" name="Text Placeholder 83"/>
          <p:cNvSpPr>
            <a:spLocks noGrp="1"/>
          </p:cNvSpPr>
          <p:nvPr>
            <p:ph type="body" sz="quarter" idx="100"/>
          </p:nvPr>
        </p:nvSpPr>
        <p:spPr/>
        <p:txBody>
          <a:bodyPr lIns="0" rIns="0"/>
          <a:lstStyle/>
          <a:p>
            <a:endParaRPr lang="en-US" dirty="0"/>
          </a:p>
        </p:txBody>
      </p:sp>
      <p:sp>
        <p:nvSpPr>
          <p:cNvPr id="85" name="Text Placeholder 84"/>
          <p:cNvSpPr>
            <a:spLocks noGrp="1"/>
          </p:cNvSpPr>
          <p:nvPr>
            <p:ph type="body" sz="quarter" idx="101"/>
          </p:nvPr>
        </p:nvSpPr>
        <p:spPr>
          <a:xfrm>
            <a:off x="6369492" y="6009393"/>
            <a:ext cx="2730987" cy="317680"/>
          </a:xfrm>
        </p:spPr>
        <p:txBody>
          <a:bodyPr lIns="0" rIns="0"/>
          <a:lstStyle/>
          <a:p>
            <a:pPr algn="l"/>
            <a:endParaRPr lang="en-US" dirty="0"/>
          </a:p>
        </p:txBody>
      </p:sp>
      <p:sp>
        <p:nvSpPr>
          <p:cNvPr id="86" name="Text Placeholder 85"/>
          <p:cNvSpPr>
            <a:spLocks noGrp="1"/>
          </p:cNvSpPr>
          <p:nvPr>
            <p:ph type="body" sz="quarter" idx="102"/>
          </p:nvPr>
        </p:nvSpPr>
        <p:spPr/>
        <p:txBody>
          <a:bodyPr/>
          <a:lstStyle/>
          <a:p>
            <a:r>
              <a:rPr lang="en-US" dirty="0"/>
              <a:t>240</a:t>
            </a:r>
          </a:p>
        </p:txBody>
      </p:sp>
      <p:sp>
        <p:nvSpPr>
          <p:cNvPr id="87" name="Text Placeholder 86"/>
          <p:cNvSpPr>
            <a:spLocks noGrp="1"/>
          </p:cNvSpPr>
          <p:nvPr>
            <p:ph type="body" sz="quarter" idx="103"/>
          </p:nvPr>
        </p:nvSpPr>
        <p:spPr/>
        <p:txBody>
          <a:bodyPr/>
          <a:lstStyle/>
          <a:p>
            <a:r>
              <a:rPr lang="en-US" dirty="0"/>
              <a:t>4.0</a:t>
            </a:r>
          </a:p>
        </p:txBody>
      </p:sp>
      <p:sp>
        <p:nvSpPr>
          <p:cNvPr id="88" name="Text Placeholder 87"/>
          <p:cNvSpPr>
            <a:spLocks noGrp="1"/>
          </p:cNvSpPr>
          <p:nvPr>
            <p:ph type="body" sz="quarter" idx="104"/>
          </p:nvPr>
        </p:nvSpPr>
        <p:spPr/>
        <p:txBody>
          <a:bodyPr/>
          <a:lstStyle/>
          <a:p>
            <a:r>
              <a:rPr lang="en-US" dirty="0"/>
              <a:t>0.5</a:t>
            </a:r>
          </a:p>
        </p:txBody>
      </p:sp>
      <p:sp>
        <p:nvSpPr>
          <p:cNvPr id="89" name="Text Placeholder 88"/>
          <p:cNvSpPr>
            <a:spLocks noGrp="1"/>
          </p:cNvSpPr>
          <p:nvPr>
            <p:ph type="body" sz="quarter" idx="105"/>
          </p:nvPr>
        </p:nvSpPr>
        <p:spPr>
          <a:xfrm>
            <a:off x="7832488" y="2155949"/>
            <a:ext cx="744792" cy="209550"/>
          </a:xfrm>
        </p:spPr>
        <p:txBody>
          <a:bodyPr lIns="45720" rIns="45720"/>
          <a:lstStyle/>
          <a:p>
            <a:pPr algn="ctr"/>
            <a:r>
              <a:rPr lang="en-US" sz="1000" dirty="0"/>
              <a:t>N/A</a:t>
            </a:r>
            <a:endParaRPr lang="en-US" sz="900" dirty="0"/>
          </a:p>
        </p:txBody>
      </p:sp>
      <p:sp>
        <p:nvSpPr>
          <p:cNvPr id="90" name="Text Placeholder 89"/>
          <p:cNvSpPr>
            <a:spLocks noGrp="1"/>
          </p:cNvSpPr>
          <p:nvPr>
            <p:ph type="body" sz="quarter" idx="106"/>
          </p:nvPr>
        </p:nvSpPr>
        <p:spPr>
          <a:xfrm>
            <a:off x="7832486" y="2406319"/>
            <a:ext cx="744793" cy="209550"/>
          </a:xfrm>
        </p:spPr>
        <p:txBody>
          <a:bodyPr lIns="45720" rIns="45720"/>
          <a:lstStyle/>
          <a:p>
            <a:pPr algn="ctr"/>
            <a:endParaRPr lang="en-US" sz="900" dirty="0"/>
          </a:p>
        </p:txBody>
      </p:sp>
      <p:sp>
        <p:nvSpPr>
          <p:cNvPr id="91" name="Text Placeholder 90"/>
          <p:cNvSpPr>
            <a:spLocks noGrp="1"/>
          </p:cNvSpPr>
          <p:nvPr>
            <p:ph type="body" sz="quarter" idx="107"/>
          </p:nvPr>
        </p:nvSpPr>
        <p:spPr>
          <a:xfrm>
            <a:off x="7832488" y="2652222"/>
            <a:ext cx="744792" cy="209550"/>
          </a:xfrm>
        </p:spPr>
        <p:txBody>
          <a:bodyPr lIns="45720" rIns="45720"/>
          <a:lstStyle/>
          <a:p>
            <a:pPr algn="ctr"/>
            <a:endParaRPr lang="en-US" sz="900" dirty="0"/>
          </a:p>
        </p:txBody>
      </p:sp>
      <p:sp>
        <p:nvSpPr>
          <p:cNvPr id="92" name="Text Placeholder 91"/>
          <p:cNvSpPr>
            <a:spLocks noGrp="1"/>
          </p:cNvSpPr>
          <p:nvPr>
            <p:ph type="body" sz="quarter" idx="108"/>
          </p:nvPr>
        </p:nvSpPr>
        <p:spPr/>
        <p:txBody>
          <a:bodyPr lIns="45720" rIns="45720"/>
          <a:lstStyle/>
          <a:p>
            <a:pPr algn="ctr"/>
            <a:r>
              <a:rPr lang="en-US" dirty="0"/>
              <a:t>N/A</a:t>
            </a:r>
          </a:p>
        </p:txBody>
      </p:sp>
      <p:sp>
        <p:nvSpPr>
          <p:cNvPr id="93" name="Text Placeholder 92"/>
          <p:cNvSpPr>
            <a:spLocks noGrp="1"/>
          </p:cNvSpPr>
          <p:nvPr>
            <p:ph type="body" sz="quarter" idx="109"/>
          </p:nvPr>
        </p:nvSpPr>
        <p:spPr/>
        <p:txBody>
          <a:bodyPr lIns="45720" rIns="45720"/>
          <a:lstStyle/>
          <a:p>
            <a:pPr algn="ctr"/>
            <a:endParaRPr lang="en-US" dirty="0"/>
          </a:p>
        </p:txBody>
      </p:sp>
      <p:sp>
        <p:nvSpPr>
          <p:cNvPr id="94" name="Text Placeholder 93"/>
          <p:cNvSpPr>
            <a:spLocks noGrp="1"/>
          </p:cNvSpPr>
          <p:nvPr>
            <p:ph type="body" sz="quarter" idx="110"/>
          </p:nvPr>
        </p:nvSpPr>
        <p:spPr/>
        <p:txBody>
          <a:bodyPr lIns="45720" rIns="45720"/>
          <a:lstStyle/>
          <a:p>
            <a:pPr algn="ctr"/>
            <a:endParaRPr lang="en-US" dirty="0"/>
          </a:p>
        </p:txBody>
      </p:sp>
      <p:sp>
        <p:nvSpPr>
          <p:cNvPr id="95" name="Text Placeholder 94"/>
          <p:cNvSpPr>
            <a:spLocks noGrp="1"/>
          </p:cNvSpPr>
          <p:nvPr>
            <p:ph type="body" sz="quarter" idx="111"/>
          </p:nvPr>
        </p:nvSpPr>
        <p:spPr/>
        <p:txBody>
          <a:bodyPr lIns="45720" rIns="45720"/>
          <a:lstStyle/>
          <a:p>
            <a:endParaRPr lang="en-US" b="1" dirty="0">
              <a:solidFill>
                <a:srgbClr val="FF0000"/>
              </a:solidFill>
            </a:endParaRPr>
          </a:p>
        </p:txBody>
      </p:sp>
    </p:spTree>
    <p:extLst>
      <p:ext uri="{BB962C8B-B14F-4D97-AF65-F5344CB8AC3E}">
        <p14:creationId xmlns:p14="http://schemas.microsoft.com/office/powerpoint/2010/main" val="142407359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37"/>
          </p:nvPr>
        </p:nvSpPr>
        <p:spPr/>
        <p:txBody>
          <a:bodyPr/>
          <a:lstStyle/>
          <a:p>
            <a:endParaRPr lang="en-US" dirty="0"/>
          </a:p>
        </p:txBody>
      </p:sp>
      <p:sp>
        <p:nvSpPr>
          <p:cNvPr id="3" name="Text Placeholder 2"/>
          <p:cNvSpPr>
            <a:spLocks noGrp="1"/>
          </p:cNvSpPr>
          <p:nvPr>
            <p:ph type="body" sz="quarter" idx="47"/>
          </p:nvPr>
        </p:nvSpPr>
        <p:spPr/>
        <p:txBody>
          <a:bodyPr/>
          <a:lstStyle/>
          <a:p>
            <a:r>
              <a:rPr lang="en-US" dirty="0"/>
              <a:t>Ryan Bednar</a:t>
            </a:r>
          </a:p>
        </p:txBody>
      </p:sp>
      <p:sp>
        <p:nvSpPr>
          <p:cNvPr id="4" name="Text Placeholder 3"/>
          <p:cNvSpPr>
            <a:spLocks noGrp="1"/>
          </p:cNvSpPr>
          <p:nvPr>
            <p:ph type="body" sz="quarter" idx="49"/>
          </p:nvPr>
        </p:nvSpPr>
        <p:spPr/>
        <p:txBody>
          <a:bodyPr/>
          <a:lstStyle/>
          <a:p>
            <a:r>
              <a:rPr lang="en-US" dirty="0"/>
              <a:t>8/28/2024</a:t>
            </a:r>
          </a:p>
        </p:txBody>
      </p:sp>
      <p:sp>
        <p:nvSpPr>
          <p:cNvPr id="5" name="Text Placeholder 4"/>
          <p:cNvSpPr>
            <a:spLocks noGrp="1"/>
          </p:cNvSpPr>
          <p:nvPr>
            <p:ph type="body" sz="quarter" idx="50"/>
          </p:nvPr>
        </p:nvSpPr>
        <p:spPr/>
        <p:txBody>
          <a:bodyPr/>
          <a:lstStyle/>
          <a:p>
            <a:endParaRPr lang="en-US" dirty="0"/>
          </a:p>
        </p:txBody>
      </p:sp>
      <p:sp>
        <p:nvSpPr>
          <p:cNvPr id="6" name="Text Placeholder 5"/>
          <p:cNvSpPr>
            <a:spLocks noGrp="1"/>
          </p:cNvSpPr>
          <p:nvPr>
            <p:ph type="body" sz="quarter" idx="51"/>
          </p:nvPr>
        </p:nvSpPr>
        <p:spPr/>
        <p:txBody>
          <a:bodyPr/>
          <a:lstStyle/>
          <a:p>
            <a:r>
              <a:rPr lang="en-US" dirty="0"/>
              <a:t>Michael Clayton</a:t>
            </a:r>
          </a:p>
        </p:txBody>
      </p:sp>
      <p:sp>
        <p:nvSpPr>
          <p:cNvPr id="7" name="Text Placeholder 6"/>
          <p:cNvSpPr>
            <a:spLocks noGrp="1"/>
          </p:cNvSpPr>
          <p:nvPr>
            <p:ph type="body" sz="quarter" idx="53"/>
          </p:nvPr>
        </p:nvSpPr>
        <p:spPr/>
        <p:txBody>
          <a:bodyPr/>
          <a:lstStyle/>
          <a:p>
            <a:r>
              <a:rPr lang="en-US" dirty="0"/>
              <a:t>8/28/2024</a:t>
            </a:r>
          </a:p>
        </p:txBody>
      </p:sp>
      <p:sp>
        <p:nvSpPr>
          <p:cNvPr id="8" name="Text Placeholder 7"/>
          <p:cNvSpPr>
            <a:spLocks noGrp="1"/>
          </p:cNvSpPr>
          <p:nvPr>
            <p:ph type="body" sz="quarter" idx="54"/>
          </p:nvPr>
        </p:nvSpPr>
        <p:spPr/>
        <p:txBody>
          <a:bodyPr/>
          <a:lstStyle/>
          <a:p>
            <a:endParaRPr lang="en-US" dirty="0"/>
          </a:p>
        </p:txBody>
      </p:sp>
      <p:sp>
        <p:nvSpPr>
          <p:cNvPr id="9" name="Text Placeholder 8"/>
          <p:cNvSpPr>
            <a:spLocks noGrp="1"/>
          </p:cNvSpPr>
          <p:nvPr>
            <p:ph type="body" sz="quarter" idx="55"/>
          </p:nvPr>
        </p:nvSpPr>
        <p:spPr/>
        <p:txBody>
          <a:bodyPr/>
          <a:lstStyle/>
          <a:p>
            <a:endParaRPr lang="en-US" dirty="0"/>
          </a:p>
        </p:txBody>
      </p:sp>
      <p:sp>
        <p:nvSpPr>
          <p:cNvPr id="10" name="Text Placeholder 9"/>
          <p:cNvSpPr>
            <a:spLocks noGrp="1"/>
          </p:cNvSpPr>
          <p:nvPr>
            <p:ph type="body" sz="quarter" idx="57"/>
          </p:nvPr>
        </p:nvSpPr>
        <p:spPr/>
        <p:txBody>
          <a:bodyPr/>
          <a:lstStyle/>
          <a:p>
            <a:endParaRPr lang="en-US" dirty="0"/>
          </a:p>
        </p:txBody>
      </p:sp>
      <p:sp>
        <p:nvSpPr>
          <p:cNvPr id="11" name="Text Placeholder 10"/>
          <p:cNvSpPr>
            <a:spLocks noGrp="1"/>
          </p:cNvSpPr>
          <p:nvPr>
            <p:ph type="body" sz="quarter" idx="58"/>
          </p:nvPr>
        </p:nvSpPr>
        <p:spPr/>
        <p:txBody>
          <a:bodyPr/>
          <a:lstStyle/>
          <a:p>
            <a:endParaRPr lang="en-US" dirty="0"/>
          </a:p>
        </p:txBody>
      </p:sp>
      <p:sp>
        <p:nvSpPr>
          <p:cNvPr id="12" name="Text Placeholder 11"/>
          <p:cNvSpPr>
            <a:spLocks noGrp="1"/>
          </p:cNvSpPr>
          <p:nvPr>
            <p:ph type="body" sz="quarter" idx="59"/>
          </p:nvPr>
        </p:nvSpPr>
        <p:spPr/>
        <p:txBody>
          <a:bodyPr/>
          <a:lstStyle/>
          <a:p>
            <a:endParaRPr lang="en-US" dirty="0"/>
          </a:p>
        </p:txBody>
      </p:sp>
      <p:sp>
        <p:nvSpPr>
          <p:cNvPr id="13" name="Text Placeholder 12"/>
          <p:cNvSpPr>
            <a:spLocks noGrp="1"/>
          </p:cNvSpPr>
          <p:nvPr>
            <p:ph type="body" sz="quarter" idx="61"/>
          </p:nvPr>
        </p:nvSpPr>
        <p:spPr>
          <a:xfrm>
            <a:off x="2665277" y="2446278"/>
            <a:ext cx="778678" cy="237241"/>
          </a:xfrm>
        </p:spPr>
        <p:txBody>
          <a:bodyPr/>
          <a:lstStyle/>
          <a:p>
            <a:endParaRPr lang="en-US" dirty="0"/>
          </a:p>
        </p:txBody>
      </p:sp>
      <p:sp>
        <p:nvSpPr>
          <p:cNvPr id="14" name="Text Placeholder 13"/>
          <p:cNvSpPr>
            <a:spLocks noGrp="1"/>
          </p:cNvSpPr>
          <p:nvPr>
            <p:ph type="body" sz="quarter" idx="63"/>
          </p:nvPr>
        </p:nvSpPr>
        <p:spPr/>
        <p:txBody>
          <a:bodyPr/>
          <a:lstStyle/>
          <a:p>
            <a:endParaRPr lang="en-US" dirty="0"/>
          </a:p>
        </p:txBody>
      </p:sp>
      <p:sp>
        <p:nvSpPr>
          <p:cNvPr id="15" name="Text Placeholder 14"/>
          <p:cNvSpPr>
            <a:spLocks noGrp="1"/>
          </p:cNvSpPr>
          <p:nvPr>
            <p:ph type="body" sz="quarter" idx="65"/>
          </p:nvPr>
        </p:nvSpPr>
        <p:spPr/>
        <p:txBody>
          <a:bodyPr/>
          <a:lstStyle/>
          <a:p>
            <a:endParaRPr lang="en-US" dirty="0"/>
          </a:p>
        </p:txBody>
      </p:sp>
      <p:sp>
        <p:nvSpPr>
          <p:cNvPr id="16" name="Text Placeholder 15"/>
          <p:cNvSpPr>
            <a:spLocks noGrp="1"/>
          </p:cNvSpPr>
          <p:nvPr>
            <p:ph type="body" sz="quarter" idx="66"/>
          </p:nvPr>
        </p:nvSpPr>
        <p:spPr/>
        <p:txBody>
          <a:bodyPr/>
          <a:lstStyle/>
          <a:p>
            <a:endParaRPr lang="en-US" dirty="0"/>
          </a:p>
        </p:txBody>
      </p:sp>
      <p:sp>
        <p:nvSpPr>
          <p:cNvPr id="17" name="Text Placeholder 16"/>
          <p:cNvSpPr>
            <a:spLocks noGrp="1"/>
          </p:cNvSpPr>
          <p:nvPr>
            <p:ph type="body" sz="quarter" idx="67"/>
          </p:nvPr>
        </p:nvSpPr>
        <p:spPr/>
        <p:txBody>
          <a:bodyPr/>
          <a:lstStyle/>
          <a:p>
            <a:endParaRPr lang="en-US" dirty="0"/>
          </a:p>
        </p:txBody>
      </p:sp>
      <p:sp>
        <p:nvSpPr>
          <p:cNvPr id="18" name="Text Placeholder 17"/>
          <p:cNvSpPr>
            <a:spLocks noGrp="1"/>
          </p:cNvSpPr>
          <p:nvPr>
            <p:ph type="body" sz="quarter" idx="69"/>
          </p:nvPr>
        </p:nvSpPr>
        <p:spPr/>
        <p:txBody>
          <a:bodyPr/>
          <a:lstStyle/>
          <a:p>
            <a:endParaRPr lang="en-US" dirty="0"/>
          </a:p>
        </p:txBody>
      </p:sp>
      <p:sp>
        <p:nvSpPr>
          <p:cNvPr id="19" name="Text Placeholder 18"/>
          <p:cNvSpPr>
            <a:spLocks noGrp="1"/>
          </p:cNvSpPr>
          <p:nvPr>
            <p:ph type="body" sz="quarter" idx="70"/>
          </p:nvPr>
        </p:nvSpPr>
        <p:spPr/>
        <p:txBody>
          <a:bodyPr/>
          <a:lstStyle/>
          <a:p>
            <a:endParaRPr lang="en-US" dirty="0"/>
          </a:p>
        </p:txBody>
      </p:sp>
      <p:sp>
        <p:nvSpPr>
          <p:cNvPr id="20" name="Text Placeholder 19"/>
          <p:cNvSpPr>
            <a:spLocks noGrp="1"/>
          </p:cNvSpPr>
          <p:nvPr>
            <p:ph type="body" sz="quarter" idx="71"/>
          </p:nvPr>
        </p:nvSpPr>
        <p:spPr/>
        <p:txBody>
          <a:bodyPr/>
          <a:lstStyle/>
          <a:p>
            <a:endParaRPr lang="en-US" dirty="0"/>
          </a:p>
        </p:txBody>
      </p:sp>
      <p:sp>
        <p:nvSpPr>
          <p:cNvPr id="21" name="Text Placeholder 20"/>
          <p:cNvSpPr>
            <a:spLocks noGrp="1"/>
          </p:cNvSpPr>
          <p:nvPr>
            <p:ph type="body" sz="quarter" idx="73"/>
          </p:nvPr>
        </p:nvSpPr>
        <p:spPr/>
        <p:txBody>
          <a:bodyPr/>
          <a:lstStyle/>
          <a:p>
            <a:endParaRPr lang="en-US" dirty="0"/>
          </a:p>
        </p:txBody>
      </p:sp>
      <p:sp>
        <p:nvSpPr>
          <p:cNvPr id="22" name="Text Placeholder 21"/>
          <p:cNvSpPr>
            <a:spLocks noGrp="1"/>
          </p:cNvSpPr>
          <p:nvPr>
            <p:ph type="body" sz="quarter" idx="74"/>
          </p:nvPr>
        </p:nvSpPr>
        <p:spPr/>
        <p:txBody>
          <a:bodyPr/>
          <a:lstStyle/>
          <a:p>
            <a:endParaRPr lang="en-US" dirty="0"/>
          </a:p>
        </p:txBody>
      </p:sp>
      <p:sp>
        <p:nvSpPr>
          <p:cNvPr id="23" name="Text Placeholder 22"/>
          <p:cNvSpPr>
            <a:spLocks noGrp="1"/>
          </p:cNvSpPr>
          <p:nvPr>
            <p:ph type="body" sz="quarter" idx="75"/>
          </p:nvPr>
        </p:nvSpPr>
        <p:spPr/>
        <p:txBody>
          <a:bodyPr/>
          <a:lstStyle/>
          <a:p>
            <a:endParaRPr lang="en-US" dirty="0"/>
          </a:p>
        </p:txBody>
      </p:sp>
      <p:sp>
        <p:nvSpPr>
          <p:cNvPr id="24" name="Text Placeholder 23"/>
          <p:cNvSpPr>
            <a:spLocks noGrp="1"/>
          </p:cNvSpPr>
          <p:nvPr>
            <p:ph type="body" sz="quarter" idx="76"/>
          </p:nvPr>
        </p:nvSpPr>
        <p:spPr/>
        <p:txBody>
          <a:bodyPr/>
          <a:lstStyle/>
          <a:p>
            <a:endParaRPr lang="en-US" dirty="0"/>
          </a:p>
        </p:txBody>
      </p:sp>
      <p:sp>
        <p:nvSpPr>
          <p:cNvPr id="25" name="Text Placeholder 24"/>
          <p:cNvSpPr>
            <a:spLocks noGrp="1"/>
          </p:cNvSpPr>
          <p:nvPr>
            <p:ph type="body" sz="quarter" idx="77"/>
          </p:nvPr>
        </p:nvSpPr>
        <p:spPr/>
        <p:txBody>
          <a:bodyPr/>
          <a:lstStyle/>
          <a:p>
            <a:endParaRPr lang="en-US" dirty="0"/>
          </a:p>
        </p:txBody>
      </p:sp>
      <p:sp>
        <p:nvSpPr>
          <p:cNvPr id="26" name="Text Placeholder 25"/>
          <p:cNvSpPr>
            <a:spLocks noGrp="1"/>
          </p:cNvSpPr>
          <p:nvPr>
            <p:ph type="body" sz="quarter" idx="78"/>
          </p:nvPr>
        </p:nvSpPr>
        <p:spPr/>
        <p:txBody>
          <a:bodyPr/>
          <a:lstStyle/>
          <a:p>
            <a:endParaRPr lang="en-US" dirty="0"/>
          </a:p>
        </p:txBody>
      </p:sp>
      <p:sp>
        <p:nvSpPr>
          <p:cNvPr id="27" name="Text Placeholder 26"/>
          <p:cNvSpPr>
            <a:spLocks noGrp="1"/>
          </p:cNvSpPr>
          <p:nvPr>
            <p:ph type="body" sz="quarter" idx="79"/>
          </p:nvPr>
        </p:nvSpPr>
        <p:spPr/>
        <p:txBody>
          <a:bodyPr/>
          <a:lstStyle/>
          <a:p>
            <a:endParaRPr lang="en-US" dirty="0"/>
          </a:p>
        </p:txBody>
      </p:sp>
      <p:sp>
        <p:nvSpPr>
          <p:cNvPr id="28" name="Text Placeholder 27"/>
          <p:cNvSpPr>
            <a:spLocks noGrp="1"/>
          </p:cNvSpPr>
          <p:nvPr>
            <p:ph type="body" sz="quarter" idx="80"/>
          </p:nvPr>
        </p:nvSpPr>
        <p:spPr/>
        <p:txBody>
          <a:bodyPr/>
          <a:lstStyle/>
          <a:p>
            <a:endParaRPr lang="en-US" dirty="0"/>
          </a:p>
        </p:txBody>
      </p:sp>
      <p:sp>
        <p:nvSpPr>
          <p:cNvPr id="29" name="Text Placeholder 28"/>
          <p:cNvSpPr>
            <a:spLocks noGrp="1"/>
          </p:cNvSpPr>
          <p:nvPr>
            <p:ph type="body" sz="quarter" idx="81"/>
          </p:nvPr>
        </p:nvSpPr>
        <p:spPr/>
        <p:txBody>
          <a:bodyPr/>
          <a:lstStyle/>
          <a:p>
            <a:endParaRPr lang="en-US" dirty="0"/>
          </a:p>
        </p:txBody>
      </p:sp>
      <p:sp>
        <p:nvSpPr>
          <p:cNvPr id="30" name="Text Placeholder 29"/>
          <p:cNvSpPr>
            <a:spLocks noGrp="1"/>
          </p:cNvSpPr>
          <p:nvPr>
            <p:ph type="body" sz="quarter" idx="82"/>
          </p:nvPr>
        </p:nvSpPr>
        <p:spPr/>
        <p:txBody>
          <a:bodyPr/>
          <a:lstStyle/>
          <a:p>
            <a:endParaRPr lang="en-US" dirty="0"/>
          </a:p>
        </p:txBody>
      </p:sp>
      <p:sp>
        <p:nvSpPr>
          <p:cNvPr id="31" name="Text Placeholder 30"/>
          <p:cNvSpPr>
            <a:spLocks noGrp="1"/>
          </p:cNvSpPr>
          <p:nvPr>
            <p:ph type="body" sz="quarter" idx="83"/>
          </p:nvPr>
        </p:nvSpPr>
        <p:spPr/>
        <p:txBody>
          <a:bodyPr/>
          <a:lstStyle/>
          <a:p>
            <a:endParaRPr lang="en-US" dirty="0"/>
          </a:p>
        </p:txBody>
      </p:sp>
      <p:sp>
        <p:nvSpPr>
          <p:cNvPr id="32" name="Text Placeholder 31"/>
          <p:cNvSpPr>
            <a:spLocks noGrp="1"/>
          </p:cNvSpPr>
          <p:nvPr>
            <p:ph type="body" sz="quarter" idx="84"/>
          </p:nvPr>
        </p:nvSpPr>
        <p:spPr/>
        <p:txBody>
          <a:bodyPr/>
          <a:lstStyle/>
          <a:p>
            <a:endParaRPr lang="en-US" dirty="0"/>
          </a:p>
        </p:txBody>
      </p:sp>
      <p:sp>
        <p:nvSpPr>
          <p:cNvPr id="33" name="Text Placeholder 32"/>
          <p:cNvSpPr>
            <a:spLocks noGrp="1"/>
          </p:cNvSpPr>
          <p:nvPr>
            <p:ph type="body" sz="quarter" idx="85"/>
          </p:nvPr>
        </p:nvSpPr>
        <p:spPr/>
        <p:txBody>
          <a:bodyPr/>
          <a:lstStyle/>
          <a:p>
            <a:endParaRPr lang="en-US" dirty="0"/>
          </a:p>
        </p:txBody>
      </p:sp>
      <p:sp>
        <p:nvSpPr>
          <p:cNvPr id="34" name="Text Placeholder 33"/>
          <p:cNvSpPr>
            <a:spLocks noGrp="1"/>
          </p:cNvSpPr>
          <p:nvPr>
            <p:ph type="body" sz="quarter" idx="86"/>
          </p:nvPr>
        </p:nvSpPr>
        <p:spPr/>
        <p:txBody>
          <a:bodyPr/>
          <a:lstStyle/>
          <a:p>
            <a:endParaRPr lang="en-US" dirty="0"/>
          </a:p>
        </p:txBody>
      </p:sp>
      <p:sp>
        <p:nvSpPr>
          <p:cNvPr id="35" name="Text Placeholder 34"/>
          <p:cNvSpPr>
            <a:spLocks noGrp="1"/>
          </p:cNvSpPr>
          <p:nvPr>
            <p:ph type="body" sz="quarter" idx="87"/>
          </p:nvPr>
        </p:nvSpPr>
        <p:spPr>
          <a:xfrm>
            <a:off x="248150" y="4919579"/>
            <a:ext cx="1136269" cy="237241"/>
          </a:xfrm>
        </p:spPr>
        <p:txBody>
          <a:bodyPr/>
          <a:lstStyle/>
          <a:p>
            <a:endParaRPr lang="en-US" dirty="0"/>
          </a:p>
        </p:txBody>
      </p:sp>
      <p:sp>
        <p:nvSpPr>
          <p:cNvPr id="36" name="Text Placeholder 35"/>
          <p:cNvSpPr>
            <a:spLocks noGrp="1"/>
          </p:cNvSpPr>
          <p:nvPr>
            <p:ph type="body" sz="quarter" idx="88"/>
          </p:nvPr>
        </p:nvSpPr>
        <p:spPr/>
        <p:txBody>
          <a:bodyPr/>
          <a:lstStyle/>
          <a:p>
            <a:endParaRPr lang="en-US" dirty="0"/>
          </a:p>
        </p:txBody>
      </p:sp>
      <p:sp>
        <p:nvSpPr>
          <p:cNvPr id="37" name="Text Placeholder 36"/>
          <p:cNvSpPr>
            <a:spLocks noGrp="1"/>
          </p:cNvSpPr>
          <p:nvPr>
            <p:ph type="body" sz="quarter" idx="89"/>
          </p:nvPr>
        </p:nvSpPr>
        <p:spPr>
          <a:xfrm>
            <a:off x="5630517" y="4906032"/>
            <a:ext cx="3304990" cy="233204"/>
          </a:xfrm>
        </p:spPr>
        <p:txBody>
          <a:bodyPr/>
          <a:lstStyle/>
          <a:p>
            <a:endParaRPr lang="en-US" dirty="0"/>
          </a:p>
        </p:txBody>
      </p:sp>
      <p:sp>
        <p:nvSpPr>
          <p:cNvPr id="38" name="Text Placeholder 37"/>
          <p:cNvSpPr>
            <a:spLocks noGrp="1"/>
          </p:cNvSpPr>
          <p:nvPr>
            <p:ph type="body" sz="quarter" idx="90"/>
          </p:nvPr>
        </p:nvSpPr>
        <p:spPr/>
        <p:txBody>
          <a:bodyPr/>
          <a:lstStyle/>
          <a:p>
            <a:endParaRPr lang="en-US" dirty="0"/>
          </a:p>
        </p:txBody>
      </p:sp>
      <p:sp>
        <p:nvSpPr>
          <p:cNvPr id="39" name="Text Placeholder 38"/>
          <p:cNvSpPr>
            <a:spLocks noGrp="1"/>
          </p:cNvSpPr>
          <p:nvPr>
            <p:ph type="body" sz="quarter" idx="91"/>
          </p:nvPr>
        </p:nvSpPr>
        <p:spPr/>
        <p:txBody>
          <a:bodyPr/>
          <a:lstStyle/>
          <a:p>
            <a:endParaRPr lang="en-US" dirty="0"/>
          </a:p>
        </p:txBody>
      </p:sp>
      <p:sp>
        <p:nvSpPr>
          <p:cNvPr id="40" name="Text Placeholder 39"/>
          <p:cNvSpPr>
            <a:spLocks noGrp="1"/>
          </p:cNvSpPr>
          <p:nvPr>
            <p:ph type="body" sz="quarter" idx="92"/>
          </p:nvPr>
        </p:nvSpPr>
        <p:spPr>
          <a:xfrm>
            <a:off x="5621690" y="5227802"/>
            <a:ext cx="3322609" cy="233204"/>
          </a:xfrm>
        </p:spPr>
        <p:txBody>
          <a:bodyPr/>
          <a:lstStyle/>
          <a:p>
            <a:endParaRPr lang="en-US" dirty="0"/>
          </a:p>
        </p:txBody>
      </p:sp>
      <p:sp>
        <p:nvSpPr>
          <p:cNvPr id="41" name="Text Placeholder 40"/>
          <p:cNvSpPr>
            <a:spLocks noGrp="1"/>
          </p:cNvSpPr>
          <p:nvPr>
            <p:ph type="body" sz="quarter" idx="93"/>
          </p:nvPr>
        </p:nvSpPr>
        <p:spPr>
          <a:xfrm>
            <a:off x="248150" y="5534594"/>
            <a:ext cx="1136269" cy="237241"/>
          </a:xfrm>
        </p:spPr>
        <p:txBody>
          <a:bodyPr/>
          <a:lstStyle/>
          <a:p>
            <a:endParaRPr lang="en-US" dirty="0"/>
          </a:p>
        </p:txBody>
      </p:sp>
      <p:sp>
        <p:nvSpPr>
          <p:cNvPr id="42" name="Text Placeholder 41"/>
          <p:cNvSpPr>
            <a:spLocks noGrp="1"/>
          </p:cNvSpPr>
          <p:nvPr>
            <p:ph type="body" sz="quarter" idx="94"/>
          </p:nvPr>
        </p:nvSpPr>
        <p:spPr/>
        <p:txBody>
          <a:bodyPr/>
          <a:lstStyle/>
          <a:p>
            <a:endParaRPr lang="en-US" dirty="0"/>
          </a:p>
        </p:txBody>
      </p:sp>
      <p:sp>
        <p:nvSpPr>
          <p:cNvPr id="43" name="Text Placeholder 42"/>
          <p:cNvSpPr>
            <a:spLocks noGrp="1"/>
          </p:cNvSpPr>
          <p:nvPr>
            <p:ph type="body" sz="quarter" idx="95"/>
          </p:nvPr>
        </p:nvSpPr>
        <p:spPr>
          <a:xfrm>
            <a:off x="5632679" y="5544412"/>
            <a:ext cx="3337996" cy="233204"/>
          </a:xfrm>
        </p:spPr>
        <p:txBody>
          <a:bodyPr/>
          <a:lstStyle/>
          <a:p>
            <a:endParaRPr lang="en-US" dirty="0"/>
          </a:p>
        </p:txBody>
      </p:sp>
      <p:sp>
        <p:nvSpPr>
          <p:cNvPr id="44" name="Text Placeholder 43"/>
          <p:cNvSpPr>
            <a:spLocks noGrp="1"/>
          </p:cNvSpPr>
          <p:nvPr>
            <p:ph type="body" sz="quarter" idx="96"/>
          </p:nvPr>
        </p:nvSpPr>
        <p:spPr>
          <a:xfrm>
            <a:off x="246612" y="5837203"/>
            <a:ext cx="1136269" cy="237241"/>
          </a:xfrm>
        </p:spPr>
        <p:txBody>
          <a:bodyPr/>
          <a:lstStyle/>
          <a:p>
            <a:endParaRPr lang="en-US" dirty="0"/>
          </a:p>
        </p:txBody>
      </p:sp>
      <p:sp>
        <p:nvSpPr>
          <p:cNvPr id="45" name="Text Placeholder 44"/>
          <p:cNvSpPr>
            <a:spLocks noGrp="1"/>
          </p:cNvSpPr>
          <p:nvPr>
            <p:ph type="body" sz="quarter" idx="97"/>
          </p:nvPr>
        </p:nvSpPr>
        <p:spPr>
          <a:xfrm>
            <a:off x="2654947" y="5841971"/>
            <a:ext cx="778678" cy="237241"/>
          </a:xfrm>
        </p:spPr>
        <p:txBody>
          <a:bodyPr/>
          <a:lstStyle/>
          <a:p>
            <a:endParaRPr lang="en-US" dirty="0"/>
          </a:p>
        </p:txBody>
      </p:sp>
      <p:sp>
        <p:nvSpPr>
          <p:cNvPr id="46" name="Text Placeholder 45"/>
          <p:cNvSpPr>
            <a:spLocks noGrp="1"/>
          </p:cNvSpPr>
          <p:nvPr>
            <p:ph type="body" sz="quarter" idx="98"/>
          </p:nvPr>
        </p:nvSpPr>
        <p:spPr>
          <a:xfrm>
            <a:off x="5637736" y="5850763"/>
            <a:ext cx="3322609" cy="233204"/>
          </a:xfrm>
        </p:spPr>
        <p:txBody>
          <a:bodyPr/>
          <a:lstStyle/>
          <a:p>
            <a:endParaRPr lang="en-US" dirty="0"/>
          </a:p>
        </p:txBody>
      </p:sp>
      <p:sp>
        <p:nvSpPr>
          <p:cNvPr id="47" name="Text Placeholder 46"/>
          <p:cNvSpPr>
            <a:spLocks noGrp="1"/>
          </p:cNvSpPr>
          <p:nvPr>
            <p:ph type="body" sz="quarter" idx="99"/>
          </p:nvPr>
        </p:nvSpPr>
        <p:spPr>
          <a:xfrm>
            <a:off x="246612" y="6157555"/>
            <a:ext cx="1136269" cy="237241"/>
          </a:xfrm>
        </p:spPr>
        <p:txBody>
          <a:bodyPr/>
          <a:lstStyle/>
          <a:p>
            <a:endParaRPr lang="en-US" dirty="0"/>
          </a:p>
        </p:txBody>
      </p:sp>
      <p:sp>
        <p:nvSpPr>
          <p:cNvPr id="48" name="Text Placeholder 47"/>
          <p:cNvSpPr>
            <a:spLocks noGrp="1"/>
          </p:cNvSpPr>
          <p:nvPr>
            <p:ph type="body" sz="quarter" idx="100"/>
          </p:nvPr>
        </p:nvSpPr>
        <p:spPr>
          <a:xfrm>
            <a:off x="2654947" y="6157554"/>
            <a:ext cx="778678" cy="237241"/>
          </a:xfrm>
        </p:spPr>
        <p:txBody>
          <a:bodyPr/>
          <a:lstStyle/>
          <a:p>
            <a:endParaRPr lang="en-US" dirty="0"/>
          </a:p>
        </p:txBody>
      </p:sp>
      <p:sp>
        <p:nvSpPr>
          <p:cNvPr id="49" name="Text Placeholder 48"/>
          <p:cNvSpPr>
            <a:spLocks noGrp="1"/>
          </p:cNvSpPr>
          <p:nvPr>
            <p:ph type="body" sz="quarter" idx="101"/>
          </p:nvPr>
        </p:nvSpPr>
        <p:spPr>
          <a:xfrm>
            <a:off x="5622349" y="6158581"/>
            <a:ext cx="3337996" cy="233204"/>
          </a:xfrm>
        </p:spPr>
        <p:txBody>
          <a:bodyPr/>
          <a:lstStyle/>
          <a:p>
            <a:endParaRPr lang="en-US" dirty="0"/>
          </a:p>
        </p:txBody>
      </p:sp>
    </p:spTree>
    <p:extLst>
      <p:ext uri="{BB962C8B-B14F-4D97-AF65-F5344CB8AC3E}">
        <p14:creationId xmlns:p14="http://schemas.microsoft.com/office/powerpoint/2010/main" val="28502102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noChangeArrowheads="1"/>
          </p:cNvSpPr>
          <p:nvPr/>
        </p:nvSpPr>
        <p:spPr bwMode="auto">
          <a:xfrm>
            <a:off x="233363" y="701506"/>
            <a:ext cx="8353425"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r">
              <a:defRPr b="1">
                <a:solidFill>
                  <a:schemeClr val="tx1"/>
                </a:solidFill>
                <a:latin typeface="Arial" panose="020B0604020202020204" pitchFamily="34" charset="0"/>
                <a:ea typeface="ＭＳ Ｐゴシック" panose="020B0600070205080204" pitchFamily="34" charset="-128"/>
              </a:defRPr>
            </a:lvl1pPr>
            <a:lvl2pPr marL="742950" indent="-285750" algn="r">
              <a:defRPr b="1">
                <a:solidFill>
                  <a:schemeClr val="tx1"/>
                </a:solidFill>
                <a:latin typeface="Arial" panose="020B0604020202020204" pitchFamily="34" charset="0"/>
                <a:ea typeface="ＭＳ Ｐゴシック" panose="020B0600070205080204" pitchFamily="34" charset="-128"/>
              </a:defRPr>
            </a:lvl2pPr>
            <a:lvl3pPr marL="1143000" indent="-228600" algn="r">
              <a:defRPr b="1">
                <a:solidFill>
                  <a:schemeClr val="tx1"/>
                </a:solidFill>
                <a:latin typeface="Arial" panose="020B0604020202020204" pitchFamily="34" charset="0"/>
                <a:ea typeface="ＭＳ Ｐゴシック" panose="020B0600070205080204" pitchFamily="34" charset="-128"/>
              </a:defRPr>
            </a:lvl3pPr>
            <a:lvl4pPr marL="1600200" indent="-228600" algn="r">
              <a:defRPr b="1">
                <a:solidFill>
                  <a:schemeClr val="tx1"/>
                </a:solidFill>
                <a:latin typeface="Arial" panose="020B0604020202020204" pitchFamily="34" charset="0"/>
                <a:ea typeface="ＭＳ Ｐゴシック" panose="020B0600070205080204" pitchFamily="34" charset="-128"/>
              </a:defRPr>
            </a:lvl4pPr>
            <a:lvl5pPr marL="2057400" indent="-228600" algn="r">
              <a:defRPr b="1">
                <a:solidFill>
                  <a:schemeClr val="tx1"/>
                </a:solidFill>
                <a:latin typeface="Arial" panose="020B0604020202020204" pitchFamily="34" charset="0"/>
                <a:ea typeface="ＭＳ Ｐゴシック" panose="020B0600070205080204" pitchFamily="34" charset="-128"/>
              </a:defRPr>
            </a:lvl5pPr>
            <a:lvl6pPr marL="25146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6pPr>
            <a:lvl7pPr marL="29718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7pPr>
            <a:lvl8pPr marL="34290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8pPr>
            <a:lvl9pPr marL="3886200" indent="-228600" algn="r" eaLnBrk="0" fontAlgn="base" hangingPunct="0">
              <a:spcBef>
                <a:spcPct val="0"/>
              </a:spcBef>
              <a:spcAft>
                <a:spcPct val="0"/>
              </a:spcAft>
              <a:defRPr b="1">
                <a:solidFill>
                  <a:schemeClr val="tx1"/>
                </a:solidFill>
                <a:latin typeface="Arial" panose="020B0604020202020204" pitchFamily="34" charset="0"/>
                <a:ea typeface="ＭＳ Ｐゴシック" panose="020B0600070205080204" pitchFamily="34" charset="-128"/>
              </a:defRPr>
            </a:lvl9pPr>
          </a:lstStyle>
          <a:p>
            <a:pPr algn="l" eaLnBrk="1" hangingPunct="1">
              <a:buFontTx/>
              <a:buAutoNum type="alphaUcParenR"/>
            </a:pPr>
            <a:r>
              <a:rPr lang="en-US" altLang="en-US" b="0" dirty="0">
                <a:latin typeface="+mn-lt"/>
              </a:rPr>
              <a:t>Technician/s Needed to Perform Test: 1</a:t>
            </a:r>
          </a:p>
          <a:p>
            <a:pPr algn="l" eaLnBrk="1" hangingPunct="1">
              <a:buFontTx/>
              <a:buAutoNum type="alphaUcParenR"/>
            </a:pPr>
            <a:r>
              <a:rPr lang="en-US" altLang="en-US" b="0" dirty="0">
                <a:latin typeface="+mn-lt"/>
              </a:rPr>
              <a:t>Location where Test will/can be performed.</a:t>
            </a:r>
          </a:p>
          <a:p>
            <a:pPr lvl="1" algn="l" eaLnBrk="1" hangingPunct="1">
              <a:buFont typeface="Arial" panose="020B0604020202020204" pitchFamily="34" charset="0"/>
              <a:buChar char="•"/>
            </a:pPr>
            <a:r>
              <a:rPr lang="en-US" altLang="en-US" b="0" dirty="0">
                <a:latin typeface="+mn-lt"/>
              </a:rPr>
              <a:t>Lab/Room		1 - # of Days Required </a:t>
            </a:r>
          </a:p>
          <a:p>
            <a:pPr algn="l" eaLnBrk="1" hangingPunct="1">
              <a:buAutoNum type="alphaUcParenR" startAt="3"/>
            </a:pPr>
            <a:r>
              <a:rPr lang="en-US" altLang="en-US" b="0" dirty="0">
                <a:latin typeface="+mn-lt"/>
              </a:rPr>
              <a:t>Hardware Needed</a:t>
            </a:r>
          </a:p>
          <a:p>
            <a:pPr lvl="1" algn="l" eaLnBrk="1" hangingPunct="1">
              <a:buFont typeface="Arial" panose="020B0604020202020204" pitchFamily="34" charset="0"/>
              <a:buChar char="•"/>
            </a:pPr>
            <a:r>
              <a:rPr lang="en-US" altLang="en-US" b="0" dirty="0">
                <a:latin typeface="+mn-lt"/>
              </a:rPr>
              <a:t>Eve kit</a:t>
            </a:r>
          </a:p>
          <a:p>
            <a:pPr lvl="1" algn="l" eaLnBrk="1" hangingPunct="1">
              <a:buFont typeface="Arial" panose="020B0604020202020204" pitchFamily="34" charset="0"/>
              <a:buChar char="•"/>
            </a:pPr>
            <a:r>
              <a:rPr lang="en-US" altLang="en-US" b="0" dirty="0">
                <a:latin typeface="+mn-lt"/>
              </a:rPr>
              <a:t>Battery box</a:t>
            </a:r>
          </a:p>
          <a:p>
            <a:pPr lvl="1" algn="l" eaLnBrk="1" hangingPunct="1">
              <a:buFont typeface="Arial" panose="020B0604020202020204" pitchFamily="34" charset="0"/>
              <a:buChar char="•"/>
            </a:pPr>
            <a:r>
              <a:rPr lang="en-US" altLang="en-US" b="0" dirty="0">
                <a:latin typeface="+mn-lt"/>
              </a:rPr>
              <a:t>External monitor with HDMI and Power</a:t>
            </a:r>
          </a:p>
          <a:p>
            <a:pPr lvl="1" algn="l" eaLnBrk="1" hangingPunct="1">
              <a:buFont typeface="Arial" panose="020B0604020202020204" pitchFamily="34" charset="0"/>
              <a:buChar char="•"/>
            </a:pPr>
            <a:r>
              <a:rPr lang="en-US" altLang="en-US" b="0" dirty="0">
                <a:latin typeface="+mn-lt"/>
              </a:rPr>
              <a:t>Keyboard</a:t>
            </a:r>
          </a:p>
          <a:p>
            <a:pPr lvl="1" algn="l" eaLnBrk="1" hangingPunct="1">
              <a:buFont typeface="Arial" panose="020B0604020202020204" pitchFamily="34" charset="0"/>
              <a:buChar char="•"/>
            </a:pPr>
            <a:r>
              <a:rPr lang="en-US" altLang="en-US" b="0" dirty="0">
                <a:latin typeface="+mn-lt"/>
              </a:rPr>
              <a:t>USB Storage Device </a:t>
            </a:r>
          </a:p>
          <a:p>
            <a:pPr algn="l" eaLnBrk="1" hangingPunct="1">
              <a:buAutoNum type="alphaUcParenR" startAt="3"/>
            </a:pPr>
            <a:r>
              <a:rPr lang="en-US" altLang="en-US" b="0" dirty="0">
                <a:latin typeface="+mn-lt"/>
              </a:rPr>
              <a:t>Computer interface needed	</a:t>
            </a:r>
          </a:p>
          <a:p>
            <a:pPr lvl="1" algn="l" eaLnBrk="1" hangingPunct="1">
              <a:buFont typeface="Arial" panose="020B0604020202020204" pitchFamily="34" charset="0"/>
              <a:buChar char="•"/>
            </a:pPr>
            <a:r>
              <a:rPr lang="en-US" altLang="en-US" b="0" dirty="0" err="1">
                <a:latin typeface="+mn-lt"/>
              </a:rPr>
              <a:t>CANoe</a:t>
            </a:r>
            <a:endParaRPr lang="en-US" altLang="en-US" b="0" dirty="0">
              <a:latin typeface="+mn-lt"/>
            </a:endParaRPr>
          </a:p>
          <a:p>
            <a:pPr lvl="1" algn="l" eaLnBrk="1" hangingPunct="1">
              <a:buFont typeface="Arial" panose="020B0604020202020204" pitchFamily="34" charset="0"/>
              <a:buChar char="•"/>
            </a:pPr>
            <a:r>
              <a:rPr lang="en-US" altLang="en-US" b="0" dirty="0" err="1">
                <a:latin typeface="+mn-lt"/>
              </a:rPr>
              <a:t>CANape</a:t>
            </a:r>
            <a:endParaRPr lang="en-US" altLang="en-US" b="0" dirty="0">
              <a:latin typeface="+mn-lt"/>
            </a:endParaRPr>
          </a:p>
          <a:p>
            <a:pPr lvl="1" algn="l" eaLnBrk="1" hangingPunct="1">
              <a:buFont typeface="Arial" panose="020B0604020202020204" pitchFamily="34" charset="0"/>
              <a:buChar char="•"/>
            </a:pPr>
            <a:r>
              <a:rPr lang="en-US" altLang="en-US" b="0" dirty="0">
                <a:latin typeface="+mn-lt"/>
              </a:rPr>
              <a:t>Vector Hardware Configurator</a:t>
            </a:r>
          </a:p>
          <a:p>
            <a:pPr lvl="1" algn="l" eaLnBrk="1" hangingPunct="1">
              <a:buFont typeface="Arial" panose="020B0604020202020204" pitchFamily="34" charset="0"/>
              <a:buChar char="•"/>
            </a:pPr>
            <a:r>
              <a:rPr lang="en-US" altLang="en-US" b="0" dirty="0">
                <a:latin typeface="+mn-lt"/>
              </a:rPr>
              <a:t>Vector Hardware Manager </a:t>
            </a:r>
          </a:p>
          <a:p>
            <a:pPr lvl="1" algn="l" eaLnBrk="1" hangingPunct="1">
              <a:buFont typeface="Arial" panose="020B0604020202020204" pitchFamily="34" charset="0"/>
              <a:buChar char="•"/>
            </a:pPr>
            <a:r>
              <a:rPr lang="en-US" altLang="en-US" b="0" dirty="0">
                <a:latin typeface="+mn-lt"/>
              </a:rPr>
              <a:t>Google Chrome </a:t>
            </a:r>
          </a:p>
        </p:txBody>
      </p:sp>
    </p:spTree>
    <p:extLst>
      <p:ext uri="{BB962C8B-B14F-4D97-AF65-F5344CB8AC3E}">
        <p14:creationId xmlns:p14="http://schemas.microsoft.com/office/powerpoint/2010/main" val="9678313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type="body" sz="quarter" idx="11"/>
          </p:nvPr>
        </p:nvSpPr>
        <p:spPr/>
        <p:txBody>
          <a:bodyPr/>
          <a:lstStyle/>
          <a:p>
            <a:r>
              <a:rPr lang="en-US" dirty="0"/>
              <a:t>Basic Setup </a:t>
            </a:r>
          </a:p>
        </p:txBody>
      </p:sp>
      <p:graphicFrame>
        <p:nvGraphicFramePr>
          <p:cNvPr id="5" name="Table Placeholder 4"/>
          <p:cNvGraphicFramePr>
            <a:graphicFrameLocks/>
          </p:cNvGraphicFramePr>
          <p:nvPr>
            <p:extLst>
              <p:ext uri="{D42A27DB-BD31-4B8C-83A1-F6EECF244321}">
                <p14:modId xmlns:p14="http://schemas.microsoft.com/office/powerpoint/2010/main" val="2193547938"/>
              </p:ext>
            </p:extLst>
          </p:nvPr>
        </p:nvGraphicFramePr>
        <p:xfrm>
          <a:off x="255072" y="1241645"/>
          <a:ext cx="8431213" cy="2629037"/>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Contact ADAS team to acquire all the necessary items needed to complete the software installation</a:t>
                      </a:r>
                      <a:endParaRPr lang="en-US" sz="1600" dirty="0">
                        <a:solidFill>
                          <a:schemeClr val="tx1"/>
                        </a:solidFill>
                      </a:endParaRPr>
                    </a:p>
                  </a:txBody>
                  <a:tcPr marL="91443" marR="91443" marT="45734" marB="45734"/>
                </a:tc>
                <a:extLst>
                  <a:ext uri="{0D108BD9-81ED-4DB2-BD59-A6C34878D82A}">
                    <a16:rowId xmlns:a16="http://schemas.microsoft.com/office/drawing/2014/main" val="10001"/>
                  </a:ext>
                </a:extLst>
              </a:tr>
              <a:tr h="1684101">
                <a:tc>
                  <a:txBody>
                    <a:bodyPr/>
                    <a:lstStyle/>
                    <a:p>
                      <a:pPr algn="ctr"/>
                      <a:r>
                        <a:rPr lang="en-US" sz="1800" dirty="0"/>
                        <a:t>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Download “New Eve Software”</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dirty="0">
                          <a:solidFill>
                            <a:schemeClr val="tx1"/>
                          </a:solidFill>
                        </a:rPr>
                        <a:t>This can be found on Box </a:t>
                      </a:r>
                      <a:r>
                        <a:rPr lang="en-US" sz="1600" dirty="0">
                          <a:solidFill>
                            <a:schemeClr val="tx1"/>
                          </a:solidFill>
                          <a:hlinkClick r:id="rId2"/>
                        </a:rPr>
                        <a:t>https://nissan-usa.app.box.com/folder/287207437413?s=onrog3vgklgdjttm8c3rjm1cdx400h1e</a:t>
                      </a:r>
                      <a:r>
                        <a:rPr lang="en-US" sz="1600" dirty="0">
                          <a:solidFill>
                            <a:schemeClr val="tx1"/>
                          </a:solidFill>
                        </a:rPr>
                        <a:t>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600" dirty="0">
                          <a:solidFill>
                            <a:schemeClr val="tx1"/>
                          </a:solidFill>
                        </a:rPr>
                        <a:t>If you are unable to download the folder, a team member will be able to assist (Photo # 1)</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1" name="Text Placeholder 10">
            <a:extLst>
              <a:ext uri="{FF2B5EF4-FFF2-40B4-BE49-F238E27FC236}">
                <a16:creationId xmlns:a16="http://schemas.microsoft.com/office/drawing/2014/main" id="{85528B74-3C72-07A0-D149-F65A8A3A5DDF}"/>
              </a:ext>
            </a:extLst>
          </p:cNvPr>
          <p:cNvSpPr>
            <a:spLocks noGrp="1"/>
          </p:cNvSpPr>
          <p:nvPr>
            <p:ph type="body" sz="quarter" idx="10"/>
          </p:nvPr>
        </p:nvSpPr>
        <p:spPr/>
        <p:txBody>
          <a:bodyPr/>
          <a:lstStyle/>
          <a:p>
            <a:r>
              <a:rPr lang="en-US" dirty="0"/>
              <a:t>60</a:t>
            </a:r>
          </a:p>
        </p:txBody>
      </p:sp>
      <p:pic>
        <p:nvPicPr>
          <p:cNvPr id="3" name="Picture 2">
            <a:extLst>
              <a:ext uri="{FF2B5EF4-FFF2-40B4-BE49-F238E27FC236}">
                <a16:creationId xmlns:a16="http://schemas.microsoft.com/office/drawing/2014/main" id="{1BA60936-286B-7F49-CE8E-F1479C0BD29E}"/>
              </a:ext>
            </a:extLst>
          </p:cNvPr>
          <p:cNvPicPr>
            <a:picLocks noChangeAspect="1"/>
          </p:cNvPicPr>
          <p:nvPr/>
        </p:nvPicPr>
        <p:blipFill>
          <a:blip r:embed="rId3"/>
          <a:stretch>
            <a:fillRect/>
          </a:stretch>
        </p:blipFill>
        <p:spPr>
          <a:xfrm>
            <a:off x="1233996" y="3870682"/>
            <a:ext cx="6676008" cy="2519624"/>
          </a:xfrm>
          <a:prstGeom prst="rect">
            <a:avLst/>
          </a:prstGeom>
        </p:spPr>
      </p:pic>
      <p:sp>
        <p:nvSpPr>
          <p:cNvPr id="10" name="TextBox 9">
            <a:extLst>
              <a:ext uri="{FF2B5EF4-FFF2-40B4-BE49-F238E27FC236}">
                <a16:creationId xmlns:a16="http://schemas.microsoft.com/office/drawing/2014/main" id="{B8493076-3427-3997-A182-D157AE05325F}"/>
              </a:ext>
            </a:extLst>
          </p:cNvPr>
          <p:cNvSpPr txBox="1"/>
          <p:nvPr/>
        </p:nvSpPr>
        <p:spPr>
          <a:xfrm>
            <a:off x="7434371" y="5833006"/>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1</a:t>
            </a:r>
          </a:p>
        </p:txBody>
      </p:sp>
    </p:spTree>
    <p:extLst>
      <p:ext uri="{BB962C8B-B14F-4D97-AF65-F5344CB8AC3E}">
        <p14:creationId xmlns:p14="http://schemas.microsoft.com/office/powerpoint/2010/main" val="18171152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5</a:t>
            </a:r>
          </a:p>
        </p:txBody>
      </p:sp>
      <p:sp>
        <p:nvSpPr>
          <p:cNvPr id="13" name="Text Placeholder 12"/>
          <p:cNvSpPr>
            <a:spLocks noGrp="1"/>
          </p:cNvSpPr>
          <p:nvPr>
            <p:ph type="body" sz="quarter" idx="11"/>
          </p:nvPr>
        </p:nvSpPr>
        <p:spPr/>
        <p:txBody>
          <a:bodyPr/>
          <a:lstStyle/>
          <a:p>
            <a:r>
              <a:rPr lang="en-US" dirty="0"/>
              <a:t>Basic Setup </a:t>
            </a:r>
          </a:p>
        </p:txBody>
      </p:sp>
      <p:graphicFrame>
        <p:nvGraphicFramePr>
          <p:cNvPr id="5" name="Table Placeholder 4"/>
          <p:cNvGraphicFramePr>
            <a:graphicFrameLocks/>
          </p:cNvGraphicFramePr>
          <p:nvPr>
            <p:extLst>
              <p:ext uri="{D42A27DB-BD31-4B8C-83A1-F6EECF244321}">
                <p14:modId xmlns:p14="http://schemas.microsoft.com/office/powerpoint/2010/main" val="4286085798"/>
              </p:ext>
            </p:extLst>
          </p:nvPr>
        </p:nvGraphicFramePr>
        <p:xfrm>
          <a:off x="255072" y="1241645"/>
          <a:ext cx="8431213" cy="2807279"/>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Plug in battery Anderson connector to Anderson connector on the lower right of the Eve Kit. (Photo # 2)</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Plug in monitor to HDMI slot on patch panel and any monitor power to USB slot. (Photo #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Plug in keyboard and storage device into USB slot on patch panel. (Photo # 4)</a:t>
                      </a:r>
                      <a:endParaRPr lang="en-US" sz="1600" dirty="0"/>
                    </a:p>
                  </a:txBody>
                  <a:tcPr marL="91443" marR="91443" marT="45734" marB="45734"/>
                </a:tc>
                <a:extLst>
                  <a:ext uri="{0D108BD9-81ED-4DB2-BD59-A6C34878D82A}">
                    <a16:rowId xmlns:a16="http://schemas.microsoft.com/office/drawing/2014/main" val="10001"/>
                  </a:ext>
                </a:extLst>
              </a:tr>
              <a:tr h="886983">
                <a:tc>
                  <a:txBody>
                    <a:bodyPr/>
                    <a:lstStyle/>
                    <a:p>
                      <a:pPr algn="ctr"/>
                      <a:r>
                        <a:rPr lang="en-US" sz="1800" dirty="0"/>
                        <a:t>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Turn battery on. (Photo #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Turn Main power rocker on and wait 2-3 seconds. (Photo #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Turn PC power rocker on. (Photo # 4)</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7" name="Picture 6" descr="A black box with a red button&#10;&#10;Description automatically generated">
            <a:extLst>
              <a:ext uri="{FF2B5EF4-FFF2-40B4-BE49-F238E27FC236}">
                <a16:creationId xmlns:a16="http://schemas.microsoft.com/office/drawing/2014/main" id="{CD1B16E9-BF14-1D95-3179-3D00C5C895E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9318" t="25306" r="19463" b="23549"/>
          <a:stretch/>
        </p:blipFill>
        <p:spPr>
          <a:xfrm>
            <a:off x="2787164" y="4087193"/>
            <a:ext cx="2221534" cy="2474681"/>
          </a:xfrm>
          <a:prstGeom prst="rect">
            <a:avLst/>
          </a:prstGeom>
        </p:spPr>
      </p:pic>
      <p:pic>
        <p:nvPicPr>
          <p:cNvPr id="11" name="Picture 10" descr="A close-up of wires connected to a computer&#10;&#10;Description automatically generated">
            <a:extLst>
              <a:ext uri="{FF2B5EF4-FFF2-40B4-BE49-F238E27FC236}">
                <a16:creationId xmlns:a16="http://schemas.microsoft.com/office/drawing/2014/main" id="{577E172D-03C0-0450-B6F6-5AB40E8C27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3621" y="4087193"/>
            <a:ext cx="1856011" cy="2474681"/>
          </a:xfrm>
          <a:prstGeom prst="rect">
            <a:avLst/>
          </a:prstGeom>
        </p:spPr>
      </p:pic>
      <p:pic>
        <p:nvPicPr>
          <p:cNvPr id="16" name="Picture 15" descr="A close up of a computer&#10;&#10;Description automatically generated">
            <a:extLst>
              <a:ext uri="{FF2B5EF4-FFF2-40B4-BE49-F238E27FC236}">
                <a16:creationId xmlns:a16="http://schemas.microsoft.com/office/drawing/2014/main" id="{0457F7DC-429D-CA47-2CEC-0533E013229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22" t="9796" r="16210" b="18105"/>
          <a:stretch/>
        </p:blipFill>
        <p:spPr>
          <a:xfrm>
            <a:off x="5155632" y="4188833"/>
            <a:ext cx="3184747" cy="2078139"/>
          </a:xfrm>
          <a:prstGeom prst="rect">
            <a:avLst/>
          </a:prstGeom>
        </p:spPr>
      </p:pic>
      <p:sp>
        <p:nvSpPr>
          <p:cNvPr id="17" name="TextBox 16">
            <a:extLst>
              <a:ext uri="{FF2B5EF4-FFF2-40B4-BE49-F238E27FC236}">
                <a16:creationId xmlns:a16="http://schemas.microsoft.com/office/drawing/2014/main" id="{FD47A81C-F193-08C2-909E-110C437211A8}"/>
              </a:ext>
            </a:extLst>
          </p:cNvPr>
          <p:cNvSpPr txBox="1"/>
          <p:nvPr/>
        </p:nvSpPr>
        <p:spPr>
          <a:xfrm>
            <a:off x="888580" y="6135585"/>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2</a:t>
            </a:r>
          </a:p>
        </p:txBody>
      </p:sp>
      <p:sp>
        <p:nvSpPr>
          <p:cNvPr id="19" name="TextBox 18">
            <a:extLst>
              <a:ext uri="{FF2B5EF4-FFF2-40B4-BE49-F238E27FC236}">
                <a16:creationId xmlns:a16="http://schemas.microsoft.com/office/drawing/2014/main" id="{651CD84F-9A6D-5F21-8BD3-D4C36FDFF07E}"/>
              </a:ext>
            </a:extLst>
          </p:cNvPr>
          <p:cNvSpPr txBox="1"/>
          <p:nvPr/>
        </p:nvSpPr>
        <p:spPr>
          <a:xfrm>
            <a:off x="2875578" y="6135585"/>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3</a:t>
            </a:r>
          </a:p>
        </p:txBody>
      </p:sp>
      <p:sp>
        <p:nvSpPr>
          <p:cNvPr id="20" name="TextBox 19">
            <a:extLst>
              <a:ext uri="{FF2B5EF4-FFF2-40B4-BE49-F238E27FC236}">
                <a16:creationId xmlns:a16="http://schemas.microsoft.com/office/drawing/2014/main" id="{BDE66340-A0EB-40B4-F757-AE124633EE65}"/>
              </a:ext>
            </a:extLst>
          </p:cNvPr>
          <p:cNvSpPr txBox="1"/>
          <p:nvPr/>
        </p:nvSpPr>
        <p:spPr>
          <a:xfrm>
            <a:off x="5285444" y="5827808"/>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4</a:t>
            </a:r>
          </a:p>
        </p:txBody>
      </p:sp>
    </p:spTree>
    <p:extLst>
      <p:ext uri="{BB962C8B-B14F-4D97-AF65-F5344CB8AC3E}">
        <p14:creationId xmlns:p14="http://schemas.microsoft.com/office/powerpoint/2010/main" val="296363365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F08FA28-B2CE-1802-A652-CBC71E5F1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966" y="3155950"/>
            <a:ext cx="3380509" cy="3229706"/>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8886DAB8-2703-1D1F-B96E-590369FB0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0449" y="3155950"/>
            <a:ext cx="4122586" cy="3202009"/>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Basic Setup </a:t>
            </a:r>
          </a:p>
        </p:txBody>
      </p:sp>
      <p:graphicFrame>
        <p:nvGraphicFramePr>
          <p:cNvPr id="5" name="Table Placeholder 4"/>
          <p:cNvGraphicFramePr>
            <a:graphicFrameLocks/>
          </p:cNvGraphicFramePr>
          <p:nvPr>
            <p:extLst>
              <p:ext uri="{D42A27DB-BD31-4B8C-83A1-F6EECF244321}">
                <p14:modId xmlns:p14="http://schemas.microsoft.com/office/powerpoint/2010/main" val="1825968488"/>
              </p:ext>
            </p:extLst>
          </p:nvPr>
        </p:nvGraphicFramePr>
        <p:xfrm>
          <a:off x="162350" y="1134983"/>
          <a:ext cx="8723390" cy="1310724"/>
        </p:xfrm>
        <a:graphic>
          <a:graphicData uri="http://schemas.openxmlformats.org/drawingml/2006/table">
            <a:tbl>
              <a:tblPr firstRow="1" bandRow="1">
                <a:tableStyleId>{5C22544A-7EE6-4342-B048-85BDC9FD1C3A}</a:tableStyleId>
              </a:tblPr>
              <a:tblGrid>
                <a:gridCol w="632570">
                  <a:extLst>
                    <a:ext uri="{9D8B030D-6E8A-4147-A177-3AD203B41FA5}">
                      <a16:colId xmlns:a16="http://schemas.microsoft.com/office/drawing/2014/main" val="20000"/>
                    </a:ext>
                  </a:extLst>
                </a:gridCol>
                <a:gridCol w="8090820">
                  <a:extLst>
                    <a:ext uri="{9D8B030D-6E8A-4147-A177-3AD203B41FA5}">
                      <a16:colId xmlns:a16="http://schemas.microsoft.com/office/drawing/2014/main" val="20001"/>
                    </a:ext>
                  </a:extLst>
                </a:gridCol>
              </a:tblGrid>
              <a:tr h="126684">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200577">
                <a:tc>
                  <a:txBody>
                    <a:bodyPr/>
                    <a:lstStyle/>
                    <a:p>
                      <a:pPr algn="ctr"/>
                      <a:r>
                        <a:rPr lang="en-US" sz="1800" dirty="0"/>
                        <a:t>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Search for “File Explorer” right click and choose “Pin to Taskbar” (Photo # 5)</a:t>
                      </a:r>
                    </a:p>
                  </a:txBody>
                  <a:tcPr marL="91443" marR="91443" marT="45734" marB="45734"/>
                </a:tc>
                <a:extLst>
                  <a:ext uri="{0D108BD9-81ED-4DB2-BD59-A6C34878D82A}">
                    <a16:rowId xmlns:a16="http://schemas.microsoft.com/office/drawing/2014/main" val="10001"/>
                  </a:ext>
                </a:extLst>
              </a:tr>
              <a:tr h="307191">
                <a:tc>
                  <a:txBody>
                    <a:bodyPr/>
                    <a:lstStyle/>
                    <a:p>
                      <a:pPr algn="ctr"/>
                      <a:r>
                        <a:rPr lang="en-US" sz="1800" dirty="0"/>
                        <a:t>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Search for Settings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Once in the Settings Window select “Time and Language” (Photo # 6)</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0" name="TextBox 19">
            <a:extLst>
              <a:ext uri="{FF2B5EF4-FFF2-40B4-BE49-F238E27FC236}">
                <a16:creationId xmlns:a16="http://schemas.microsoft.com/office/drawing/2014/main" id="{BDE66340-A0EB-40B4-F757-AE124633EE65}"/>
              </a:ext>
            </a:extLst>
          </p:cNvPr>
          <p:cNvSpPr txBox="1"/>
          <p:nvPr/>
        </p:nvSpPr>
        <p:spPr>
          <a:xfrm>
            <a:off x="3738929" y="5924132"/>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5</a:t>
            </a:r>
          </a:p>
        </p:txBody>
      </p:sp>
      <p:sp>
        <p:nvSpPr>
          <p:cNvPr id="10" name="Oval 9">
            <a:extLst>
              <a:ext uri="{FF2B5EF4-FFF2-40B4-BE49-F238E27FC236}">
                <a16:creationId xmlns:a16="http://schemas.microsoft.com/office/drawing/2014/main" id="{E22D57D7-F327-F270-2BFC-95F009121F7B}"/>
              </a:ext>
            </a:extLst>
          </p:cNvPr>
          <p:cNvSpPr/>
          <p:nvPr/>
        </p:nvSpPr>
        <p:spPr>
          <a:xfrm>
            <a:off x="2633411" y="5838824"/>
            <a:ext cx="601579" cy="54683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ACCFAEC-5A16-7185-B532-837B7BB99AB2}"/>
              </a:ext>
            </a:extLst>
          </p:cNvPr>
          <p:cNvSpPr/>
          <p:nvPr/>
        </p:nvSpPr>
        <p:spPr>
          <a:xfrm>
            <a:off x="5677527" y="4876799"/>
            <a:ext cx="1085223" cy="54683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EBD8929-E465-9448-431E-9C7ED76EAFC6}"/>
              </a:ext>
            </a:extLst>
          </p:cNvPr>
          <p:cNvSpPr txBox="1"/>
          <p:nvPr/>
        </p:nvSpPr>
        <p:spPr>
          <a:xfrm>
            <a:off x="7910879" y="5924132"/>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6</a:t>
            </a:r>
          </a:p>
        </p:txBody>
      </p:sp>
    </p:spTree>
    <p:extLst>
      <p:ext uri="{BB962C8B-B14F-4D97-AF65-F5344CB8AC3E}">
        <p14:creationId xmlns:p14="http://schemas.microsoft.com/office/powerpoint/2010/main" val="18656461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730AEEF-9BA2-E395-230F-5628027077E8}"/>
              </a:ext>
            </a:extLst>
          </p:cNvPr>
          <p:cNvPicPr>
            <a:picLocks noChangeAspect="1"/>
          </p:cNvPicPr>
          <p:nvPr/>
        </p:nvPicPr>
        <p:blipFill>
          <a:blip r:embed="rId2"/>
          <a:stretch>
            <a:fillRect/>
          </a:stretch>
        </p:blipFill>
        <p:spPr>
          <a:xfrm>
            <a:off x="4703211" y="3210127"/>
            <a:ext cx="3604827" cy="2968195"/>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D67DC028-52E4-DF87-7568-5D30F2E68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25" y="3106682"/>
            <a:ext cx="3972540" cy="3071640"/>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Basic Setup </a:t>
            </a:r>
          </a:p>
        </p:txBody>
      </p:sp>
      <p:graphicFrame>
        <p:nvGraphicFramePr>
          <p:cNvPr id="5" name="Table Placeholder 4"/>
          <p:cNvGraphicFramePr>
            <a:graphicFrameLocks/>
          </p:cNvGraphicFramePr>
          <p:nvPr>
            <p:extLst>
              <p:ext uri="{D42A27DB-BD31-4B8C-83A1-F6EECF244321}">
                <p14:modId xmlns:p14="http://schemas.microsoft.com/office/powerpoint/2010/main" val="1294943038"/>
              </p:ext>
            </p:extLst>
          </p:nvPr>
        </p:nvGraphicFramePr>
        <p:xfrm>
          <a:off x="109358" y="1095676"/>
          <a:ext cx="8876987" cy="1798404"/>
        </p:xfrm>
        <a:graphic>
          <a:graphicData uri="http://schemas.openxmlformats.org/drawingml/2006/table">
            <a:tbl>
              <a:tblPr firstRow="1" bandRow="1">
                <a:tableStyleId>{5C22544A-7EE6-4342-B048-85BDC9FD1C3A}</a:tableStyleId>
              </a:tblPr>
              <a:tblGrid>
                <a:gridCol w="643708">
                  <a:extLst>
                    <a:ext uri="{9D8B030D-6E8A-4147-A177-3AD203B41FA5}">
                      <a16:colId xmlns:a16="http://schemas.microsoft.com/office/drawing/2014/main" val="20000"/>
                    </a:ext>
                  </a:extLst>
                </a:gridCol>
                <a:gridCol w="8233279">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0">
                <a:tc>
                  <a:txBody>
                    <a:bodyPr/>
                    <a:lstStyle/>
                    <a:p>
                      <a:pPr algn="ctr"/>
                      <a:r>
                        <a:rPr lang="en-US" sz="1800" dirty="0"/>
                        <a:t>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In the Date &amp; Time Tab, change time Zone to Eastern Time (Photo # 7)</a:t>
                      </a:r>
                    </a:p>
                  </a:txBody>
                  <a:tcPr marL="91443" marR="91443" marT="45734" marB="45734"/>
                </a:tc>
                <a:extLst>
                  <a:ext uri="{0D108BD9-81ED-4DB2-BD59-A6C34878D82A}">
                    <a16:rowId xmlns:a16="http://schemas.microsoft.com/office/drawing/2014/main" val="10001"/>
                  </a:ext>
                </a:extLst>
              </a:tr>
              <a:tr h="886983">
                <a:tc>
                  <a:txBody>
                    <a:bodyPr/>
                    <a:lstStyle/>
                    <a:p>
                      <a:pPr algn="ctr"/>
                      <a:r>
                        <a:rPr lang="en-US" sz="1800" dirty="0"/>
                        <a:t>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In the Language tab, change Windows, Apps, Regional Format, Keyboard, and Speech to English (Photo # 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Changes can be made by clicking on the icon and adjusting language in pull down window </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0" name="TextBox 19">
            <a:extLst>
              <a:ext uri="{FF2B5EF4-FFF2-40B4-BE49-F238E27FC236}">
                <a16:creationId xmlns:a16="http://schemas.microsoft.com/office/drawing/2014/main" id="{BDE66340-A0EB-40B4-F757-AE124633EE65}"/>
              </a:ext>
            </a:extLst>
          </p:cNvPr>
          <p:cNvSpPr txBox="1"/>
          <p:nvPr/>
        </p:nvSpPr>
        <p:spPr>
          <a:xfrm>
            <a:off x="3874395" y="5754857"/>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7</a:t>
            </a:r>
          </a:p>
        </p:txBody>
      </p:sp>
      <p:sp>
        <p:nvSpPr>
          <p:cNvPr id="15" name="TextBox 14">
            <a:extLst>
              <a:ext uri="{FF2B5EF4-FFF2-40B4-BE49-F238E27FC236}">
                <a16:creationId xmlns:a16="http://schemas.microsoft.com/office/drawing/2014/main" id="{DEBD8929-E465-9448-431E-9C7ED76EAFC6}"/>
              </a:ext>
            </a:extLst>
          </p:cNvPr>
          <p:cNvSpPr txBox="1"/>
          <p:nvPr/>
        </p:nvSpPr>
        <p:spPr>
          <a:xfrm>
            <a:off x="7775412" y="5754856"/>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8</a:t>
            </a:r>
          </a:p>
        </p:txBody>
      </p:sp>
    </p:spTree>
    <p:extLst>
      <p:ext uri="{BB962C8B-B14F-4D97-AF65-F5344CB8AC3E}">
        <p14:creationId xmlns:p14="http://schemas.microsoft.com/office/powerpoint/2010/main" val="124426295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6308A71-B7A7-2408-D322-BDBFF2B6AA9F}"/>
              </a:ext>
            </a:extLst>
          </p:cNvPr>
          <p:cNvPicPr>
            <a:picLocks noChangeAspect="1"/>
          </p:cNvPicPr>
          <p:nvPr/>
        </p:nvPicPr>
        <p:blipFill>
          <a:blip r:embed="rId2"/>
          <a:stretch>
            <a:fillRect/>
          </a:stretch>
        </p:blipFill>
        <p:spPr>
          <a:xfrm>
            <a:off x="1692508" y="3016414"/>
            <a:ext cx="4574103" cy="3611713"/>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Drive Partition </a:t>
            </a:r>
          </a:p>
        </p:txBody>
      </p:sp>
      <p:graphicFrame>
        <p:nvGraphicFramePr>
          <p:cNvPr id="5" name="Table Placeholder 4"/>
          <p:cNvGraphicFramePr>
            <a:graphicFrameLocks/>
          </p:cNvGraphicFramePr>
          <p:nvPr>
            <p:extLst>
              <p:ext uri="{D42A27DB-BD31-4B8C-83A1-F6EECF244321}">
                <p14:modId xmlns:p14="http://schemas.microsoft.com/office/powerpoint/2010/main" val="4159330152"/>
              </p:ext>
            </p:extLst>
          </p:nvPr>
        </p:nvGraphicFramePr>
        <p:xfrm>
          <a:off x="255072" y="1241647"/>
          <a:ext cx="8431213" cy="1524084"/>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189951">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00747">
                <a:tc>
                  <a:txBody>
                    <a:bodyPr/>
                    <a:lstStyle/>
                    <a:p>
                      <a:pPr algn="ctr"/>
                      <a:r>
                        <a:rPr lang="en-US" sz="1800" dirty="0"/>
                        <a:t>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the start window, and type “Create and Format Hard Disk Partitions”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Hit Enter and the Disk Management window will open up.  </a:t>
                      </a:r>
                    </a:p>
                  </a:txBody>
                  <a:tcPr marL="91443" marR="91443" marT="45734" marB="45734"/>
                </a:tc>
                <a:extLst>
                  <a:ext uri="{0D108BD9-81ED-4DB2-BD59-A6C34878D82A}">
                    <a16:rowId xmlns:a16="http://schemas.microsoft.com/office/drawing/2014/main" val="10001"/>
                  </a:ext>
                </a:extLst>
              </a:tr>
              <a:tr h="403884">
                <a:tc>
                  <a:txBody>
                    <a:bodyPr/>
                    <a:lstStyle/>
                    <a:p>
                      <a:pPr algn="ctr"/>
                      <a:r>
                        <a:rPr lang="en-US" sz="1800" dirty="0"/>
                        <a:t>10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on the (C:) drive and select “Shrink Volume” (Photo # 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Shrink the 52000mb from the C Drive, then click “Shrink”</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7" name="TextBox 16">
            <a:extLst>
              <a:ext uri="{FF2B5EF4-FFF2-40B4-BE49-F238E27FC236}">
                <a16:creationId xmlns:a16="http://schemas.microsoft.com/office/drawing/2014/main" id="{FD47A81C-F193-08C2-909E-110C437211A8}"/>
              </a:ext>
            </a:extLst>
          </p:cNvPr>
          <p:cNvSpPr txBox="1"/>
          <p:nvPr/>
        </p:nvSpPr>
        <p:spPr>
          <a:xfrm>
            <a:off x="5900912" y="6197572"/>
            <a:ext cx="2709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9</a:t>
            </a:r>
          </a:p>
        </p:txBody>
      </p:sp>
    </p:spTree>
    <p:extLst>
      <p:ext uri="{BB962C8B-B14F-4D97-AF65-F5344CB8AC3E}">
        <p14:creationId xmlns:p14="http://schemas.microsoft.com/office/powerpoint/2010/main" val="120426814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graphicFrame>
        <p:nvGraphicFramePr>
          <p:cNvPr id="5" name="Table Placeholder 4"/>
          <p:cNvGraphicFramePr>
            <a:graphicFrameLocks/>
          </p:cNvGraphicFramePr>
          <p:nvPr>
            <p:extLst>
              <p:ext uri="{D42A27DB-BD31-4B8C-83A1-F6EECF244321}">
                <p14:modId xmlns:p14="http://schemas.microsoft.com/office/powerpoint/2010/main" val="1159457926"/>
              </p:ext>
            </p:extLst>
          </p:nvPr>
        </p:nvGraphicFramePr>
        <p:xfrm>
          <a:off x="255072" y="1241646"/>
          <a:ext cx="8699742" cy="1310724"/>
        </p:xfrm>
        <a:graphic>
          <a:graphicData uri="http://schemas.openxmlformats.org/drawingml/2006/table">
            <a:tbl>
              <a:tblPr firstRow="1" bandRow="1">
                <a:tableStyleId>{5C22544A-7EE6-4342-B048-85BDC9FD1C3A}</a:tableStyleId>
              </a:tblPr>
              <a:tblGrid>
                <a:gridCol w="630855">
                  <a:extLst>
                    <a:ext uri="{9D8B030D-6E8A-4147-A177-3AD203B41FA5}">
                      <a16:colId xmlns:a16="http://schemas.microsoft.com/office/drawing/2014/main" val="20000"/>
                    </a:ext>
                  </a:extLst>
                </a:gridCol>
                <a:gridCol w="8068887">
                  <a:extLst>
                    <a:ext uri="{9D8B030D-6E8A-4147-A177-3AD203B41FA5}">
                      <a16:colId xmlns:a16="http://schemas.microsoft.com/office/drawing/2014/main" val="20001"/>
                    </a:ext>
                  </a:extLst>
                </a:gridCol>
              </a:tblGrid>
              <a:tr h="21482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0">
                <a:tc>
                  <a:txBody>
                    <a:bodyPr/>
                    <a:lstStyle/>
                    <a:p>
                      <a:pPr algn="ctr"/>
                      <a:r>
                        <a:rPr lang="en-US" sz="1800" dirty="0"/>
                        <a:t>11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on new partition and select “New Sample Volume” (Photo # 10)</a:t>
                      </a:r>
                    </a:p>
                  </a:txBody>
                  <a:tcPr marL="91443" marR="91443" marT="45734" marB="45734"/>
                </a:tc>
                <a:extLst>
                  <a:ext uri="{0D108BD9-81ED-4DB2-BD59-A6C34878D82A}">
                    <a16:rowId xmlns:a16="http://schemas.microsoft.com/office/drawing/2014/main" val="10001"/>
                  </a:ext>
                </a:extLst>
              </a:tr>
              <a:tr h="520925">
                <a:tc>
                  <a:txBody>
                    <a:bodyPr/>
                    <a:lstStyle/>
                    <a:p>
                      <a:pPr algn="ctr"/>
                      <a:r>
                        <a:rPr lang="en-US" sz="1800" dirty="0"/>
                        <a:t>12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Assign the new partition to the letter “D” then click Next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the name of the drive from New Volume to “Data”</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16C78A8F-59E0-6108-E372-CA53A908D889}"/>
              </a:ext>
            </a:extLst>
          </p:cNvPr>
          <p:cNvPicPr>
            <a:picLocks noChangeAspect="1"/>
          </p:cNvPicPr>
          <p:nvPr/>
        </p:nvPicPr>
        <p:blipFill>
          <a:blip r:embed="rId2"/>
          <a:stretch>
            <a:fillRect/>
          </a:stretch>
        </p:blipFill>
        <p:spPr>
          <a:xfrm>
            <a:off x="2943275" y="3344290"/>
            <a:ext cx="4705106" cy="3135004"/>
          </a:xfrm>
          <a:prstGeom prst="rect">
            <a:avLst/>
          </a:prstGeom>
        </p:spPr>
      </p:pic>
      <p:sp>
        <p:nvSpPr>
          <p:cNvPr id="7" name="TextBox 6">
            <a:extLst>
              <a:ext uri="{FF2B5EF4-FFF2-40B4-BE49-F238E27FC236}">
                <a16:creationId xmlns:a16="http://schemas.microsoft.com/office/drawing/2014/main" id="{C17478E9-901F-820F-A9A6-0A30285466B4}"/>
              </a:ext>
            </a:extLst>
          </p:cNvPr>
          <p:cNvSpPr txBox="1"/>
          <p:nvPr/>
        </p:nvSpPr>
        <p:spPr>
          <a:xfrm>
            <a:off x="7137648" y="6013629"/>
            <a:ext cx="404200" cy="307777"/>
          </a:xfrm>
          <a:prstGeom prst="rect">
            <a:avLst/>
          </a:prstGeom>
          <a:solidFill>
            <a:srgbClr val="FFFF00"/>
          </a:solidFill>
          <a:ln w="19050">
            <a:solidFill>
              <a:srgbClr val="FF0000"/>
            </a:solidFill>
          </a:ln>
        </p:spPr>
        <p:txBody>
          <a:bodyPr wrap="square" rtlCol="0" anchor="ctr">
            <a:spAutoFit/>
          </a:bodyPr>
          <a:lstStyle/>
          <a:p>
            <a:pPr algn="ctr"/>
            <a:r>
              <a:rPr lang="en-US" sz="1400" dirty="0"/>
              <a:t>10</a:t>
            </a:r>
          </a:p>
        </p:txBody>
      </p:sp>
      <p:sp>
        <p:nvSpPr>
          <p:cNvPr id="10" name="Text Placeholder 12">
            <a:extLst>
              <a:ext uri="{FF2B5EF4-FFF2-40B4-BE49-F238E27FC236}">
                <a16:creationId xmlns:a16="http://schemas.microsoft.com/office/drawing/2014/main" id="{300E701F-EFF9-2C23-9D2B-62BC95FA1C4B}"/>
              </a:ext>
            </a:extLst>
          </p:cNvPr>
          <p:cNvSpPr>
            <a:spLocks noGrp="1"/>
          </p:cNvSpPr>
          <p:nvPr>
            <p:ph type="body" sz="quarter" idx="11"/>
          </p:nvPr>
        </p:nvSpPr>
        <p:spPr>
          <a:xfrm>
            <a:off x="255588" y="671513"/>
            <a:ext cx="3040062" cy="423862"/>
          </a:xfrm>
        </p:spPr>
        <p:txBody>
          <a:bodyPr/>
          <a:lstStyle/>
          <a:p>
            <a:r>
              <a:rPr lang="en-US" dirty="0"/>
              <a:t>Drive Partition </a:t>
            </a:r>
          </a:p>
        </p:txBody>
      </p:sp>
    </p:spTree>
    <p:extLst>
      <p:ext uri="{BB962C8B-B14F-4D97-AF65-F5344CB8AC3E}">
        <p14:creationId xmlns:p14="http://schemas.microsoft.com/office/powerpoint/2010/main" val="134799110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IP Address Setup </a:t>
            </a:r>
          </a:p>
        </p:txBody>
      </p:sp>
      <p:graphicFrame>
        <p:nvGraphicFramePr>
          <p:cNvPr id="5" name="Table Placeholder 4"/>
          <p:cNvGraphicFramePr>
            <a:graphicFrameLocks/>
          </p:cNvGraphicFramePr>
          <p:nvPr>
            <p:extLst>
              <p:ext uri="{D42A27DB-BD31-4B8C-83A1-F6EECF244321}">
                <p14:modId xmlns:p14="http://schemas.microsoft.com/office/powerpoint/2010/main" val="2398193963"/>
              </p:ext>
            </p:extLst>
          </p:nvPr>
        </p:nvGraphicFramePr>
        <p:xfrm>
          <a:off x="152596" y="1063271"/>
          <a:ext cx="8643446" cy="1188776"/>
        </p:xfrm>
        <a:graphic>
          <a:graphicData uri="http://schemas.openxmlformats.org/drawingml/2006/table">
            <a:tbl>
              <a:tblPr firstRow="1" bandRow="1">
                <a:tableStyleId>{5C22544A-7EE6-4342-B048-85BDC9FD1C3A}</a:tableStyleId>
              </a:tblPr>
              <a:tblGrid>
                <a:gridCol w="635941">
                  <a:extLst>
                    <a:ext uri="{9D8B030D-6E8A-4147-A177-3AD203B41FA5}">
                      <a16:colId xmlns:a16="http://schemas.microsoft.com/office/drawing/2014/main" val="20000"/>
                    </a:ext>
                  </a:extLst>
                </a:gridCol>
                <a:gridCol w="8007505">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13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Right click on the internet icon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on Open Network &amp; Internet Settings (Photo # 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on Change Adapter Options (Photo # 12)</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AA15F8E8-00DF-8FE5-EB44-8FFF5BE99458}"/>
              </a:ext>
            </a:extLst>
          </p:cNvPr>
          <p:cNvPicPr>
            <a:picLocks noChangeAspect="1"/>
          </p:cNvPicPr>
          <p:nvPr/>
        </p:nvPicPr>
        <p:blipFill rotWithShape="1">
          <a:blip r:embed="rId2">
            <a:extLst>
              <a:ext uri="{28A0092B-C50C-407E-A947-70E740481C1C}">
                <a14:useLocalDpi xmlns:a14="http://schemas.microsoft.com/office/drawing/2010/main" val="0"/>
              </a:ext>
            </a:extLst>
          </a:blip>
          <a:srcRect l="80994" t="83626"/>
          <a:stretch/>
        </p:blipFill>
        <p:spPr>
          <a:xfrm>
            <a:off x="443608" y="2712041"/>
            <a:ext cx="2662990" cy="1433917"/>
          </a:xfrm>
          <a:prstGeom prst="rect">
            <a:avLst/>
          </a:prstGeom>
        </p:spPr>
      </p:pic>
      <p:pic>
        <p:nvPicPr>
          <p:cNvPr id="10" name="Picture 9">
            <a:extLst>
              <a:ext uri="{FF2B5EF4-FFF2-40B4-BE49-F238E27FC236}">
                <a16:creationId xmlns:a16="http://schemas.microsoft.com/office/drawing/2014/main" id="{1FA847D6-D63A-17A1-E55E-9BA3E884B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1996" y="2712041"/>
            <a:ext cx="4247555" cy="3158593"/>
          </a:xfrm>
          <a:prstGeom prst="rect">
            <a:avLst/>
          </a:prstGeom>
        </p:spPr>
      </p:pic>
      <p:sp>
        <p:nvSpPr>
          <p:cNvPr id="11" name="TextBox 10">
            <a:extLst>
              <a:ext uri="{FF2B5EF4-FFF2-40B4-BE49-F238E27FC236}">
                <a16:creationId xmlns:a16="http://schemas.microsoft.com/office/drawing/2014/main" id="{0D973E65-F159-390E-09C0-317DF31519E9}"/>
              </a:ext>
            </a:extLst>
          </p:cNvPr>
          <p:cNvSpPr txBox="1"/>
          <p:nvPr/>
        </p:nvSpPr>
        <p:spPr>
          <a:xfrm>
            <a:off x="6936141" y="5308578"/>
            <a:ext cx="450080" cy="307777"/>
          </a:xfrm>
          <a:prstGeom prst="rect">
            <a:avLst/>
          </a:prstGeom>
          <a:solidFill>
            <a:srgbClr val="FFFF00"/>
          </a:solidFill>
          <a:ln w="19050">
            <a:solidFill>
              <a:srgbClr val="FF0000"/>
            </a:solidFill>
          </a:ln>
        </p:spPr>
        <p:txBody>
          <a:bodyPr wrap="square" rtlCol="0" anchor="ctr">
            <a:spAutoFit/>
          </a:bodyPr>
          <a:lstStyle/>
          <a:p>
            <a:pPr algn="ctr"/>
            <a:r>
              <a:rPr lang="en-US" sz="1400" dirty="0"/>
              <a:t>12</a:t>
            </a:r>
          </a:p>
        </p:txBody>
      </p:sp>
      <p:sp>
        <p:nvSpPr>
          <p:cNvPr id="20" name="TextBox 19">
            <a:extLst>
              <a:ext uri="{FF2B5EF4-FFF2-40B4-BE49-F238E27FC236}">
                <a16:creationId xmlns:a16="http://schemas.microsoft.com/office/drawing/2014/main" id="{BDE66340-A0EB-40B4-F757-AE124633EE65}"/>
              </a:ext>
            </a:extLst>
          </p:cNvPr>
          <p:cNvSpPr txBox="1"/>
          <p:nvPr/>
        </p:nvSpPr>
        <p:spPr>
          <a:xfrm>
            <a:off x="2704169" y="3753074"/>
            <a:ext cx="402429" cy="307777"/>
          </a:xfrm>
          <a:prstGeom prst="rect">
            <a:avLst/>
          </a:prstGeom>
          <a:solidFill>
            <a:srgbClr val="FFFF00"/>
          </a:solidFill>
          <a:ln w="19050">
            <a:solidFill>
              <a:srgbClr val="FF0000"/>
            </a:solidFill>
          </a:ln>
        </p:spPr>
        <p:txBody>
          <a:bodyPr wrap="square" rtlCol="0" anchor="ctr">
            <a:spAutoFit/>
          </a:bodyPr>
          <a:lstStyle/>
          <a:p>
            <a:pPr algn="ctr"/>
            <a:r>
              <a:rPr lang="en-US" sz="1400" dirty="0"/>
              <a:t>11</a:t>
            </a:r>
          </a:p>
        </p:txBody>
      </p:sp>
      <p:sp>
        <p:nvSpPr>
          <p:cNvPr id="12" name="Oval 11">
            <a:extLst>
              <a:ext uri="{FF2B5EF4-FFF2-40B4-BE49-F238E27FC236}">
                <a16:creationId xmlns:a16="http://schemas.microsoft.com/office/drawing/2014/main" id="{A05ADDFC-6552-D107-9FA3-BA6E8B94F3CE}"/>
              </a:ext>
            </a:extLst>
          </p:cNvPr>
          <p:cNvSpPr/>
          <p:nvPr/>
        </p:nvSpPr>
        <p:spPr>
          <a:xfrm>
            <a:off x="4242146" y="3476625"/>
            <a:ext cx="2482504" cy="4706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F4B960D-D8E3-CDEA-4A1E-D98E394BF57F}"/>
              </a:ext>
            </a:extLst>
          </p:cNvPr>
          <p:cNvSpPr/>
          <p:nvPr/>
        </p:nvSpPr>
        <p:spPr>
          <a:xfrm>
            <a:off x="870296" y="3086100"/>
            <a:ext cx="1606799" cy="3849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358110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graphicFrame>
        <p:nvGraphicFramePr>
          <p:cNvPr id="5" name="Table Placeholder 4"/>
          <p:cNvGraphicFramePr>
            <a:graphicFrameLocks/>
          </p:cNvGraphicFramePr>
          <p:nvPr>
            <p:extLst>
              <p:ext uri="{D42A27DB-BD31-4B8C-83A1-F6EECF244321}">
                <p14:modId xmlns:p14="http://schemas.microsoft.com/office/powerpoint/2010/main" val="2221023751"/>
              </p:ext>
            </p:extLst>
          </p:nvPr>
        </p:nvGraphicFramePr>
        <p:xfrm>
          <a:off x="110585" y="1125123"/>
          <a:ext cx="8820581" cy="1188776"/>
        </p:xfrm>
        <a:graphic>
          <a:graphicData uri="http://schemas.openxmlformats.org/drawingml/2006/table">
            <a:tbl>
              <a:tblPr firstRow="1" bandRow="1">
                <a:tableStyleId>{5C22544A-7EE6-4342-B048-85BDC9FD1C3A}</a:tableStyleId>
              </a:tblPr>
              <a:tblGrid>
                <a:gridCol w="639618">
                  <a:extLst>
                    <a:ext uri="{9D8B030D-6E8A-4147-A177-3AD203B41FA5}">
                      <a16:colId xmlns:a16="http://schemas.microsoft.com/office/drawing/2014/main" val="20000"/>
                    </a:ext>
                  </a:extLst>
                </a:gridCol>
                <a:gridCol w="8180963">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14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Right click on 1Gb Eth #1 (Photo #13), Click on Properties, double click “Internet Protocol Version 4” (Photo #14), Check the bubble saying “Use the following IP address”  (Photo #15)</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 name="Text Placeholder 12">
            <a:extLst>
              <a:ext uri="{FF2B5EF4-FFF2-40B4-BE49-F238E27FC236}">
                <a16:creationId xmlns:a16="http://schemas.microsoft.com/office/drawing/2014/main" id="{6570139A-AA88-1EFF-5A06-35EAEE20561A}"/>
              </a:ext>
            </a:extLst>
          </p:cNvPr>
          <p:cNvSpPr>
            <a:spLocks noGrp="1"/>
          </p:cNvSpPr>
          <p:nvPr>
            <p:ph type="body" sz="quarter" idx="11"/>
          </p:nvPr>
        </p:nvSpPr>
        <p:spPr>
          <a:xfrm>
            <a:off x="255588" y="671513"/>
            <a:ext cx="3040062" cy="423862"/>
          </a:xfrm>
        </p:spPr>
        <p:txBody>
          <a:bodyPr/>
          <a:lstStyle/>
          <a:p>
            <a:r>
              <a:rPr lang="en-US" dirty="0"/>
              <a:t>IP Address Setup </a:t>
            </a:r>
          </a:p>
        </p:txBody>
      </p:sp>
      <p:pic>
        <p:nvPicPr>
          <p:cNvPr id="7" name="Content Placeholder 5">
            <a:extLst>
              <a:ext uri="{FF2B5EF4-FFF2-40B4-BE49-F238E27FC236}">
                <a16:creationId xmlns:a16="http://schemas.microsoft.com/office/drawing/2014/main" id="{C4D2C3AC-C05E-CDFA-CA10-ED0D0262E6BA}"/>
              </a:ext>
            </a:extLst>
          </p:cNvPr>
          <p:cNvPicPr>
            <a:picLocks noChangeAspect="1"/>
          </p:cNvPicPr>
          <p:nvPr/>
        </p:nvPicPr>
        <p:blipFill rotWithShape="1">
          <a:blip r:embed="rId2">
            <a:extLst>
              <a:ext uri="{28A0092B-C50C-407E-A947-70E740481C1C}">
                <a14:useLocalDpi xmlns:a14="http://schemas.microsoft.com/office/drawing/2010/main" val="0"/>
              </a:ext>
            </a:extLst>
          </a:blip>
          <a:srcRect b="60815"/>
          <a:stretch/>
        </p:blipFill>
        <p:spPr>
          <a:xfrm>
            <a:off x="330983" y="2452591"/>
            <a:ext cx="5181600" cy="1146595"/>
          </a:xfrm>
          <a:prstGeom prst="rect">
            <a:avLst/>
          </a:prstGeom>
        </p:spPr>
      </p:pic>
      <p:pic>
        <p:nvPicPr>
          <p:cNvPr id="10" name="Picture 9">
            <a:extLst>
              <a:ext uri="{FF2B5EF4-FFF2-40B4-BE49-F238E27FC236}">
                <a16:creationId xmlns:a16="http://schemas.microsoft.com/office/drawing/2014/main" id="{E98D6E45-7823-0033-2F43-515E9710B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483" y="3599186"/>
            <a:ext cx="2675566" cy="3237287"/>
          </a:xfrm>
          <a:prstGeom prst="rect">
            <a:avLst/>
          </a:prstGeom>
        </p:spPr>
      </p:pic>
      <p:pic>
        <p:nvPicPr>
          <p:cNvPr id="11" name="Picture 10">
            <a:extLst>
              <a:ext uri="{FF2B5EF4-FFF2-40B4-BE49-F238E27FC236}">
                <a16:creationId xmlns:a16="http://schemas.microsoft.com/office/drawing/2014/main" id="{B8D785BC-0F36-A522-45F6-C8B85E98EF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1438" y="3087082"/>
            <a:ext cx="2950322" cy="3398472"/>
          </a:xfrm>
          <a:prstGeom prst="rect">
            <a:avLst/>
          </a:prstGeom>
        </p:spPr>
      </p:pic>
      <p:sp>
        <p:nvSpPr>
          <p:cNvPr id="20" name="TextBox 19">
            <a:extLst>
              <a:ext uri="{FF2B5EF4-FFF2-40B4-BE49-F238E27FC236}">
                <a16:creationId xmlns:a16="http://schemas.microsoft.com/office/drawing/2014/main" id="{BDE66340-A0EB-40B4-F757-AE124633EE65}"/>
              </a:ext>
            </a:extLst>
          </p:cNvPr>
          <p:cNvSpPr txBox="1"/>
          <p:nvPr/>
        </p:nvSpPr>
        <p:spPr>
          <a:xfrm>
            <a:off x="4991100" y="3198312"/>
            <a:ext cx="426017" cy="307777"/>
          </a:xfrm>
          <a:prstGeom prst="rect">
            <a:avLst/>
          </a:prstGeom>
          <a:solidFill>
            <a:srgbClr val="FFFF00"/>
          </a:solidFill>
          <a:ln w="19050">
            <a:solidFill>
              <a:srgbClr val="FF0000"/>
            </a:solidFill>
          </a:ln>
        </p:spPr>
        <p:txBody>
          <a:bodyPr wrap="square" rtlCol="0" anchor="ctr">
            <a:spAutoFit/>
          </a:bodyPr>
          <a:lstStyle/>
          <a:p>
            <a:pPr algn="ctr"/>
            <a:r>
              <a:rPr lang="en-US" sz="1400" dirty="0"/>
              <a:t>13</a:t>
            </a:r>
          </a:p>
        </p:txBody>
      </p:sp>
      <p:sp>
        <p:nvSpPr>
          <p:cNvPr id="12" name="TextBox 11">
            <a:extLst>
              <a:ext uri="{FF2B5EF4-FFF2-40B4-BE49-F238E27FC236}">
                <a16:creationId xmlns:a16="http://schemas.microsoft.com/office/drawing/2014/main" id="{CF210081-DE7C-EAF6-DA5D-AB5142ED2F86}"/>
              </a:ext>
            </a:extLst>
          </p:cNvPr>
          <p:cNvSpPr txBox="1"/>
          <p:nvPr/>
        </p:nvSpPr>
        <p:spPr>
          <a:xfrm>
            <a:off x="2781300" y="6100833"/>
            <a:ext cx="425273" cy="307777"/>
          </a:xfrm>
          <a:prstGeom prst="rect">
            <a:avLst/>
          </a:prstGeom>
          <a:solidFill>
            <a:srgbClr val="FFFF00"/>
          </a:solidFill>
          <a:ln w="19050">
            <a:solidFill>
              <a:srgbClr val="FF0000"/>
            </a:solidFill>
          </a:ln>
        </p:spPr>
        <p:txBody>
          <a:bodyPr wrap="square" rtlCol="0" anchor="ctr">
            <a:spAutoFit/>
          </a:bodyPr>
          <a:lstStyle/>
          <a:p>
            <a:pPr algn="ctr"/>
            <a:r>
              <a:rPr lang="en-US" sz="1400" dirty="0"/>
              <a:t>14</a:t>
            </a:r>
          </a:p>
        </p:txBody>
      </p:sp>
      <p:sp>
        <p:nvSpPr>
          <p:cNvPr id="14" name="TextBox 13">
            <a:extLst>
              <a:ext uri="{FF2B5EF4-FFF2-40B4-BE49-F238E27FC236}">
                <a16:creationId xmlns:a16="http://schemas.microsoft.com/office/drawing/2014/main" id="{C4CCCC4C-7B8E-D069-6079-498170B70458}"/>
              </a:ext>
            </a:extLst>
          </p:cNvPr>
          <p:cNvSpPr txBox="1"/>
          <p:nvPr/>
        </p:nvSpPr>
        <p:spPr>
          <a:xfrm>
            <a:off x="8134350" y="5767266"/>
            <a:ext cx="396633" cy="307777"/>
          </a:xfrm>
          <a:prstGeom prst="rect">
            <a:avLst/>
          </a:prstGeom>
          <a:solidFill>
            <a:srgbClr val="FFFF00"/>
          </a:solidFill>
          <a:ln w="19050">
            <a:solidFill>
              <a:srgbClr val="FF0000"/>
            </a:solidFill>
          </a:ln>
        </p:spPr>
        <p:txBody>
          <a:bodyPr wrap="square" rtlCol="0" anchor="ctr">
            <a:spAutoFit/>
          </a:bodyPr>
          <a:lstStyle/>
          <a:p>
            <a:pPr algn="ctr"/>
            <a:r>
              <a:rPr lang="en-US" sz="1400" dirty="0"/>
              <a:t>15</a:t>
            </a:r>
          </a:p>
        </p:txBody>
      </p:sp>
    </p:spTree>
    <p:extLst>
      <p:ext uri="{BB962C8B-B14F-4D97-AF65-F5344CB8AC3E}">
        <p14:creationId xmlns:p14="http://schemas.microsoft.com/office/powerpoint/2010/main" val="387287573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5</a:t>
            </a:r>
          </a:p>
        </p:txBody>
      </p:sp>
      <p:graphicFrame>
        <p:nvGraphicFramePr>
          <p:cNvPr id="5" name="Table Placeholder 4"/>
          <p:cNvGraphicFramePr>
            <a:graphicFrameLocks/>
          </p:cNvGraphicFramePr>
          <p:nvPr>
            <p:extLst>
              <p:ext uri="{D42A27DB-BD31-4B8C-83A1-F6EECF244321}">
                <p14:modId xmlns:p14="http://schemas.microsoft.com/office/powerpoint/2010/main" val="1856470188"/>
              </p:ext>
            </p:extLst>
          </p:nvPr>
        </p:nvGraphicFramePr>
        <p:xfrm>
          <a:off x="255072" y="1241645"/>
          <a:ext cx="8431213" cy="3718644"/>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15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Change IP Address and Subnet Mask to the following (Photo # 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IP Address: 192.168.1.1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Subnet Mask: 255.255.255.0</a:t>
                      </a:r>
                    </a:p>
                  </a:txBody>
                  <a:tcPr marL="91443" marR="91443" marT="45734" marB="45734"/>
                </a:tc>
                <a:extLst>
                  <a:ext uri="{0D108BD9-81ED-4DB2-BD59-A6C34878D82A}">
                    <a16:rowId xmlns:a16="http://schemas.microsoft.com/office/drawing/2014/main" val="10001"/>
                  </a:ext>
                </a:extLst>
              </a:tr>
              <a:tr h="886983">
                <a:tc>
                  <a:txBody>
                    <a:bodyPr/>
                    <a:lstStyle/>
                    <a:p>
                      <a:pPr algn="ctr"/>
                      <a:r>
                        <a:rPr lang="en-US" sz="1800" dirty="0"/>
                        <a:t>16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Repeat step 14 for all the network connections.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#1 – 192.168.1.1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#2 – 192.168.2.1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#3 – 192.168.3.1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#4 – 192.168.4.1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10Gb Eth #1 – 192.167.10.1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10Gb Eth #2 – 192.168.20.1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1Gb Eth MGNT – 192.168.0.14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Note the Subnet Mask will be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 for all connections </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 name="Text Placeholder 12">
            <a:extLst>
              <a:ext uri="{FF2B5EF4-FFF2-40B4-BE49-F238E27FC236}">
                <a16:creationId xmlns:a16="http://schemas.microsoft.com/office/drawing/2014/main" id="{660FE319-5F01-9DB4-7371-12F0725D8CE9}"/>
              </a:ext>
            </a:extLst>
          </p:cNvPr>
          <p:cNvSpPr>
            <a:spLocks noGrp="1"/>
          </p:cNvSpPr>
          <p:nvPr>
            <p:ph type="body" sz="quarter" idx="11"/>
          </p:nvPr>
        </p:nvSpPr>
        <p:spPr>
          <a:xfrm>
            <a:off x="255588" y="671513"/>
            <a:ext cx="3040062" cy="423862"/>
          </a:xfrm>
        </p:spPr>
        <p:txBody>
          <a:bodyPr/>
          <a:lstStyle/>
          <a:p>
            <a:r>
              <a:rPr lang="en-US" dirty="0"/>
              <a:t>IP Address Setup </a:t>
            </a:r>
          </a:p>
        </p:txBody>
      </p:sp>
      <p:pic>
        <p:nvPicPr>
          <p:cNvPr id="7" name="Picture 6">
            <a:extLst>
              <a:ext uri="{FF2B5EF4-FFF2-40B4-BE49-F238E27FC236}">
                <a16:creationId xmlns:a16="http://schemas.microsoft.com/office/drawing/2014/main" id="{718335F8-D923-0662-0E16-D6A4969FF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8606" y="2852067"/>
            <a:ext cx="2950322" cy="3398472"/>
          </a:xfrm>
          <a:prstGeom prst="rect">
            <a:avLst/>
          </a:prstGeom>
        </p:spPr>
      </p:pic>
      <p:sp>
        <p:nvSpPr>
          <p:cNvPr id="10" name="TextBox 9">
            <a:extLst>
              <a:ext uri="{FF2B5EF4-FFF2-40B4-BE49-F238E27FC236}">
                <a16:creationId xmlns:a16="http://schemas.microsoft.com/office/drawing/2014/main" id="{9E07CBD2-5C49-15BD-CEEE-FCDCB44CF999}"/>
              </a:ext>
            </a:extLst>
          </p:cNvPr>
          <p:cNvSpPr txBox="1"/>
          <p:nvPr/>
        </p:nvSpPr>
        <p:spPr>
          <a:xfrm>
            <a:off x="8343901" y="5840028"/>
            <a:ext cx="436824" cy="307777"/>
          </a:xfrm>
          <a:prstGeom prst="rect">
            <a:avLst/>
          </a:prstGeom>
          <a:solidFill>
            <a:srgbClr val="FFFF00"/>
          </a:solidFill>
          <a:ln w="19050">
            <a:solidFill>
              <a:srgbClr val="FF0000"/>
            </a:solidFill>
          </a:ln>
        </p:spPr>
        <p:txBody>
          <a:bodyPr wrap="square" rtlCol="0" anchor="ctr">
            <a:spAutoFit/>
          </a:bodyPr>
          <a:lstStyle/>
          <a:p>
            <a:pPr algn="ctr"/>
            <a:r>
              <a:rPr lang="en-US" sz="1400" dirty="0"/>
              <a:t>16</a:t>
            </a:r>
          </a:p>
        </p:txBody>
      </p:sp>
    </p:spTree>
    <p:extLst>
      <p:ext uri="{BB962C8B-B14F-4D97-AF65-F5344CB8AC3E}">
        <p14:creationId xmlns:p14="http://schemas.microsoft.com/office/powerpoint/2010/main" val="179288266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80EBA3-A0A1-78C1-BCA6-D18473849657}"/>
              </a:ext>
            </a:extLst>
          </p:cNvPr>
          <p:cNvPicPr>
            <a:picLocks noChangeAspect="1"/>
          </p:cNvPicPr>
          <p:nvPr/>
        </p:nvPicPr>
        <p:blipFill>
          <a:blip r:embed="rId2"/>
          <a:stretch>
            <a:fillRect/>
          </a:stretch>
        </p:blipFill>
        <p:spPr>
          <a:xfrm>
            <a:off x="933635" y="3429000"/>
            <a:ext cx="3352800" cy="2085975"/>
          </a:xfrm>
          <a:prstGeom prst="rect">
            <a:avLst/>
          </a:prstGeom>
        </p:spPr>
      </p:pic>
      <p:sp>
        <p:nvSpPr>
          <p:cNvPr id="3" name="Text Placeholder 2"/>
          <p:cNvSpPr>
            <a:spLocks noGrp="1"/>
          </p:cNvSpPr>
          <p:nvPr>
            <p:ph type="body" sz="quarter" idx="10"/>
          </p:nvPr>
        </p:nvSpPr>
        <p:spPr/>
        <p:txBody>
          <a:bodyPr/>
          <a:lstStyle/>
          <a:p>
            <a:pPr algn="ctr"/>
            <a:r>
              <a:rPr lang="en-US" dirty="0"/>
              <a:t>10</a:t>
            </a:r>
          </a:p>
        </p:txBody>
      </p:sp>
      <p:sp>
        <p:nvSpPr>
          <p:cNvPr id="13" name="Text Placeholder 12"/>
          <p:cNvSpPr>
            <a:spLocks noGrp="1"/>
          </p:cNvSpPr>
          <p:nvPr>
            <p:ph type="body" sz="quarter" idx="11"/>
          </p:nvPr>
        </p:nvSpPr>
        <p:spPr/>
        <p:txBody>
          <a:bodyPr/>
          <a:lstStyle/>
          <a:p>
            <a:r>
              <a:rPr lang="en-US" dirty="0"/>
              <a:t>Software download </a:t>
            </a:r>
          </a:p>
        </p:txBody>
      </p:sp>
      <p:graphicFrame>
        <p:nvGraphicFramePr>
          <p:cNvPr id="5" name="Table Placeholder 4"/>
          <p:cNvGraphicFramePr>
            <a:graphicFrameLocks/>
          </p:cNvGraphicFramePr>
          <p:nvPr>
            <p:extLst>
              <p:ext uri="{D42A27DB-BD31-4B8C-83A1-F6EECF244321}">
                <p14:modId xmlns:p14="http://schemas.microsoft.com/office/powerpoint/2010/main" val="4278113754"/>
              </p:ext>
            </p:extLst>
          </p:nvPr>
        </p:nvGraphicFramePr>
        <p:xfrm>
          <a:off x="255072" y="1241645"/>
          <a:ext cx="8431213" cy="1599446"/>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26991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427356">
                <a:tc>
                  <a:txBody>
                    <a:bodyPr/>
                    <a:lstStyle/>
                    <a:p>
                      <a:pPr algn="ctr"/>
                      <a:r>
                        <a:rPr lang="en-US" sz="1800" dirty="0"/>
                        <a:t>17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Transfer the “New Eve Software” from your storage device to the Downloads folder on the Eve Kit. </a:t>
                      </a:r>
                    </a:p>
                  </a:txBody>
                  <a:tcPr marL="91443" marR="91443" marT="45734" marB="45734"/>
                </a:tc>
                <a:extLst>
                  <a:ext uri="{0D108BD9-81ED-4DB2-BD59-A6C34878D82A}">
                    <a16:rowId xmlns:a16="http://schemas.microsoft.com/office/drawing/2014/main" val="10001"/>
                  </a:ext>
                </a:extLst>
              </a:tr>
              <a:tr h="654510">
                <a:tc>
                  <a:txBody>
                    <a:bodyPr/>
                    <a:lstStyle/>
                    <a:p>
                      <a:pPr algn="ctr"/>
                      <a:r>
                        <a:rPr lang="en-US" sz="1800" dirty="0"/>
                        <a:t>18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Open the </a:t>
                      </a:r>
                      <a:r>
                        <a:rPr lang="en-US" sz="1600" dirty="0" err="1">
                          <a:solidFill>
                            <a:schemeClr val="tx1"/>
                          </a:solidFill>
                        </a:rPr>
                        <a:t>BlfReader</a:t>
                      </a:r>
                      <a:r>
                        <a:rPr lang="en-US" sz="1600" dirty="0">
                          <a:solidFill>
                            <a:schemeClr val="tx1"/>
                          </a:solidFill>
                        </a:rPr>
                        <a:t> folder and double click on BlfReader.exe file, and it will begin downloading.  (Photo # 17)</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20" name="TextBox 19">
            <a:extLst>
              <a:ext uri="{FF2B5EF4-FFF2-40B4-BE49-F238E27FC236}">
                <a16:creationId xmlns:a16="http://schemas.microsoft.com/office/drawing/2014/main" id="{BDE66340-A0EB-40B4-F757-AE124633EE65}"/>
              </a:ext>
            </a:extLst>
          </p:cNvPr>
          <p:cNvSpPr txBox="1"/>
          <p:nvPr/>
        </p:nvSpPr>
        <p:spPr>
          <a:xfrm>
            <a:off x="3784296" y="5049540"/>
            <a:ext cx="458408" cy="307777"/>
          </a:xfrm>
          <a:prstGeom prst="rect">
            <a:avLst/>
          </a:prstGeom>
          <a:solidFill>
            <a:srgbClr val="FFFF00"/>
          </a:solidFill>
          <a:ln w="19050">
            <a:solidFill>
              <a:srgbClr val="FF0000"/>
            </a:solidFill>
          </a:ln>
        </p:spPr>
        <p:txBody>
          <a:bodyPr wrap="square" rtlCol="0" anchor="ctr">
            <a:spAutoFit/>
          </a:bodyPr>
          <a:lstStyle/>
          <a:p>
            <a:pPr algn="ctr"/>
            <a:r>
              <a:rPr lang="en-US" sz="1400" dirty="0"/>
              <a:t>17</a:t>
            </a:r>
          </a:p>
        </p:txBody>
      </p:sp>
      <p:sp>
        <p:nvSpPr>
          <p:cNvPr id="10" name="Oval 9">
            <a:extLst>
              <a:ext uri="{FF2B5EF4-FFF2-40B4-BE49-F238E27FC236}">
                <a16:creationId xmlns:a16="http://schemas.microsoft.com/office/drawing/2014/main" id="{9F14E2B8-4397-A5E7-F077-A89F54EB8075}"/>
              </a:ext>
            </a:extLst>
          </p:cNvPr>
          <p:cNvSpPr/>
          <p:nvPr/>
        </p:nvSpPr>
        <p:spPr>
          <a:xfrm>
            <a:off x="932440" y="3565494"/>
            <a:ext cx="1606799" cy="3849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166355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9</a:t>
            </a:r>
          </a:p>
        </p:txBody>
      </p:sp>
      <p:sp>
        <p:nvSpPr>
          <p:cNvPr id="13" name="Text Placeholder 12"/>
          <p:cNvSpPr>
            <a:spLocks noGrp="1"/>
          </p:cNvSpPr>
          <p:nvPr>
            <p:ph type="body" sz="quarter" idx="11"/>
          </p:nvPr>
        </p:nvSpPr>
        <p:spPr/>
        <p:txBody>
          <a:bodyPr/>
          <a:lstStyle/>
          <a:p>
            <a:r>
              <a:rPr lang="en-US" dirty="0"/>
              <a:t>Software download </a:t>
            </a:r>
          </a:p>
        </p:txBody>
      </p:sp>
      <p:graphicFrame>
        <p:nvGraphicFramePr>
          <p:cNvPr id="5" name="Table Placeholder 4"/>
          <p:cNvGraphicFramePr>
            <a:graphicFrameLocks/>
          </p:cNvGraphicFramePr>
          <p:nvPr>
            <p:extLst>
              <p:ext uri="{D42A27DB-BD31-4B8C-83A1-F6EECF244321}">
                <p14:modId xmlns:p14="http://schemas.microsoft.com/office/powerpoint/2010/main" val="2546973250"/>
              </p:ext>
            </p:extLst>
          </p:nvPr>
        </p:nvGraphicFramePr>
        <p:xfrm>
          <a:off x="255073" y="1241644"/>
          <a:ext cx="4316928" cy="3019637"/>
        </p:xfrm>
        <a:graphic>
          <a:graphicData uri="http://schemas.openxmlformats.org/drawingml/2006/table">
            <a:tbl>
              <a:tblPr firstRow="1" bandRow="1">
                <a:tableStyleId>{5C22544A-7EE6-4342-B048-85BDC9FD1C3A}</a:tableStyleId>
              </a:tblPr>
              <a:tblGrid>
                <a:gridCol w="647222">
                  <a:extLst>
                    <a:ext uri="{9D8B030D-6E8A-4147-A177-3AD203B41FA5}">
                      <a16:colId xmlns:a16="http://schemas.microsoft.com/office/drawing/2014/main" val="20000"/>
                    </a:ext>
                  </a:extLst>
                </a:gridCol>
                <a:gridCol w="3669706">
                  <a:extLst>
                    <a:ext uri="{9D8B030D-6E8A-4147-A177-3AD203B41FA5}">
                      <a16:colId xmlns:a16="http://schemas.microsoft.com/office/drawing/2014/main" val="20001"/>
                    </a:ext>
                  </a:extLst>
                </a:gridCol>
              </a:tblGrid>
              <a:tr h="416525">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2603112">
                <a:tc>
                  <a:txBody>
                    <a:bodyPr/>
                    <a:lstStyle/>
                    <a:p>
                      <a:pPr algn="ctr"/>
                      <a:r>
                        <a:rPr lang="en-US" sz="1800" dirty="0"/>
                        <a:t>19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Repeat step 18 for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Powershell-7.1.3-win-x64.msi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LibreOffice_7.0.4_Win_x64.mis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vlc-3.0.17.4-win64.exe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ffmpeg.exe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ChromeStandaloneSetup64.exe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Gpst1_7 (1).exe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FastCopy351_Installer64.exe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7z1900-x64.exe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(Photo # 18)</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7" name="Picture 6">
            <a:extLst>
              <a:ext uri="{FF2B5EF4-FFF2-40B4-BE49-F238E27FC236}">
                <a16:creationId xmlns:a16="http://schemas.microsoft.com/office/drawing/2014/main" id="{A65EE006-8E2E-FD01-8DF7-00D1F60AD10E}"/>
              </a:ext>
            </a:extLst>
          </p:cNvPr>
          <p:cNvPicPr>
            <a:picLocks noChangeAspect="1"/>
          </p:cNvPicPr>
          <p:nvPr/>
        </p:nvPicPr>
        <p:blipFill>
          <a:blip r:embed="rId2"/>
          <a:stretch>
            <a:fillRect/>
          </a:stretch>
        </p:blipFill>
        <p:spPr>
          <a:xfrm>
            <a:off x="4669218" y="979167"/>
            <a:ext cx="3484797" cy="5240038"/>
          </a:xfrm>
          <a:prstGeom prst="rect">
            <a:avLst/>
          </a:prstGeom>
        </p:spPr>
      </p:pic>
      <p:sp>
        <p:nvSpPr>
          <p:cNvPr id="20" name="TextBox 19">
            <a:extLst>
              <a:ext uri="{FF2B5EF4-FFF2-40B4-BE49-F238E27FC236}">
                <a16:creationId xmlns:a16="http://schemas.microsoft.com/office/drawing/2014/main" id="{BDE66340-A0EB-40B4-F757-AE124633EE65}"/>
              </a:ext>
            </a:extLst>
          </p:cNvPr>
          <p:cNvSpPr txBox="1"/>
          <p:nvPr/>
        </p:nvSpPr>
        <p:spPr>
          <a:xfrm>
            <a:off x="7818901" y="5610632"/>
            <a:ext cx="507515" cy="307777"/>
          </a:xfrm>
          <a:prstGeom prst="rect">
            <a:avLst/>
          </a:prstGeom>
          <a:solidFill>
            <a:srgbClr val="FFFF00"/>
          </a:solidFill>
          <a:ln w="19050">
            <a:solidFill>
              <a:srgbClr val="FF0000"/>
            </a:solidFill>
          </a:ln>
        </p:spPr>
        <p:txBody>
          <a:bodyPr wrap="square" rtlCol="0" anchor="ctr">
            <a:spAutoFit/>
          </a:bodyPr>
          <a:lstStyle/>
          <a:p>
            <a:pPr algn="ctr"/>
            <a:r>
              <a:rPr lang="en-US" sz="1400" dirty="0"/>
              <a:t>18</a:t>
            </a:r>
          </a:p>
        </p:txBody>
      </p:sp>
      <p:cxnSp>
        <p:nvCxnSpPr>
          <p:cNvPr id="11" name="Straight Arrow Connector 10">
            <a:extLst>
              <a:ext uri="{FF2B5EF4-FFF2-40B4-BE49-F238E27FC236}">
                <a16:creationId xmlns:a16="http://schemas.microsoft.com/office/drawing/2014/main" id="{0F82F125-7298-8083-9829-F835C0FF3894}"/>
              </a:ext>
            </a:extLst>
          </p:cNvPr>
          <p:cNvCxnSpPr/>
          <p:nvPr/>
        </p:nvCxnSpPr>
        <p:spPr bwMode="auto">
          <a:xfrm flipH="1">
            <a:off x="7029520" y="3162910"/>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5E140CE5-A91D-1B71-D82B-9E61E92D6CE6}"/>
              </a:ext>
            </a:extLst>
          </p:cNvPr>
          <p:cNvCxnSpPr/>
          <p:nvPr/>
        </p:nvCxnSpPr>
        <p:spPr bwMode="auto">
          <a:xfrm flipH="1">
            <a:off x="7029520" y="3539817"/>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982C2399-8A00-2601-05A1-82414173410F}"/>
              </a:ext>
            </a:extLst>
          </p:cNvPr>
          <p:cNvCxnSpPr/>
          <p:nvPr/>
        </p:nvCxnSpPr>
        <p:spPr bwMode="auto">
          <a:xfrm flipH="1">
            <a:off x="7029520" y="3925304"/>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5F4F3568-7690-7973-E8B4-3BD1730C32AF}"/>
              </a:ext>
            </a:extLst>
          </p:cNvPr>
          <p:cNvCxnSpPr/>
          <p:nvPr/>
        </p:nvCxnSpPr>
        <p:spPr bwMode="auto">
          <a:xfrm flipH="1">
            <a:off x="7043314" y="4305910"/>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ED43B934-CE65-85E6-6B53-FA9D5F8646E6}"/>
              </a:ext>
            </a:extLst>
          </p:cNvPr>
          <p:cNvCxnSpPr/>
          <p:nvPr/>
        </p:nvCxnSpPr>
        <p:spPr bwMode="auto">
          <a:xfrm flipH="1">
            <a:off x="7043314" y="4682817"/>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7FA78C28-FDB7-E84D-5A79-F6F4E20C5434}"/>
              </a:ext>
            </a:extLst>
          </p:cNvPr>
          <p:cNvCxnSpPr/>
          <p:nvPr/>
        </p:nvCxnSpPr>
        <p:spPr bwMode="auto">
          <a:xfrm flipH="1">
            <a:off x="7043314" y="5068304"/>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4C3AFE6B-A34A-109A-4386-60F71B6EA28F}"/>
              </a:ext>
            </a:extLst>
          </p:cNvPr>
          <p:cNvCxnSpPr/>
          <p:nvPr/>
        </p:nvCxnSpPr>
        <p:spPr bwMode="auto">
          <a:xfrm flipH="1">
            <a:off x="7057107" y="5439737"/>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0BC7B7A7-CC69-002E-F29F-6DB5BE2BF886}"/>
              </a:ext>
            </a:extLst>
          </p:cNvPr>
          <p:cNvCxnSpPr/>
          <p:nvPr/>
        </p:nvCxnSpPr>
        <p:spPr bwMode="auto">
          <a:xfrm flipH="1">
            <a:off x="7057107" y="5825224"/>
            <a:ext cx="355107" cy="0"/>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01291237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5</a:t>
            </a:r>
          </a:p>
        </p:txBody>
      </p:sp>
      <p:sp>
        <p:nvSpPr>
          <p:cNvPr id="13" name="Text Placeholder 12"/>
          <p:cNvSpPr>
            <a:spLocks noGrp="1"/>
          </p:cNvSpPr>
          <p:nvPr>
            <p:ph type="body" sz="quarter" idx="11"/>
          </p:nvPr>
        </p:nvSpPr>
        <p:spPr/>
        <p:txBody>
          <a:bodyPr/>
          <a:lstStyle/>
          <a:p>
            <a:r>
              <a:rPr lang="en-US" dirty="0"/>
              <a:t>Software download </a:t>
            </a:r>
          </a:p>
        </p:txBody>
      </p:sp>
      <p:graphicFrame>
        <p:nvGraphicFramePr>
          <p:cNvPr id="5" name="Table Placeholder 4"/>
          <p:cNvGraphicFramePr>
            <a:graphicFrameLocks/>
          </p:cNvGraphicFramePr>
          <p:nvPr>
            <p:extLst>
              <p:ext uri="{D42A27DB-BD31-4B8C-83A1-F6EECF244321}">
                <p14:modId xmlns:p14="http://schemas.microsoft.com/office/powerpoint/2010/main" val="583358650"/>
              </p:ext>
            </p:extLst>
          </p:nvPr>
        </p:nvGraphicFramePr>
        <p:xfrm>
          <a:off x="28764" y="1049977"/>
          <a:ext cx="8799926" cy="2011764"/>
        </p:xfrm>
        <a:graphic>
          <a:graphicData uri="http://schemas.openxmlformats.org/drawingml/2006/table">
            <a:tbl>
              <a:tblPr firstRow="1" bandRow="1">
                <a:tableStyleId>{5C22544A-7EE6-4342-B048-85BDC9FD1C3A}</a:tableStyleId>
              </a:tblPr>
              <a:tblGrid>
                <a:gridCol w="638120">
                  <a:extLst>
                    <a:ext uri="{9D8B030D-6E8A-4147-A177-3AD203B41FA5}">
                      <a16:colId xmlns:a16="http://schemas.microsoft.com/office/drawing/2014/main" val="20000"/>
                    </a:ext>
                  </a:extLst>
                </a:gridCol>
                <a:gridCol w="8161806">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535866">
                <a:tc>
                  <a:txBody>
                    <a:bodyPr/>
                    <a:lstStyle/>
                    <a:p>
                      <a:pPr algn="ctr"/>
                      <a:r>
                        <a:rPr lang="en-US" sz="1800" dirty="0"/>
                        <a:t>20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Unzip and download the CANape21.0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Double click Setup.exe to begin install</a:t>
                      </a:r>
                    </a:p>
                  </a:txBody>
                  <a:tcPr marL="91443" marR="91443" marT="45734" marB="45734"/>
                </a:tc>
                <a:extLst>
                  <a:ext uri="{0D108BD9-81ED-4DB2-BD59-A6C34878D82A}">
                    <a16:rowId xmlns:a16="http://schemas.microsoft.com/office/drawing/2014/main" val="10001"/>
                  </a:ext>
                </a:extLst>
              </a:tr>
              <a:tr h="886983">
                <a:tc>
                  <a:txBody>
                    <a:bodyPr/>
                    <a:lstStyle/>
                    <a:p>
                      <a:pPr algn="ctr"/>
                      <a:r>
                        <a:rPr lang="en-US" sz="1800" dirty="0"/>
                        <a:t>21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Install to C:\Program Files\Vector CANape21.0 (Photo # 19)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Select the Fully Featured or Test Version (Photo # 20)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Note the Eve Kit may restart a couple times during install </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Content Placeholder 15">
            <a:extLst>
              <a:ext uri="{FF2B5EF4-FFF2-40B4-BE49-F238E27FC236}">
                <a16:creationId xmlns:a16="http://schemas.microsoft.com/office/drawing/2014/main" id="{5A00C43D-36D2-78A6-7203-D2CB26B6912C}"/>
              </a:ext>
            </a:extLst>
          </p:cNvPr>
          <p:cNvPicPr>
            <a:picLocks noChangeAspect="1"/>
          </p:cNvPicPr>
          <p:nvPr/>
        </p:nvPicPr>
        <p:blipFill rotWithShape="1">
          <a:blip r:embed="rId2">
            <a:extLst>
              <a:ext uri="{28A0092B-C50C-407E-A947-70E740481C1C}">
                <a14:useLocalDpi xmlns:a14="http://schemas.microsoft.com/office/drawing/2010/main" val="0"/>
              </a:ext>
            </a:extLst>
          </a:blip>
          <a:srcRect t="6031"/>
          <a:stretch/>
        </p:blipFill>
        <p:spPr>
          <a:xfrm>
            <a:off x="448889" y="3250323"/>
            <a:ext cx="3189204" cy="2274523"/>
          </a:xfrm>
          <a:prstGeom prst="rect">
            <a:avLst/>
          </a:prstGeom>
        </p:spPr>
      </p:pic>
      <p:pic>
        <p:nvPicPr>
          <p:cNvPr id="7" name="Picture 6">
            <a:extLst>
              <a:ext uri="{FF2B5EF4-FFF2-40B4-BE49-F238E27FC236}">
                <a16:creationId xmlns:a16="http://schemas.microsoft.com/office/drawing/2014/main" id="{9FD2D7C2-5B85-5349-DD34-DCBE6CD32548}"/>
              </a:ext>
            </a:extLst>
          </p:cNvPr>
          <p:cNvPicPr>
            <a:picLocks noChangeAspect="1"/>
          </p:cNvPicPr>
          <p:nvPr/>
        </p:nvPicPr>
        <p:blipFill rotWithShape="1">
          <a:blip r:embed="rId3">
            <a:extLst>
              <a:ext uri="{28A0092B-C50C-407E-A947-70E740481C1C}">
                <a14:useLocalDpi xmlns:a14="http://schemas.microsoft.com/office/drawing/2010/main" val="0"/>
              </a:ext>
            </a:extLst>
          </a:blip>
          <a:srcRect t="5703"/>
          <a:stretch/>
        </p:blipFill>
        <p:spPr>
          <a:xfrm>
            <a:off x="2607414" y="3613234"/>
            <a:ext cx="3273914" cy="2330773"/>
          </a:xfrm>
          <a:prstGeom prst="rect">
            <a:avLst/>
          </a:prstGeom>
        </p:spPr>
      </p:pic>
      <p:pic>
        <p:nvPicPr>
          <p:cNvPr id="10" name="Picture 9">
            <a:extLst>
              <a:ext uri="{FF2B5EF4-FFF2-40B4-BE49-F238E27FC236}">
                <a16:creationId xmlns:a16="http://schemas.microsoft.com/office/drawing/2014/main" id="{146E3688-D630-79E7-AC0B-A6E0F425EFDE}"/>
              </a:ext>
            </a:extLst>
          </p:cNvPr>
          <p:cNvPicPr>
            <a:picLocks noChangeAspect="1"/>
          </p:cNvPicPr>
          <p:nvPr/>
        </p:nvPicPr>
        <p:blipFill rotWithShape="1">
          <a:blip r:embed="rId4">
            <a:extLst>
              <a:ext uri="{28A0092B-C50C-407E-A947-70E740481C1C}">
                <a14:useLocalDpi xmlns:a14="http://schemas.microsoft.com/office/drawing/2010/main" val="0"/>
              </a:ext>
            </a:extLst>
          </a:blip>
          <a:srcRect t="5550" b="153"/>
          <a:stretch/>
        </p:blipFill>
        <p:spPr>
          <a:xfrm>
            <a:off x="5472917" y="3916465"/>
            <a:ext cx="3252290" cy="2330772"/>
          </a:xfrm>
          <a:prstGeom prst="rect">
            <a:avLst/>
          </a:prstGeom>
        </p:spPr>
      </p:pic>
      <p:sp>
        <p:nvSpPr>
          <p:cNvPr id="11" name="Rectangle 10">
            <a:extLst>
              <a:ext uri="{FF2B5EF4-FFF2-40B4-BE49-F238E27FC236}">
                <a16:creationId xmlns:a16="http://schemas.microsoft.com/office/drawing/2014/main" id="{FACFBCDB-0ED3-3787-7EF7-DF6E03701563}"/>
              </a:ext>
            </a:extLst>
          </p:cNvPr>
          <p:cNvSpPr/>
          <p:nvPr/>
        </p:nvSpPr>
        <p:spPr bwMode="auto">
          <a:xfrm>
            <a:off x="4102485" y="4614982"/>
            <a:ext cx="69273" cy="83127"/>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12" name="TextBox 11">
            <a:extLst>
              <a:ext uri="{FF2B5EF4-FFF2-40B4-BE49-F238E27FC236}">
                <a16:creationId xmlns:a16="http://schemas.microsoft.com/office/drawing/2014/main" id="{6A2890C4-A89B-6684-3E9A-97D20E6A961E}"/>
              </a:ext>
            </a:extLst>
          </p:cNvPr>
          <p:cNvSpPr txBox="1"/>
          <p:nvPr/>
        </p:nvSpPr>
        <p:spPr>
          <a:xfrm>
            <a:off x="4004103" y="4564877"/>
            <a:ext cx="678872" cy="184666"/>
          </a:xfrm>
          <a:prstGeom prst="rect">
            <a:avLst/>
          </a:prstGeom>
          <a:noFill/>
        </p:spPr>
        <p:txBody>
          <a:bodyPr wrap="square" rtlCol="0">
            <a:spAutoFit/>
          </a:bodyPr>
          <a:lstStyle/>
          <a:p>
            <a:r>
              <a:rPr lang="en-US" sz="600" b="0" dirty="0"/>
              <a:t>21</a:t>
            </a:r>
            <a:endParaRPr lang="en-US" sz="700" b="0" dirty="0"/>
          </a:p>
        </p:txBody>
      </p:sp>
      <p:sp>
        <p:nvSpPr>
          <p:cNvPr id="20" name="TextBox 19">
            <a:extLst>
              <a:ext uri="{FF2B5EF4-FFF2-40B4-BE49-F238E27FC236}">
                <a16:creationId xmlns:a16="http://schemas.microsoft.com/office/drawing/2014/main" id="{BDE66340-A0EB-40B4-F757-AE124633EE65}"/>
              </a:ext>
            </a:extLst>
          </p:cNvPr>
          <p:cNvSpPr txBox="1"/>
          <p:nvPr/>
        </p:nvSpPr>
        <p:spPr>
          <a:xfrm>
            <a:off x="2755628" y="5582566"/>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19</a:t>
            </a:r>
          </a:p>
        </p:txBody>
      </p:sp>
      <p:sp>
        <p:nvSpPr>
          <p:cNvPr id="14" name="TextBox 13">
            <a:extLst>
              <a:ext uri="{FF2B5EF4-FFF2-40B4-BE49-F238E27FC236}">
                <a16:creationId xmlns:a16="http://schemas.microsoft.com/office/drawing/2014/main" id="{76B97D68-D878-95B7-2B8C-0E6B9A35CF6D}"/>
              </a:ext>
            </a:extLst>
          </p:cNvPr>
          <p:cNvSpPr txBox="1"/>
          <p:nvPr/>
        </p:nvSpPr>
        <p:spPr>
          <a:xfrm>
            <a:off x="5621131" y="5852038"/>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20</a:t>
            </a:r>
          </a:p>
        </p:txBody>
      </p:sp>
    </p:spTree>
    <p:extLst>
      <p:ext uri="{BB962C8B-B14F-4D97-AF65-F5344CB8AC3E}">
        <p14:creationId xmlns:p14="http://schemas.microsoft.com/office/powerpoint/2010/main" val="59372041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Software download </a:t>
            </a:r>
          </a:p>
        </p:txBody>
      </p:sp>
      <p:graphicFrame>
        <p:nvGraphicFramePr>
          <p:cNvPr id="5" name="Table Placeholder 4"/>
          <p:cNvGraphicFramePr>
            <a:graphicFrameLocks/>
          </p:cNvGraphicFramePr>
          <p:nvPr>
            <p:extLst>
              <p:ext uri="{D42A27DB-BD31-4B8C-83A1-F6EECF244321}">
                <p14:modId xmlns:p14="http://schemas.microsoft.com/office/powerpoint/2010/main" val="103580432"/>
              </p:ext>
            </p:extLst>
          </p:nvPr>
        </p:nvGraphicFramePr>
        <p:xfrm>
          <a:off x="255072" y="1241644"/>
          <a:ext cx="5123752" cy="4410587"/>
        </p:xfrm>
        <a:graphic>
          <a:graphicData uri="http://schemas.openxmlformats.org/drawingml/2006/table">
            <a:tbl>
              <a:tblPr firstRow="1" bandRow="1">
                <a:tableStyleId>{5C22544A-7EE6-4342-B048-85BDC9FD1C3A}</a:tableStyleId>
              </a:tblPr>
              <a:tblGrid>
                <a:gridCol w="856552">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0337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1748180">
                <a:tc>
                  <a:txBody>
                    <a:bodyPr/>
                    <a:lstStyle/>
                    <a:p>
                      <a:pPr algn="ctr"/>
                      <a:r>
                        <a:rPr lang="en-US" sz="1800" dirty="0"/>
                        <a:t>22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u="none" strike="noStrike" kern="1200" dirty="0">
                          <a:solidFill>
                            <a:schemeClr val="dk1"/>
                          </a:solidFill>
                          <a:effectLst/>
                          <a:latin typeface="+mn-lt"/>
                          <a:ea typeface="+mn-ea"/>
                          <a:cs typeface="+mn-cs"/>
                        </a:rPr>
                        <a:t>Vector_Driver_Setup_080824 &gt; Vector_Driver_Setup_24_20_2 &gt; </a:t>
                      </a:r>
                      <a:r>
                        <a:rPr lang="en-US" sz="1600" b="0" kern="1200" dirty="0">
                          <a:solidFill>
                            <a:schemeClr val="dk1"/>
                          </a:solidFill>
                          <a:effectLst/>
                          <a:latin typeface="+mn-lt"/>
                          <a:ea typeface="+mn-ea"/>
                          <a:cs typeface="+mn-cs"/>
                        </a:rPr>
                        <a:t>Drivers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chemeClr val="dk1"/>
                          </a:solidFill>
                          <a:effectLst/>
                          <a:latin typeface="+mn-lt"/>
                          <a:ea typeface="+mn-ea"/>
                          <a:cs typeface="+mn-cs"/>
                        </a:rPr>
                        <a:t>Double click on setup.exe to download the vector tools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marL="91443" marR="91443" marT="45734" marB="45734"/>
                </a:tc>
                <a:extLst>
                  <a:ext uri="{0D108BD9-81ED-4DB2-BD59-A6C34878D82A}">
                    <a16:rowId xmlns:a16="http://schemas.microsoft.com/office/drawing/2014/main" val="10001"/>
                  </a:ext>
                </a:extLst>
              </a:tr>
              <a:tr h="2296619">
                <a:tc>
                  <a:txBody>
                    <a:bodyPr/>
                    <a:lstStyle/>
                    <a:p>
                      <a:pPr algn="ctr"/>
                      <a:r>
                        <a:rPr lang="en-US" sz="1800" dirty="0"/>
                        <a:t>23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Check the boxes to install the following drivers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VN1530/VN1531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VN1610/VN1611/VN1630/VN1640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VN1670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VN5650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Vector Time Sync Service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GNSS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(Photo # 21)</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Content Placeholder 5">
            <a:extLst>
              <a:ext uri="{FF2B5EF4-FFF2-40B4-BE49-F238E27FC236}">
                <a16:creationId xmlns:a16="http://schemas.microsoft.com/office/drawing/2014/main" id="{82A8F99E-DC19-73A8-85E8-8EBEFE292A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7412" y="905006"/>
            <a:ext cx="3372028" cy="5230579"/>
          </a:xfrm>
          <a:prstGeom prst="rect">
            <a:avLst/>
          </a:prstGeom>
        </p:spPr>
      </p:pic>
      <p:sp>
        <p:nvSpPr>
          <p:cNvPr id="7" name="TextBox 6">
            <a:extLst>
              <a:ext uri="{FF2B5EF4-FFF2-40B4-BE49-F238E27FC236}">
                <a16:creationId xmlns:a16="http://schemas.microsoft.com/office/drawing/2014/main" id="{1A652E8D-A034-0C89-B6E6-14C75E97E061}"/>
              </a:ext>
            </a:extLst>
          </p:cNvPr>
          <p:cNvSpPr txBox="1"/>
          <p:nvPr/>
        </p:nvSpPr>
        <p:spPr>
          <a:xfrm>
            <a:off x="5621131" y="5852038"/>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21</a:t>
            </a:r>
          </a:p>
        </p:txBody>
      </p:sp>
    </p:spTree>
    <p:extLst>
      <p:ext uri="{BB962C8B-B14F-4D97-AF65-F5344CB8AC3E}">
        <p14:creationId xmlns:p14="http://schemas.microsoft.com/office/powerpoint/2010/main" val="410937856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a:xfrm>
            <a:off x="255071" y="671813"/>
            <a:ext cx="3465281" cy="423863"/>
          </a:xfrm>
        </p:spPr>
        <p:txBody>
          <a:bodyPr/>
          <a:lstStyle/>
          <a:p>
            <a:r>
              <a:rPr lang="en-US" dirty="0"/>
              <a:t>Vector License Client </a:t>
            </a:r>
          </a:p>
        </p:txBody>
      </p:sp>
      <p:graphicFrame>
        <p:nvGraphicFramePr>
          <p:cNvPr id="5" name="Table Placeholder 4"/>
          <p:cNvGraphicFramePr>
            <a:graphicFrameLocks/>
          </p:cNvGraphicFramePr>
          <p:nvPr>
            <p:extLst>
              <p:ext uri="{D42A27DB-BD31-4B8C-83A1-F6EECF244321}">
                <p14:modId xmlns:p14="http://schemas.microsoft.com/office/powerpoint/2010/main" val="589544576"/>
              </p:ext>
            </p:extLst>
          </p:nvPr>
        </p:nvGraphicFramePr>
        <p:xfrm>
          <a:off x="255070" y="1083411"/>
          <a:ext cx="8521375" cy="975619"/>
        </p:xfrm>
        <a:graphic>
          <a:graphicData uri="http://schemas.openxmlformats.org/drawingml/2006/table">
            <a:tbl>
              <a:tblPr firstRow="1" bandRow="1">
                <a:tableStyleId>{5C22544A-7EE6-4342-B048-85BDC9FD1C3A}</a:tableStyleId>
              </a:tblPr>
              <a:tblGrid>
                <a:gridCol w="690861">
                  <a:extLst>
                    <a:ext uri="{9D8B030D-6E8A-4147-A177-3AD203B41FA5}">
                      <a16:colId xmlns:a16="http://schemas.microsoft.com/office/drawing/2014/main" val="20000"/>
                    </a:ext>
                  </a:extLst>
                </a:gridCol>
                <a:gridCol w="7830514">
                  <a:extLst>
                    <a:ext uri="{9D8B030D-6E8A-4147-A177-3AD203B41FA5}">
                      <a16:colId xmlns:a16="http://schemas.microsoft.com/office/drawing/2014/main" val="20001"/>
                    </a:ext>
                  </a:extLst>
                </a:gridCol>
              </a:tblGrid>
              <a:tr h="253908">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609831">
                <a:tc>
                  <a:txBody>
                    <a:bodyPr/>
                    <a:lstStyle/>
                    <a:p>
                      <a:pPr algn="ctr"/>
                      <a:r>
                        <a:rPr lang="en-US" sz="1800" dirty="0"/>
                        <a:t>24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Work with Andre Apostol, Ryan Bednar, or Michael Clayton to install Vector License to Eve Kit (Photo # 22)</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7" name="TextBox 6">
            <a:extLst>
              <a:ext uri="{FF2B5EF4-FFF2-40B4-BE49-F238E27FC236}">
                <a16:creationId xmlns:a16="http://schemas.microsoft.com/office/drawing/2014/main" id="{1A652E8D-A034-0C89-B6E6-14C75E97E061}"/>
              </a:ext>
            </a:extLst>
          </p:cNvPr>
          <p:cNvSpPr txBox="1"/>
          <p:nvPr/>
        </p:nvSpPr>
        <p:spPr>
          <a:xfrm>
            <a:off x="4448961" y="4034220"/>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22</a:t>
            </a:r>
          </a:p>
        </p:txBody>
      </p:sp>
      <p:pic>
        <p:nvPicPr>
          <p:cNvPr id="10" name="Picture 9">
            <a:extLst>
              <a:ext uri="{FF2B5EF4-FFF2-40B4-BE49-F238E27FC236}">
                <a16:creationId xmlns:a16="http://schemas.microsoft.com/office/drawing/2014/main" id="{18EE8301-1350-19AE-2B3C-D473102B6097}"/>
              </a:ext>
            </a:extLst>
          </p:cNvPr>
          <p:cNvPicPr>
            <a:picLocks noChangeAspect="1"/>
          </p:cNvPicPr>
          <p:nvPr/>
        </p:nvPicPr>
        <p:blipFill>
          <a:blip r:embed="rId2"/>
          <a:stretch>
            <a:fillRect/>
          </a:stretch>
        </p:blipFill>
        <p:spPr>
          <a:xfrm>
            <a:off x="139461" y="2059030"/>
            <a:ext cx="3395748" cy="2304993"/>
          </a:xfrm>
          <a:prstGeom prst="rect">
            <a:avLst/>
          </a:prstGeom>
        </p:spPr>
      </p:pic>
      <p:pic>
        <p:nvPicPr>
          <p:cNvPr id="12" name="Picture 11">
            <a:extLst>
              <a:ext uri="{FF2B5EF4-FFF2-40B4-BE49-F238E27FC236}">
                <a16:creationId xmlns:a16="http://schemas.microsoft.com/office/drawing/2014/main" id="{B4D4EF0A-7D23-81FE-2ABC-9FA1404F909C}"/>
              </a:ext>
            </a:extLst>
          </p:cNvPr>
          <p:cNvPicPr>
            <a:picLocks noChangeAspect="1"/>
          </p:cNvPicPr>
          <p:nvPr/>
        </p:nvPicPr>
        <p:blipFill>
          <a:blip r:embed="rId3"/>
          <a:stretch>
            <a:fillRect/>
          </a:stretch>
        </p:blipFill>
        <p:spPr>
          <a:xfrm>
            <a:off x="2756178" y="4466766"/>
            <a:ext cx="3446614" cy="2310186"/>
          </a:xfrm>
          <a:prstGeom prst="rect">
            <a:avLst/>
          </a:prstGeom>
        </p:spPr>
      </p:pic>
      <p:pic>
        <p:nvPicPr>
          <p:cNvPr id="15" name="Picture 14">
            <a:extLst>
              <a:ext uri="{FF2B5EF4-FFF2-40B4-BE49-F238E27FC236}">
                <a16:creationId xmlns:a16="http://schemas.microsoft.com/office/drawing/2014/main" id="{66BADCEB-D238-FE64-5CAA-EC3574FC5014}"/>
              </a:ext>
            </a:extLst>
          </p:cNvPr>
          <p:cNvPicPr>
            <a:picLocks noChangeAspect="1"/>
          </p:cNvPicPr>
          <p:nvPr/>
        </p:nvPicPr>
        <p:blipFill>
          <a:blip r:embed="rId4"/>
          <a:stretch>
            <a:fillRect/>
          </a:stretch>
        </p:blipFill>
        <p:spPr>
          <a:xfrm>
            <a:off x="5812555" y="2138661"/>
            <a:ext cx="3191984" cy="2317258"/>
          </a:xfrm>
          <a:prstGeom prst="rect">
            <a:avLst/>
          </a:prstGeom>
        </p:spPr>
      </p:pic>
    </p:spTree>
    <p:extLst>
      <p:ext uri="{BB962C8B-B14F-4D97-AF65-F5344CB8AC3E}">
        <p14:creationId xmlns:p14="http://schemas.microsoft.com/office/powerpoint/2010/main" val="81974030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1868142316"/>
              </p:ext>
            </p:extLst>
          </p:nvPr>
        </p:nvGraphicFramePr>
        <p:xfrm>
          <a:off x="255071" y="1241644"/>
          <a:ext cx="8521375" cy="2621392"/>
        </p:xfrm>
        <a:graphic>
          <a:graphicData uri="http://schemas.openxmlformats.org/drawingml/2006/table">
            <a:tbl>
              <a:tblPr firstRow="1" bandRow="1">
                <a:tableStyleId>{5C22544A-7EE6-4342-B048-85BDC9FD1C3A}</a:tableStyleId>
              </a:tblPr>
              <a:tblGrid>
                <a:gridCol w="884466">
                  <a:extLst>
                    <a:ext uri="{9D8B030D-6E8A-4147-A177-3AD203B41FA5}">
                      <a16:colId xmlns:a16="http://schemas.microsoft.com/office/drawing/2014/main" val="20000"/>
                    </a:ext>
                  </a:extLst>
                </a:gridCol>
                <a:gridCol w="7636909">
                  <a:extLst>
                    <a:ext uri="{9D8B030D-6E8A-4147-A177-3AD203B41FA5}">
                      <a16:colId xmlns:a16="http://schemas.microsoft.com/office/drawing/2014/main" val="20001"/>
                    </a:ext>
                  </a:extLst>
                </a:gridCol>
              </a:tblGrid>
              <a:tr h="122073">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25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Open Vector Hardware Config</a:t>
                      </a:r>
                    </a:p>
                  </a:txBody>
                  <a:tcPr marL="91443" marR="91443" marT="45734" marB="45734"/>
                </a:tc>
                <a:extLst>
                  <a:ext uri="{0D108BD9-81ED-4DB2-BD59-A6C34878D82A}">
                    <a16:rowId xmlns:a16="http://schemas.microsoft.com/office/drawing/2014/main" val="10001"/>
                  </a:ext>
                </a:extLst>
              </a:tr>
              <a:tr h="594804">
                <a:tc>
                  <a:txBody>
                    <a:bodyPr/>
                    <a:lstStyle/>
                    <a:p>
                      <a:pPr algn="ctr"/>
                      <a:r>
                        <a:rPr lang="en-US" sz="1800" dirty="0"/>
                        <a:t>26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In the Network Devices tab, make sure both the VN5650 and VN1670 are available.  If they are not available, click the Scan Network icon, once available, right click and select connect on each device. (Photo # 23)</a:t>
                      </a:r>
                    </a:p>
                  </a:txBody>
                  <a:tcPr marL="91443" marR="91443" marT="45734" marB="45734"/>
                </a:tc>
                <a:extLst>
                  <a:ext uri="{0D108BD9-81ED-4DB2-BD59-A6C34878D82A}">
                    <a16:rowId xmlns:a16="http://schemas.microsoft.com/office/drawing/2014/main" val="10002"/>
                  </a:ext>
                </a:extLst>
              </a:tr>
              <a:tr h="594804">
                <a:tc>
                  <a:txBody>
                    <a:bodyPr/>
                    <a:lstStyle/>
                    <a:p>
                      <a:pPr algn="ctr"/>
                      <a:r>
                        <a:rPr lang="en-US" sz="1800" dirty="0"/>
                        <a:t>27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each deice to change IP Address and Mode.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VN1670 – Mode: Static, IP: 192.168.4.4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VN1670 – Mode: Static, IP: 19.168.10.10</a:t>
                      </a:r>
                    </a:p>
                  </a:txBody>
                  <a:tcPr marL="91443" marR="91443" marT="45734" marB="45734"/>
                </a:tc>
                <a:extLst>
                  <a:ext uri="{0D108BD9-81ED-4DB2-BD59-A6C34878D82A}">
                    <a16:rowId xmlns:a16="http://schemas.microsoft.com/office/drawing/2014/main" val="435130853"/>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Content Placeholder 4">
            <a:extLst>
              <a:ext uri="{FF2B5EF4-FFF2-40B4-BE49-F238E27FC236}">
                <a16:creationId xmlns:a16="http://schemas.microsoft.com/office/drawing/2014/main" id="{21B933CC-A15A-B2A3-EDFB-D04AC113754D}"/>
              </a:ext>
            </a:extLst>
          </p:cNvPr>
          <p:cNvPicPr>
            <a:picLocks noChangeAspect="1"/>
          </p:cNvPicPr>
          <p:nvPr/>
        </p:nvPicPr>
        <p:blipFill rotWithShape="1">
          <a:blip r:embed="rId2">
            <a:extLst>
              <a:ext uri="{28A0092B-C50C-407E-A947-70E740481C1C}">
                <a14:useLocalDpi xmlns:a14="http://schemas.microsoft.com/office/drawing/2010/main" val="0"/>
              </a:ext>
            </a:extLst>
          </a:blip>
          <a:srcRect r="38470" b="47578"/>
          <a:stretch/>
        </p:blipFill>
        <p:spPr>
          <a:xfrm>
            <a:off x="225598" y="4087990"/>
            <a:ext cx="3623425" cy="1565452"/>
          </a:xfrm>
          <a:prstGeom prst="rect">
            <a:avLst/>
          </a:prstGeom>
        </p:spPr>
      </p:pic>
      <p:sp>
        <p:nvSpPr>
          <p:cNvPr id="7" name="TextBox 6">
            <a:extLst>
              <a:ext uri="{FF2B5EF4-FFF2-40B4-BE49-F238E27FC236}">
                <a16:creationId xmlns:a16="http://schemas.microsoft.com/office/drawing/2014/main" id="{1A652E8D-A034-0C89-B6E6-14C75E97E061}"/>
              </a:ext>
            </a:extLst>
          </p:cNvPr>
          <p:cNvSpPr txBox="1"/>
          <p:nvPr/>
        </p:nvSpPr>
        <p:spPr>
          <a:xfrm>
            <a:off x="3161877" y="5257270"/>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23</a:t>
            </a:r>
          </a:p>
        </p:txBody>
      </p:sp>
      <p:pic>
        <p:nvPicPr>
          <p:cNvPr id="10" name="Picture 9">
            <a:extLst>
              <a:ext uri="{FF2B5EF4-FFF2-40B4-BE49-F238E27FC236}">
                <a16:creationId xmlns:a16="http://schemas.microsoft.com/office/drawing/2014/main" id="{A2021FAB-DF22-F46D-E9E8-BAE19921EF30}"/>
              </a:ext>
            </a:extLst>
          </p:cNvPr>
          <p:cNvPicPr>
            <a:picLocks noChangeAspect="1"/>
          </p:cNvPicPr>
          <p:nvPr/>
        </p:nvPicPr>
        <p:blipFill rotWithShape="1">
          <a:blip r:embed="rId3">
            <a:extLst>
              <a:ext uri="{28A0092B-C50C-407E-A947-70E740481C1C}">
                <a14:useLocalDpi xmlns:a14="http://schemas.microsoft.com/office/drawing/2010/main" val="0"/>
              </a:ext>
            </a:extLst>
          </a:blip>
          <a:srcRect r="2729" b="38781"/>
          <a:stretch/>
        </p:blipFill>
        <p:spPr>
          <a:xfrm>
            <a:off x="4138315" y="4029670"/>
            <a:ext cx="4490107" cy="1988221"/>
          </a:xfrm>
          <a:prstGeom prst="rect">
            <a:avLst/>
          </a:prstGeom>
        </p:spPr>
      </p:pic>
      <p:sp>
        <p:nvSpPr>
          <p:cNvPr id="11" name="Oval 10">
            <a:extLst>
              <a:ext uri="{FF2B5EF4-FFF2-40B4-BE49-F238E27FC236}">
                <a16:creationId xmlns:a16="http://schemas.microsoft.com/office/drawing/2014/main" id="{6274A2E1-3A2E-7B4E-56C9-76C25E38CE10}"/>
              </a:ext>
            </a:extLst>
          </p:cNvPr>
          <p:cNvSpPr/>
          <p:nvPr/>
        </p:nvSpPr>
        <p:spPr>
          <a:xfrm>
            <a:off x="1758232" y="4291048"/>
            <a:ext cx="1194619" cy="36133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F6768DB-6EA9-3EFE-0C1D-1F38F563A714}"/>
              </a:ext>
            </a:extLst>
          </p:cNvPr>
          <p:cNvCxnSpPr>
            <a:cxnSpLocks/>
          </p:cNvCxnSpPr>
          <p:nvPr/>
        </p:nvCxnSpPr>
        <p:spPr bwMode="auto">
          <a:xfrm>
            <a:off x="2952851" y="4471717"/>
            <a:ext cx="1297858" cy="195416"/>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3BA66F1-99D6-7BBF-BE02-9F8A1EA0032D}"/>
              </a:ext>
            </a:extLst>
          </p:cNvPr>
          <p:cNvCxnSpPr>
            <a:cxnSpLocks/>
            <a:stCxn id="11" idx="6"/>
          </p:cNvCxnSpPr>
          <p:nvPr/>
        </p:nvCxnSpPr>
        <p:spPr bwMode="auto">
          <a:xfrm>
            <a:off x="2952851" y="4471717"/>
            <a:ext cx="1334729" cy="0"/>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28253876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1935585326"/>
              </p:ext>
            </p:extLst>
          </p:nvPr>
        </p:nvGraphicFramePr>
        <p:xfrm>
          <a:off x="84281" y="1079416"/>
          <a:ext cx="8902064" cy="2666687"/>
        </p:xfrm>
        <a:graphic>
          <a:graphicData uri="http://schemas.openxmlformats.org/drawingml/2006/table">
            <a:tbl>
              <a:tblPr firstRow="1" bandRow="1">
                <a:tableStyleId>{5C22544A-7EE6-4342-B048-85BDC9FD1C3A}</a:tableStyleId>
              </a:tblPr>
              <a:tblGrid>
                <a:gridCol w="577871">
                  <a:extLst>
                    <a:ext uri="{9D8B030D-6E8A-4147-A177-3AD203B41FA5}">
                      <a16:colId xmlns:a16="http://schemas.microsoft.com/office/drawing/2014/main" val="20000"/>
                    </a:ext>
                  </a:extLst>
                </a:gridCol>
                <a:gridCol w="8324193">
                  <a:extLst>
                    <a:ext uri="{9D8B030D-6E8A-4147-A177-3AD203B41FA5}">
                      <a16:colId xmlns:a16="http://schemas.microsoft.com/office/drawing/2014/main" val="20001"/>
                    </a:ext>
                  </a:extLst>
                </a:gridCol>
              </a:tblGrid>
              <a:tr h="39542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28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Expand the Application tab </a:t>
                      </a:r>
                    </a:p>
                  </a:txBody>
                  <a:tcPr marL="91443" marR="91443" marT="45734" marB="45734"/>
                </a:tc>
                <a:extLst>
                  <a:ext uri="{0D108BD9-81ED-4DB2-BD59-A6C34878D82A}">
                    <a16:rowId xmlns:a16="http://schemas.microsoft.com/office/drawing/2014/main" val="10001"/>
                  </a:ext>
                </a:extLst>
              </a:tr>
              <a:tr h="594804">
                <a:tc>
                  <a:txBody>
                    <a:bodyPr/>
                    <a:lstStyle/>
                    <a:p>
                      <a:pPr algn="ctr"/>
                      <a:r>
                        <a:rPr lang="en-US" sz="1800" dirty="0"/>
                        <a:t>29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on CANape and select Application Channel Usage (Photo # 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Assign CAN to 18 Channels and LIN to 5 Channels then click “OK” (Photo # 25)</a:t>
                      </a:r>
                    </a:p>
                  </a:txBody>
                  <a:tcPr marL="91443" marR="91443" marT="45734" marB="45734"/>
                </a:tc>
                <a:extLst>
                  <a:ext uri="{0D108BD9-81ED-4DB2-BD59-A6C34878D82A}">
                    <a16:rowId xmlns:a16="http://schemas.microsoft.com/office/drawing/2014/main" val="10002"/>
                  </a:ext>
                </a:extLst>
              </a:tr>
              <a:tr h="594804">
                <a:tc>
                  <a:txBody>
                    <a:bodyPr/>
                    <a:lstStyle/>
                    <a:p>
                      <a:pPr algn="ctr"/>
                      <a:r>
                        <a:rPr lang="en-US" sz="1800" dirty="0"/>
                        <a:t>30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each can channel and assign each can channel as show in Photo # 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CAN 1-10 = VN1670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CAN 11-16 = VN1530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CAN 17-18 = VN5650</a:t>
                      </a:r>
                    </a:p>
                  </a:txBody>
                  <a:tcPr marL="91443" marR="91443" marT="45734" marB="45734"/>
                </a:tc>
                <a:extLst>
                  <a:ext uri="{0D108BD9-81ED-4DB2-BD59-A6C34878D82A}">
                    <a16:rowId xmlns:a16="http://schemas.microsoft.com/office/drawing/2014/main" val="435130853"/>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15" name="Content Placeholder 9">
            <a:extLst>
              <a:ext uri="{FF2B5EF4-FFF2-40B4-BE49-F238E27FC236}">
                <a16:creationId xmlns:a16="http://schemas.microsoft.com/office/drawing/2014/main" id="{99B17BD8-9791-E573-4612-C5A0F9ADC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3500" y="3116044"/>
            <a:ext cx="4712946" cy="3369510"/>
          </a:xfrm>
          <a:prstGeom prst="rect">
            <a:avLst/>
          </a:prstGeom>
        </p:spPr>
      </p:pic>
      <p:pic>
        <p:nvPicPr>
          <p:cNvPr id="16" name="Picture 15">
            <a:extLst>
              <a:ext uri="{FF2B5EF4-FFF2-40B4-BE49-F238E27FC236}">
                <a16:creationId xmlns:a16="http://schemas.microsoft.com/office/drawing/2014/main" id="{96EDFCC4-6B77-A4BD-CAC8-D7147886BF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036" y="4168799"/>
            <a:ext cx="2830318" cy="2284471"/>
          </a:xfrm>
          <a:prstGeom prst="rect">
            <a:avLst/>
          </a:prstGeom>
        </p:spPr>
      </p:pic>
      <p:sp>
        <p:nvSpPr>
          <p:cNvPr id="7" name="TextBox 6">
            <a:extLst>
              <a:ext uri="{FF2B5EF4-FFF2-40B4-BE49-F238E27FC236}">
                <a16:creationId xmlns:a16="http://schemas.microsoft.com/office/drawing/2014/main" id="{1A652E8D-A034-0C89-B6E6-14C75E97E061}"/>
              </a:ext>
            </a:extLst>
          </p:cNvPr>
          <p:cNvSpPr txBox="1"/>
          <p:nvPr/>
        </p:nvSpPr>
        <p:spPr>
          <a:xfrm>
            <a:off x="2774332" y="5876261"/>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25</a:t>
            </a:r>
          </a:p>
        </p:txBody>
      </p:sp>
      <p:sp>
        <p:nvSpPr>
          <p:cNvPr id="17" name="TextBox 16">
            <a:extLst>
              <a:ext uri="{FF2B5EF4-FFF2-40B4-BE49-F238E27FC236}">
                <a16:creationId xmlns:a16="http://schemas.microsoft.com/office/drawing/2014/main" id="{4870160E-13C6-DEE4-114F-F7AA6A878032}"/>
              </a:ext>
            </a:extLst>
          </p:cNvPr>
          <p:cNvSpPr txBox="1"/>
          <p:nvPr/>
        </p:nvSpPr>
        <p:spPr>
          <a:xfrm>
            <a:off x="8159122" y="5979922"/>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24</a:t>
            </a:r>
          </a:p>
        </p:txBody>
      </p:sp>
      <p:sp>
        <p:nvSpPr>
          <p:cNvPr id="18" name="Oval 17">
            <a:extLst>
              <a:ext uri="{FF2B5EF4-FFF2-40B4-BE49-F238E27FC236}">
                <a16:creationId xmlns:a16="http://schemas.microsoft.com/office/drawing/2014/main" id="{B8748FC1-188E-57FA-70FA-25655F505799}"/>
              </a:ext>
            </a:extLst>
          </p:cNvPr>
          <p:cNvSpPr/>
          <p:nvPr/>
        </p:nvSpPr>
        <p:spPr>
          <a:xfrm>
            <a:off x="4328651" y="4869786"/>
            <a:ext cx="398207" cy="2036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E907F7A-89A3-D8ED-F62D-3FBCC74B8770}"/>
              </a:ext>
            </a:extLst>
          </p:cNvPr>
          <p:cNvCxnSpPr>
            <a:cxnSpLocks/>
            <a:stCxn id="18" idx="2"/>
          </p:cNvCxnSpPr>
          <p:nvPr/>
        </p:nvCxnSpPr>
        <p:spPr bwMode="auto">
          <a:xfrm flipH="1">
            <a:off x="3207774" y="4971616"/>
            <a:ext cx="1120877" cy="713294"/>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61816050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5025FB-6439-D71B-AB88-9D679D1DC7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5072" y="3526573"/>
            <a:ext cx="4056548" cy="2927518"/>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509906706"/>
              </p:ext>
            </p:extLst>
          </p:nvPr>
        </p:nvGraphicFramePr>
        <p:xfrm>
          <a:off x="255071" y="1079416"/>
          <a:ext cx="8521375" cy="2422847"/>
        </p:xfrm>
        <a:graphic>
          <a:graphicData uri="http://schemas.openxmlformats.org/drawingml/2006/table">
            <a:tbl>
              <a:tblPr firstRow="1" bandRow="1">
                <a:tableStyleId>{5C22544A-7EE6-4342-B048-85BDC9FD1C3A}</a:tableStyleId>
              </a:tblPr>
              <a:tblGrid>
                <a:gridCol w="884466">
                  <a:extLst>
                    <a:ext uri="{9D8B030D-6E8A-4147-A177-3AD203B41FA5}">
                      <a16:colId xmlns:a16="http://schemas.microsoft.com/office/drawing/2014/main" val="20000"/>
                    </a:ext>
                  </a:extLst>
                </a:gridCol>
                <a:gridCol w="7636909">
                  <a:extLst>
                    <a:ext uri="{9D8B030D-6E8A-4147-A177-3AD203B41FA5}">
                      <a16:colId xmlns:a16="http://schemas.microsoft.com/office/drawing/2014/main" val="20001"/>
                    </a:ext>
                  </a:extLst>
                </a:gridCol>
              </a:tblGrid>
              <a:tr h="395427">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31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Right click on VN5650 and select Ethernet Device Configuration </a:t>
                      </a:r>
                    </a:p>
                  </a:txBody>
                  <a:tcPr marL="91443" marR="91443" marT="45734" marB="45734"/>
                </a:tc>
                <a:extLst>
                  <a:ext uri="{0D108BD9-81ED-4DB2-BD59-A6C34878D82A}">
                    <a16:rowId xmlns:a16="http://schemas.microsoft.com/office/drawing/2014/main" val="10001"/>
                  </a:ext>
                </a:extLst>
              </a:tr>
              <a:tr h="594804">
                <a:tc>
                  <a:txBody>
                    <a:bodyPr/>
                    <a:lstStyle/>
                    <a:p>
                      <a:pPr algn="ctr"/>
                      <a:r>
                        <a:rPr lang="en-US" sz="1800" dirty="0"/>
                        <a:t>32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Drag the “Link” Segment and Physical ports 1 and 2 to the light blue box in the center of the screen (Photo # 26)</a:t>
                      </a:r>
                    </a:p>
                  </a:txBody>
                  <a:tcPr marL="91443" marR="91443" marT="45734" marB="45734"/>
                </a:tc>
                <a:extLst>
                  <a:ext uri="{0D108BD9-81ED-4DB2-BD59-A6C34878D82A}">
                    <a16:rowId xmlns:a16="http://schemas.microsoft.com/office/drawing/2014/main" val="10002"/>
                  </a:ext>
                </a:extLst>
              </a:tr>
              <a:tr h="594804">
                <a:tc>
                  <a:txBody>
                    <a:bodyPr/>
                    <a:lstStyle/>
                    <a:p>
                      <a:pPr algn="ctr"/>
                      <a:r>
                        <a:rPr lang="en-US" sz="1800" dirty="0"/>
                        <a:t>33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 Rename the name to ETH1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2 Rename Port 1 to </a:t>
                      </a:r>
                      <a:r>
                        <a:rPr lang="en-US" sz="1600" dirty="0" err="1">
                          <a:solidFill>
                            <a:schemeClr val="tx1"/>
                          </a:solidFill>
                        </a:rPr>
                        <a:t>RadarSensor</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3 Rename Port 2 to </a:t>
                      </a:r>
                      <a:r>
                        <a:rPr lang="en-US" sz="1600" dirty="0" err="1">
                          <a:solidFill>
                            <a:schemeClr val="tx1"/>
                          </a:solidFill>
                        </a:rPr>
                        <a:t>RadarECU</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4 Rename Link to </a:t>
                      </a:r>
                      <a:r>
                        <a:rPr lang="en-US" sz="1600" dirty="0" err="1">
                          <a:solidFill>
                            <a:schemeClr val="tx1"/>
                          </a:solidFill>
                        </a:rPr>
                        <a:t>RadarEth</a:t>
                      </a:r>
                      <a:r>
                        <a:rPr lang="en-US" sz="1600" dirty="0">
                          <a:solidFill>
                            <a:schemeClr val="tx1"/>
                          </a:solidFill>
                        </a:rPr>
                        <a:t> (Photo # 27)</a:t>
                      </a:r>
                    </a:p>
                  </a:txBody>
                  <a:tcPr marL="91443" marR="91443" marT="45734" marB="45734"/>
                </a:tc>
                <a:extLst>
                  <a:ext uri="{0D108BD9-81ED-4DB2-BD59-A6C34878D82A}">
                    <a16:rowId xmlns:a16="http://schemas.microsoft.com/office/drawing/2014/main" val="435130853"/>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7" name="TextBox 6">
            <a:extLst>
              <a:ext uri="{FF2B5EF4-FFF2-40B4-BE49-F238E27FC236}">
                <a16:creationId xmlns:a16="http://schemas.microsoft.com/office/drawing/2014/main" id="{1A652E8D-A034-0C89-B6E6-14C75E97E061}"/>
              </a:ext>
            </a:extLst>
          </p:cNvPr>
          <p:cNvSpPr txBox="1"/>
          <p:nvPr/>
        </p:nvSpPr>
        <p:spPr>
          <a:xfrm>
            <a:off x="3745026" y="5984808"/>
            <a:ext cx="434480" cy="307777"/>
          </a:xfrm>
          <a:prstGeom prst="rect">
            <a:avLst/>
          </a:prstGeom>
          <a:solidFill>
            <a:srgbClr val="FFFF00"/>
          </a:solidFill>
          <a:ln w="19050">
            <a:solidFill>
              <a:srgbClr val="FF0000"/>
            </a:solidFill>
          </a:ln>
        </p:spPr>
        <p:txBody>
          <a:bodyPr wrap="square" rtlCol="0" anchor="ctr">
            <a:spAutoFit/>
          </a:bodyPr>
          <a:lstStyle/>
          <a:p>
            <a:pPr algn="ctr"/>
            <a:r>
              <a:rPr lang="en-US" sz="1400" dirty="0"/>
              <a:t>26</a:t>
            </a:r>
          </a:p>
        </p:txBody>
      </p:sp>
      <p:sp>
        <p:nvSpPr>
          <p:cNvPr id="17" name="TextBox 16">
            <a:extLst>
              <a:ext uri="{FF2B5EF4-FFF2-40B4-BE49-F238E27FC236}">
                <a16:creationId xmlns:a16="http://schemas.microsoft.com/office/drawing/2014/main" id="{4870160E-13C6-DEE4-114F-F7AA6A878032}"/>
              </a:ext>
            </a:extLst>
          </p:cNvPr>
          <p:cNvSpPr txBox="1"/>
          <p:nvPr/>
        </p:nvSpPr>
        <p:spPr>
          <a:xfrm>
            <a:off x="8159122" y="5979922"/>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27</a:t>
            </a:r>
          </a:p>
        </p:txBody>
      </p:sp>
      <p:cxnSp>
        <p:nvCxnSpPr>
          <p:cNvPr id="19" name="Straight Arrow Connector 18">
            <a:extLst>
              <a:ext uri="{FF2B5EF4-FFF2-40B4-BE49-F238E27FC236}">
                <a16:creationId xmlns:a16="http://schemas.microsoft.com/office/drawing/2014/main" id="{1E907F7A-89A3-D8ED-F62D-3FBCC74B8770}"/>
              </a:ext>
            </a:extLst>
          </p:cNvPr>
          <p:cNvCxnSpPr>
            <a:cxnSpLocks/>
          </p:cNvCxnSpPr>
          <p:nvPr/>
        </p:nvCxnSpPr>
        <p:spPr bwMode="auto">
          <a:xfrm flipV="1">
            <a:off x="602401" y="4372704"/>
            <a:ext cx="659249" cy="405773"/>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46EE2336-D795-BDCD-9DBB-DDA9802DDA75}"/>
              </a:ext>
            </a:extLst>
          </p:cNvPr>
          <p:cNvCxnSpPr>
            <a:cxnSpLocks/>
          </p:cNvCxnSpPr>
          <p:nvPr/>
        </p:nvCxnSpPr>
        <p:spPr bwMode="auto">
          <a:xfrm flipV="1">
            <a:off x="602401" y="4429368"/>
            <a:ext cx="953628" cy="1079155"/>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211CF645-0C61-3177-C640-6A5F052FDCF1}"/>
              </a:ext>
            </a:extLst>
          </p:cNvPr>
          <p:cNvCxnSpPr>
            <a:cxnSpLocks/>
          </p:cNvCxnSpPr>
          <p:nvPr/>
        </p:nvCxnSpPr>
        <p:spPr bwMode="auto">
          <a:xfrm flipV="1">
            <a:off x="619432" y="4429368"/>
            <a:ext cx="1324042" cy="1182393"/>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pic>
        <p:nvPicPr>
          <p:cNvPr id="28" name="Picture 27">
            <a:extLst>
              <a:ext uri="{FF2B5EF4-FFF2-40B4-BE49-F238E27FC236}">
                <a16:creationId xmlns:a16="http://schemas.microsoft.com/office/drawing/2014/main" id="{355052DA-D6E0-9B09-4D4C-E47686BA2E23}"/>
              </a:ext>
            </a:extLst>
          </p:cNvPr>
          <p:cNvPicPr>
            <a:picLocks noChangeAspect="1"/>
          </p:cNvPicPr>
          <p:nvPr/>
        </p:nvPicPr>
        <p:blipFill rotWithShape="1">
          <a:blip r:embed="rId3">
            <a:extLst>
              <a:ext uri="{28A0092B-C50C-407E-A947-70E740481C1C}">
                <a14:useLocalDpi xmlns:a14="http://schemas.microsoft.com/office/drawing/2010/main" val="0"/>
              </a:ext>
            </a:extLst>
          </a:blip>
          <a:srcRect l="18861" t="8345" b="55426"/>
          <a:stretch/>
        </p:blipFill>
        <p:spPr>
          <a:xfrm>
            <a:off x="4320417" y="3599186"/>
            <a:ext cx="4621303" cy="1500511"/>
          </a:xfrm>
          <a:prstGeom prst="rect">
            <a:avLst/>
          </a:prstGeom>
        </p:spPr>
      </p:pic>
      <p:sp>
        <p:nvSpPr>
          <p:cNvPr id="29" name="TextBox 28">
            <a:extLst>
              <a:ext uri="{FF2B5EF4-FFF2-40B4-BE49-F238E27FC236}">
                <a16:creationId xmlns:a16="http://schemas.microsoft.com/office/drawing/2014/main" id="{C9003EDA-F035-04CF-CB8C-73175D321386}"/>
              </a:ext>
            </a:extLst>
          </p:cNvPr>
          <p:cNvSpPr txBox="1"/>
          <p:nvPr/>
        </p:nvSpPr>
        <p:spPr>
          <a:xfrm>
            <a:off x="8119568" y="4388780"/>
            <a:ext cx="155135" cy="253916"/>
          </a:xfrm>
          <a:prstGeom prst="rect">
            <a:avLst/>
          </a:prstGeom>
          <a:noFill/>
          <a:ln w="19050">
            <a:solidFill>
              <a:srgbClr val="FF0000"/>
            </a:solidFill>
          </a:ln>
        </p:spPr>
        <p:txBody>
          <a:bodyPr wrap="square" rtlCol="0" anchor="ctr">
            <a:spAutoFit/>
          </a:bodyPr>
          <a:lstStyle/>
          <a:p>
            <a:pPr algn="ctr"/>
            <a:r>
              <a:rPr lang="en-US" sz="1050" dirty="0"/>
              <a:t>1</a:t>
            </a:r>
          </a:p>
        </p:txBody>
      </p:sp>
      <p:sp>
        <p:nvSpPr>
          <p:cNvPr id="30" name="TextBox 29">
            <a:extLst>
              <a:ext uri="{FF2B5EF4-FFF2-40B4-BE49-F238E27FC236}">
                <a16:creationId xmlns:a16="http://schemas.microsoft.com/office/drawing/2014/main" id="{4F50E7AC-2AAF-8DB1-0FEF-4BF1C2EAE590}"/>
              </a:ext>
            </a:extLst>
          </p:cNvPr>
          <p:cNvSpPr txBox="1"/>
          <p:nvPr/>
        </p:nvSpPr>
        <p:spPr>
          <a:xfrm>
            <a:off x="4789340" y="4307749"/>
            <a:ext cx="155135" cy="253916"/>
          </a:xfrm>
          <a:prstGeom prst="rect">
            <a:avLst/>
          </a:prstGeom>
          <a:noFill/>
          <a:ln w="19050">
            <a:solidFill>
              <a:srgbClr val="FF0000"/>
            </a:solidFill>
          </a:ln>
        </p:spPr>
        <p:txBody>
          <a:bodyPr wrap="square" rtlCol="0" anchor="ctr">
            <a:spAutoFit/>
          </a:bodyPr>
          <a:lstStyle/>
          <a:p>
            <a:pPr algn="ctr"/>
            <a:r>
              <a:rPr lang="en-US" sz="1050" dirty="0"/>
              <a:t>2</a:t>
            </a:r>
          </a:p>
        </p:txBody>
      </p:sp>
      <p:sp>
        <p:nvSpPr>
          <p:cNvPr id="31" name="TextBox 30">
            <a:extLst>
              <a:ext uri="{FF2B5EF4-FFF2-40B4-BE49-F238E27FC236}">
                <a16:creationId xmlns:a16="http://schemas.microsoft.com/office/drawing/2014/main" id="{0530BDCE-CA7C-7C39-E636-9C09F86D5F66}"/>
              </a:ext>
            </a:extLst>
          </p:cNvPr>
          <p:cNvSpPr txBox="1"/>
          <p:nvPr/>
        </p:nvSpPr>
        <p:spPr>
          <a:xfrm>
            <a:off x="4866907" y="4630085"/>
            <a:ext cx="155135" cy="253916"/>
          </a:xfrm>
          <a:prstGeom prst="rect">
            <a:avLst/>
          </a:prstGeom>
          <a:noFill/>
          <a:ln w="19050">
            <a:solidFill>
              <a:srgbClr val="FF0000"/>
            </a:solidFill>
          </a:ln>
        </p:spPr>
        <p:txBody>
          <a:bodyPr wrap="square" rtlCol="0" anchor="ctr">
            <a:spAutoFit/>
          </a:bodyPr>
          <a:lstStyle/>
          <a:p>
            <a:pPr algn="ctr"/>
            <a:r>
              <a:rPr lang="en-US" sz="1050" dirty="0"/>
              <a:t>3</a:t>
            </a:r>
          </a:p>
        </p:txBody>
      </p:sp>
      <p:sp>
        <p:nvSpPr>
          <p:cNvPr id="32" name="TextBox 31">
            <a:extLst>
              <a:ext uri="{FF2B5EF4-FFF2-40B4-BE49-F238E27FC236}">
                <a16:creationId xmlns:a16="http://schemas.microsoft.com/office/drawing/2014/main" id="{5DE569F8-C300-DBD1-D8C9-206E356A41D2}"/>
              </a:ext>
            </a:extLst>
          </p:cNvPr>
          <p:cNvSpPr txBox="1"/>
          <p:nvPr/>
        </p:nvSpPr>
        <p:spPr>
          <a:xfrm>
            <a:off x="5744031" y="4069361"/>
            <a:ext cx="155135" cy="253916"/>
          </a:xfrm>
          <a:prstGeom prst="rect">
            <a:avLst/>
          </a:prstGeom>
          <a:noFill/>
          <a:ln w="19050">
            <a:solidFill>
              <a:srgbClr val="FF0000"/>
            </a:solidFill>
          </a:ln>
        </p:spPr>
        <p:txBody>
          <a:bodyPr wrap="square" rtlCol="0" anchor="ctr">
            <a:spAutoFit/>
          </a:bodyPr>
          <a:lstStyle/>
          <a:p>
            <a:pPr algn="ctr"/>
            <a:r>
              <a:rPr lang="en-US" sz="1050" dirty="0"/>
              <a:t>4</a:t>
            </a:r>
          </a:p>
        </p:txBody>
      </p:sp>
    </p:spTree>
    <p:extLst>
      <p:ext uri="{BB962C8B-B14F-4D97-AF65-F5344CB8AC3E}">
        <p14:creationId xmlns:p14="http://schemas.microsoft.com/office/powerpoint/2010/main" val="335991211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10</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533616619"/>
              </p:ext>
            </p:extLst>
          </p:nvPr>
        </p:nvGraphicFramePr>
        <p:xfrm>
          <a:off x="255071" y="1094161"/>
          <a:ext cx="8521375" cy="3352912"/>
        </p:xfrm>
        <a:graphic>
          <a:graphicData uri="http://schemas.openxmlformats.org/drawingml/2006/table">
            <a:tbl>
              <a:tblPr firstRow="1" bandRow="1">
                <a:tableStyleId>{5C22544A-7EE6-4342-B048-85BDC9FD1C3A}</a:tableStyleId>
              </a:tblPr>
              <a:tblGrid>
                <a:gridCol w="884466">
                  <a:extLst>
                    <a:ext uri="{9D8B030D-6E8A-4147-A177-3AD203B41FA5}">
                      <a16:colId xmlns:a16="http://schemas.microsoft.com/office/drawing/2014/main" val="20000"/>
                    </a:ext>
                  </a:extLst>
                </a:gridCol>
                <a:gridCol w="7636909">
                  <a:extLst>
                    <a:ext uri="{9D8B030D-6E8A-4147-A177-3AD203B41FA5}">
                      <a16:colId xmlns:a16="http://schemas.microsoft.com/office/drawing/2014/main" val="20001"/>
                    </a:ext>
                  </a:extLst>
                </a:gridCol>
              </a:tblGrid>
              <a:tr h="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34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Repeat steps 26 and 27 for the Camera and Map (Photo # 28)</a:t>
                      </a:r>
                    </a:p>
                  </a:txBody>
                  <a:tcPr marL="91443" marR="91443" marT="45734" marB="45734"/>
                </a:tc>
                <a:extLst>
                  <a:ext uri="{0D108BD9-81ED-4DB2-BD59-A6C34878D82A}">
                    <a16:rowId xmlns:a16="http://schemas.microsoft.com/office/drawing/2014/main" val="10001"/>
                  </a:ext>
                </a:extLst>
              </a:tr>
              <a:tr h="594804">
                <a:tc>
                  <a:txBody>
                    <a:bodyPr/>
                    <a:lstStyle/>
                    <a:p>
                      <a:pPr algn="ctr"/>
                      <a:r>
                        <a:rPr lang="en-US" sz="1800" dirty="0"/>
                        <a:t>35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 Note Camera will use Ports 3 and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the name to ETH2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Port 3 to </a:t>
                      </a:r>
                      <a:r>
                        <a:rPr lang="en-US" sz="1600" dirty="0" err="1">
                          <a:solidFill>
                            <a:schemeClr val="tx1"/>
                          </a:solidFill>
                        </a:rPr>
                        <a:t>CamSensor</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Port 4 to </a:t>
                      </a:r>
                      <a:r>
                        <a:rPr lang="en-US" sz="1600" dirty="0" err="1">
                          <a:solidFill>
                            <a:schemeClr val="tx1"/>
                          </a:solidFill>
                        </a:rPr>
                        <a:t>CamECU</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Link to </a:t>
                      </a:r>
                      <a:r>
                        <a:rPr lang="en-US" sz="1600" dirty="0" err="1">
                          <a:solidFill>
                            <a:schemeClr val="tx1"/>
                          </a:solidFill>
                        </a:rPr>
                        <a:t>CameraEth</a:t>
                      </a:r>
                      <a:endParaRPr lang="en-US" sz="1600" dirty="0">
                        <a:solidFill>
                          <a:schemeClr val="tx1"/>
                        </a:solidFill>
                      </a:endParaRPr>
                    </a:p>
                  </a:txBody>
                  <a:tcPr marL="91443" marR="91443" marT="45734" marB="45734"/>
                </a:tc>
                <a:extLst>
                  <a:ext uri="{0D108BD9-81ED-4DB2-BD59-A6C34878D82A}">
                    <a16:rowId xmlns:a16="http://schemas.microsoft.com/office/drawing/2014/main" val="10002"/>
                  </a:ext>
                </a:extLst>
              </a:tr>
              <a:tr h="594804">
                <a:tc>
                  <a:txBody>
                    <a:bodyPr/>
                    <a:lstStyle/>
                    <a:p>
                      <a:pPr algn="ctr"/>
                      <a:r>
                        <a:rPr lang="en-US" sz="1800" dirty="0"/>
                        <a:t>36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2 Note Map will use ports 5 and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the name to ETH3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Port 5 to ADASECU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Port 6 to </a:t>
                      </a:r>
                      <a:r>
                        <a:rPr lang="en-US" sz="1600" dirty="0" err="1">
                          <a:solidFill>
                            <a:schemeClr val="tx1"/>
                          </a:solidFill>
                        </a:rPr>
                        <a:t>MapECU</a:t>
                      </a:r>
                      <a:endParaRPr lang="en-US"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Rename Link to </a:t>
                      </a:r>
                      <a:r>
                        <a:rPr lang="en-US" sz="1600" dirty="0" err="1">
                          <a:solidFill>
                            <a:schemeClr val="tx1"/>
                          </a:solidFill>
                        </a:rPr>
                        <a:t>MapEth</a:t>
                      </a:r>
                      <a:endParaRPr lang="en-US" sz="1600" dirty="0">
                        <a:solidFill>
                          <a:schemeClr val="tx1"/>
                        </a:solidFill>
                      </a:endParaRPr>
                    </a:p>
                  </a:txBody>
                  <a:tcPr marL="91443" marR="91443" marT="45734" marB="45734"/>
                </a:tc>
                <a:extLst>
                  <a:ext uri="{0D108BD9-81ED-4DB2-BD59-A6C34878D82A}">
                    <a16:rowId xmlns:a16="http://schemas.microsoft.com/office/drawing/2014/main" val="435130853"/>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48A0E717-F8C3-B043-B05A-3FC1930D984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047" b="21122"/>
          <a:stretch/>
        </p:blipFill>
        <p:spPr>
          <a:xfrm>
            <a:off x="4031850" y="4068699"/>
            <a:ext cx="4703038" cy="2263280"/>
          </a:xfrm>
          <a:prstGeom prst="rect">
            <a:avLst/>
          </a:prstGeom>
        </p:spPr>
      </p:pic>
      <p:sp>
        <p:nvSpPr>
          <p:cNvPr id="7" name="TextBox 6">
            <a:extLst>
              <a:ext uri="{FF2B5EF4-FFF2-40B4-BE49-F238E27FC236}">
                <a16:creationId xmlns:a16="http://schemas.microsoft.com/office/drawing/2014/main" id="{1A652E8D-A034-0C89-B6E6-14C75E97E061}"/>
              </a:ext>
            </a:extLst>
          </p:cNvPr>
          <p:cNvSpPr txBox="1"/>
          <p:nvPr/>
        </p:nvSpPr>
        <p:spPr>
          <a:xfrm>
            <a:off x="8003487" y="5917727"/>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28</a:t>
            </a:r>
          </a:p>
        </p:txBody>
      </p:sp>
      <p:sp>
        <p:nvSpPr>
          <p:cNvPr id="10" name="TextBox 9">
            <a:extLst>
              <a:ext uri="{FF2B5EF4-FFF2-40B4-BE49-F238E27FC236}">
                <a16:creationId xmlns:a16="http://schemas.microsoft.com/office/drawing/2014/main" id="{BE4A50B8-0A94-EA61-DC00-E8BE9130B352}"/>
              </a:ext>
            </a:extLst>
          </p:cNvPr>
          <p:cNvSpPr txBox="1"/>
          <p:nvPr/>
        </p:nvSpPr>
        <p:spPr>
          <a:xfrm>
            <a:off x="6441160" y="5326325"/>
            <a:ext cx="155135" cy="253916"/>
          </a:xfrm>
          <a:prstGeom prst="rect">
            <a:avLst/>
          </a:prstGeom>
          <a:noFill/>
          <a:ln w="19050">
            <a:solidFill>
              <a:srgbClr val="FF0000"/>
            </a:solidFill>
          </a:ln>
        </p:spPr>
        <p:txBody>
          <a:bodyPr wrap="square" rtlCol="0" anchor="ctr">
            <a:spAutoFit/>
          </a:bodyPr>
          <a:lstStyle/>
          <a:p>
            <a:pPr algn="ctr"/>
            <a:r>
              <a:rPr lang="en-US" sz="1050" dirty="0"/>
              <a:t>1</a:t>
            </a:r>
          </a:p>
        </p:txBody>
      </p:sp>
      <p:sp>
        <p:nvSpPr>
          <p:cNvPr id="11" name="TextBox 10">
            <a:extLst>
              <a:ext uri="{FF2B5EF4-FFF2-40B4-BE49-F238E27FC236}">
                <a16:creationId xmlns:a16="http://schemas.microsoft.com/office/drawing/2014/main" id="{7BB569EE-6D2B-2A80-6E85-16C165917524}"/>
              </a:ext>
            </a:extLst>
          </p:cNvPr>
          <p:cNvSpPr txBox="1"/>
          <p:nvPr/>
        </p:nvSpPr>
        <p:spPr>
          <a:xfrm>
            <a:off x="6441160" y="5857352"/>
            <a:ext cx="155135" cy="253916"/>
          </a:xfrm>
          <a:prstGeom prst="rect">
            <a:avLst/>
          </a:prstGeom>
          <a:noFill/>
          <a:ln w="19050">
            <a:solidFill>
              <a:srgbClr val="FF0000"/>
            </a:solidFill>
          </a:ln>
        </p:spPr>
        <p:txBody>
          <a:bodyPr wrap="square" rtlCol="0" anchor="ctr">
            <a:spAutoFit/>
          </a:bodyPr>
          <a:lstStyle/>
          <a:p>
            <a:pPr algn="ctr"/>
            <a:r>
              <a:rPr lang="en-US" sz="1050" dirty="0"/>
              <a:t>2</a:t>
            </a:r>
          </a:p>
        </p:txBody>
      </p:sp>
    </p:spTree>
    <p:extLst>
      <p:ext uri="{BB962C8B-B14F-4D97-AF65-F5344CB8AC3E}">
        <p14:creationId xmlns:p14="http://schemas.microsoft.com/office/powerpoint/2010/main" val="362031733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Vector Hardware</a:t>
            </a:r>
          </a:p>
        </p:txBody>
      </p:sp>
      <p:graphicFrame>
        <p:nvGraphicFramePr>
          <p:cNvPr id="5" name="Table Placeholder 4"/>
          <p:cNvGraphicFramePr>
            <a:graphicFrameLocks/>
          </p:cNvGraphicFramePr>
          <p:nvPr>
            <p:extLst>
              <p:ext uri="{D42A27DB-BD31-4B8C-83A1-F6EECF244321}">
                <p14:modId xmlns:p14="http://schemas.microsoft.com/office/powerpoint/2010/main" val="4152584381"/>
              </p:ext>
            </p:extLst>
          </p:nvPr>
        </p:nvGraphicFramePr>
        <p:xfrm>
          <a:off x="255071" y="1241644"/>
          <a:ext cx="8521375" cy="1432616"/>
        </p:xfrm>
        <a:graphic>
          <a:graphicData uri="http://schemas.openxmlformats.org/drawingml/2006/table">
            <a:tbl>
              <a:tblPr firstRow="1" bandRow="1">
                <a:tableStyleId>{5C22544A-7EE6-4342-B048-85BDC9FD1C3A}</a:tableStyleId>
              </a:tblPr>
              <a:tblGrid>
                <a:gridCol w="884466">
                  <a:extLst>
                    <a:ext uri="{9D8B030D-6E8A-4147-A177-3AD203B41FA5}">
                      <a16:colId xmlns:a16="http://schemas.microsoft.com/office/drawing/2014/main" val="20000"/>
                    </a:ext>
                  </a:extLst>
                </a:gridCol>
                <a:gridCol w="7636909">
                  <a:extLst>
                    <a:ext uri="{9D8B030D-6E8A-4147-A177-3AD203B41FA5}">
                      <a16:colId xmlns:a16="http://schemas.microsoft.com/office/drawing/2014/main" val="20001"/>
                    </a:ext>
                  </a:extLst>
                </a:gridCol>
              </a:tblGrid>
              <a:tr h="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61770">
                <a:tc>
                  <a:txBody>
                    <a:bodyPr/>
                    <a:lstStyle/>
                    <a:p>
                      <a:pPr algn="ctr"/>
                      <a:r>
                        <a:rPr lang="en-US" sz="1800" dirty="0"/>
                        <a:t>37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“Write” in the top left corner to write the configuration to the VN5650. (Photo # 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Once complete a popup will say “Device Successfully </a:t>
                      </a:r>
                      <a:r>
                        <a:rPr lang="en-US" sz="1600" dirty="0" err="1"/>
                        <a:t>ConPhoto</a:t>
                      </a:r>
                      <a:r>
                        <a:rPr lang="en-US" sz="1600" dirty="0"/>
                        <a:t> #d” (Photo # 30)</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F380AF58-47EF-A57E-2F3A-5C12756790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8987" y="3013662"/>
            <a:ext cx="4703038" cy="3241060"/>
          </a:xfrm>
          <a:prstGeom prst="rect">
            <a:avLst/>
          </a:prstGeom>
        </p:spPr>
      </p:pic>
      <p:pic>
        <p:nvPicPr>
          <p:cNvPr id="10" name="Picture 9">
            <a:extLst>
              <a:ext uri="{FF2B5EF4-FFF2-40B4-BE49-F238E27FC236}">
                <a16:creationId xmlns:a16="http://schemas.microsoft.com/office/drawing/2014/main" id="{229DBBBA-822B-FA7A-02F0-D3A638373E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4609" y="5549963"/>
            <a:ext cx="2354445" cy="671017"/>
          </a:xfrm>
          <a:prstGeom prst="rect">
            <a:avLst/>
          </a:prstGeom>
        </p:spPr>
      </p:pic>
      <p:sp>
        <p:nvSpPr>
          <p:cNvPr id="11" name="TextBox 10">
            <a:extLst>
              <a:ext uri="{FF2B5EF4-FFF2-40B4-BE49-F238E27FC236}">
                <a16:creationId xmlns:a16="http://schemas.microsoft.com/office/drawing/2014/main" id="{73C1162B-C8DE-C5E4-B6AF-EEF59A48D223}"/>
              </a:ext>
            </a:extLst>
          </p:cNvPr>
          <p:cNvSpPr txBox="1"/>
          <p:nvPr/>
        </p:nvSpPr>
        <p:spPr>
          <a:xfrm>
            <a:off x="8074079" y="5852986"/>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30</a:t>
            </a:r>
          </a:p>
        </p:txBody>
      </p:sp>
      <p:sp>
        <p:nvSpPr>
          <p:cNvPr id="7" name="TextBox 6">
            <a:extLst>
              <a:ext uri="{FF2B5EF4-FFF2-40B4-BE49-F238E27FC236}">
                <a16:creationId xmlns:a16="http://schemas.microsoft.com/office/drawing/2014/main" id="{1A652E8D-A034-0C89-B6E6-14C75E97E061}"/>
              </a:ext>
            </a:extLst>
          </p:cNvPr>
          <p:cNvSpPr txBox="1"/>
          <p:nvPr/>
        </p:nvSpPr>
        <p:spPr>
          <a:xfrm>
            <a:off x="4579829" y="5850181"/>
            <a:ext cx="449842" cy="307777"/>
          </a:xfrm>
          <a:prstGeom prst="rect">
            <a:avLst/>
          </a:prstGeom>
          <a:solidFill>
            <a:srgbClr val="FFFF00"/>
          </a:solidFill>
          <a:ln w="19050">
            <a:solidFill>
              <a:srgbClr val="FF0000"/>
            </a:solidFill>
          </a:ln>
        </p:spPr>
        <p:txBody>
          <a:bodyPr wrap="square" rtlCol="0" anchor="ctr">
            <a:spAutoFit/>
          </a:bodyPr>
          <a:lstStyle/>
          <a:p>
            <a:pPr algn="ctr"/>
            <a:r>
              <a:rPr lang="en-US" sz="1400" dirty="0"/>
              <a:t>29</a:t>
            </a:r>
          </a:p>
        </p:txBody>
      </p:sp>
    </p:spTree>
    <p:extLst>
      <p:ext uri="{BB962C8B-B14F-4D97-AF65-F5344CB8AC3E}">
        <p14:creationId xmlns:p14="http://schemas.microsoft.com/office/powerpoint/2010/main" val="105594261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err="1"/>
              <a:t>Powershell</a:t>
            </a:r>
            <a:endParaRPr lang="en-US" dirty="0"/>
          </a:p>
        </p:txBody>
      </p:sp>
      <p:graphicFrame>
        <p:nvGraphicFramePr>
          <p:cNvPr id="5" name="Table Placeholder 4"/>
          <p:cNvGraphicFramePr>
            <a:graphicFrameLocks/>
          </p:cNvGraphicFramePr>
          <p:nvPr>
            <p:extLst>
              <p:ext uri="{D42A27DB-BD31-4B8C-83A1-F6EECF244321}">
                <p14:modId xmlns:p14="http://schemas.microsoft.com/office/powerpoint/2010/main" val="1119273245"/>
              </p:ext>
            </p:extLst>
          </p:nvPr>
        </p:nvGraphicFramePr>
        <p:xfrm>
          <a:off x="84281" y="1112234"/>
          <a:ext cx="8846885" cy="2875669"/>
        </p:xfrm>
        <a:graphic>
          <a:graphicData uri="http://schemas.openxmlformats.org/drawingml/2006/table">
            <a:tbl>
              <a:tblPr firstRow="1" bandRow="1">
                <a:tableStyleId>{5C22544A-7EE6-4342-B048-85BDC9FD1C3A}</a:tableStyleId>
              </a:tblPr>
              <a:tblGrid>
                <a:gridCol w="641525">
                  <a:extLst>
                    <a:ext uri="{9D8B030D-6E8A-4147-A177-3AD203B41FA5}">
                      <a16:colId xmlns:a16="http://schemas.microsoft.com/office/drawing/2014/main" val="20000"/>
                    </a:ext>
                  </a:extLst>
                </a:gridCol>
                <a:gridCol w="8205360">
                  <a:extLst>
                    <a:ext uri="{9D8B030D-6E8A-4147-A177-3AD203B41FA5}">
                      <a16:colId xmlns:a16="http://schemas.microsoft.com/office/drawing/2014/main" val="20001"/>
                    </a:ext>
                  </a:extLst>
                </a:gridCol>
              </a:tblGrid>
              <a:tr h="306219">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376225">
                <a:tc>
                  <a:txBody>
                    <a:bodyPr/>
                    <a:lstStyle/>
                    <a:p>
                      <a:pPr algn="ctr"/>
                      <a:r>
                        <a:rPr lang="en-US" sz="1800" dirty="0"/>
                        <a:t>38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Open File Explore folder on task bar</a:t>
                      </a:r>
                    </a:p>
                  </a:txBody>
                  <a:tcPr marL="91443" marR="91443" marT="45734" marB="45734"/>
                </a:tc>
                <a:extLst>
                  <a:ext uri="{0D108BD9-81ED-4DB2-BD59-A6C34878D82A}">
                    <a16:rowId xmlns:a16="http://schemas.microsoft.com/office/drawing/2014/main" val="10001"/>
                  </a:ext>
                </a:extLst>
              </a:tr>
              <a:tr h="656993">
                <a:tc>
                  <a:txBody>
                    <a:bodyPr/>
                    <a:lstStyle/>
                    <a:p>
                      <a:pPr algn="ctr"/>
                      <a:r>
                        <a:rPr lang="en-US" sz="1800" dirty="0"/>
                        <a:t>39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This PC &gt; Windows(C</a:t>
                      </a:r>
                      <a:r>
                        <a:rPr lang="en-US" sz="1600" dirty="0">
                          <a:solidFill>
                            <a:schemeClr val="tx1"/>
                          </a:solidFill>
                          <a:sym typeface="Wingdings" panose="05000000000000000000" pitchFamily="2" charset="2"/>
                        </a:rPr>
                        <a:t>:) &gt; System32 &gt; </a:t>
                      </a:r>
                      <a:r>
                        <a:rPr lang="en-US" sz="1600" dirty="0" err="1">
                          <a:solidFill>
                            <a:schemeClr val="tx1"/>
                          </a:solidFill>
                          <a:sym typeface="Wingdings" panose="05000000000000000000" pitchFamily="2" charset="2"/>
                        </a:rPr>
                        <a:t>WindowsPowerShell</a:t>
                      </a:r>
                      <a:r>
                        <a:rPr lang="en-US" sz="1600" dirty="0">
                          <a:solidFill>
                            <a:schemeClr val="tx1"/>
                          </a:solidFill>
                          <a:sym typeface="Wingdings" panose="05000000000000000000" pitchFamily="2" charset="2"/>
                        </a:rPr>
                        <a:t> &gt; v1.0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sym typeface="Wingdings" panose="05000000000000000000" pitchFamily="2" charset="2"/>
                        </a:rPr>
                        <a:t>Scroll down to Powershell.exe, right click and Run and Administrator (Photo # 31) </a:t>
                      </a:r>
                      <a:endParaRPr lang="en-US" sz="1600" dirty="0">
                        <a:solidFill>
                          <a:schemeClr val="tx1"/>
                        </a:solidFill>
                      </a:endParaRPr>
                    </a:p>
                  </a:txBody>
                  <a:tcPr marL="91443" marR="91443" marT="45734" marB="45734"/>
                </a:tc>
                <a:extLst>
                  <a:ext uri="{0D108BD9-81ED-4DB2-BD59-A6C34878D82A}">
                    <a16:rowId xmlns:a16="http://schemas.microsoft.com/office/drawing/2014/main" val="10002"/>
                  </a:ext>
                </a:extLst>
              </a:tr>
              <a:tr h="886983">
                <a:tc>
                  <a:txBody>
                    <a:bodyPr/>
                    <a:lstStyle/>
                    <a:p>
                      <a:pPr algn="ctr"/>
                      <a:r>
                        <a:rPr lang="en-US" sz="1800" dirty="0"/>
                        <a:t>40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In the command window   (Photo # 32)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(1) Type $</a:t>
                      </a:r>
                      <a:r>
                        <a:rPr lang="en-US" sz="1600" dirty="0" err="1">
                          <a:solidFill>
                            <a:schemeClr val="tx1"/>
                          </a:solidFill>
                        </a:rPr>
                        <a:t>PSVersionTable</a:t>
                      </a:r>
                      <a:r>
                        <a:rPr lang="en-US" sz="1600" dirty="0">
                          <a:solidFill>
                            <a:schemeClr val="tx1"/>
                          </a:solidFill>
                        </a:rPr>
                        <a:t> *enter*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	Ensure “</a:t>
                      </a:r>
                      <a:r>
                        <a:rPr lang="en-US" sz="1600" dirty="0" err="1">
                          <a:solidFill>
                            <a:schemeClr val="tx1"/>
                          </a:solidFill>
                        </a:rPr>
                        <a:t>PSVersion</a:t>
                      </a:r>
                      <a:r>
                        <a:rPr lang="en-US" sz="1600" dirty="0">
                          <a:solidFill>
                            <a:schemeClr val="tx1"/>
                          </a:solidFill>
                        </a:rPr>
                        <a:t>” = 5.1</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(2) Type set-</a:t>
                      </a:r>
                      <a:r>
                        <a:rPr lang="en-US" sz="1600" dirty="0" err="1">
                          <a:solidFill>
                            <a:schemeClr val="tx1"/>
                          </a:solidFill>
                        </a:rPr>
                        <a:t>executionpolicy</a:t>
                      </a:r>
                      <a:r>
                        <a:rPr lang="en-US" sz="1600" dirty="0">
                          <a:solidFill>
                            <a:schemeClr val="tx1"/>
                          </a:solidFill>
                        </a:rPr>
                        <a:t> </a:t>
                      </a:r>
                      <a:r>
                        <a:rPr lang="en-US" sz="1600" dirty="0" err="1">
                          <a:solidFill>
                            <a:schemeClr val="tx1"/>
                          </a:solidFill>
                        </a:rPr>
                        <a:t>remotesigned</a:t>
                      </a:r>
                      <a:r>
                        <a:rPr lang="en-US" sz="1600" dirty="0">
                          <a:solidFill>
                            <a:schemeClr val="tx1"/>
                          </a:solidFill>
                        </a:rPr>
                        <a:t> *enter*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rPr>
                        <a:t>	type “A” = Yes to All 	</a:t>
                      </a:r>
                    </a:p>
                  </a:txBody>
                  <a:tcPr marL="91443" marR="91443" marT="45734" marB="45734"/>
                </a:tc>
                <a:extLst>
                  <a:ext uri="{0D108BD9-81ED-4DB2-BD59-A6C34878D82A}">
                    <a16:rowId xmlns:a16="http://schemas.microsoft.com/office/drawing/2014/main" val="1575303407"/>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 name="Picture 1">
            <a:extLst>
              <a:ext uri="{FF2B5EF4-FFF2-40B4-BE49-F238E27FC236}">
                <a16:creationId xmlns:a16="http://schemas.microsoft.com/office/drawing/2014/main" id="{D0BF5CAA-F826-073B-B43E-C9EAE7C6B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8566" y="4138449"/>
            <a:ext cx="3415935" cy="2556816"/>
          </a:xfrm>
          <a:prstGeom prst="rect">
            <a:avLst/>
          </a:prstGeom>
        </p:spPr>
      </p:pic>
      <p:pic>
        <p:nvPicPr>
          <p:cNvPr id="7" name="Picture 6">
            <a:extLst>
              <a:ext uri="{FF2B5EF4-FFF2-40B4-BE49-F238E27FC236}">
                <a16:creationId xmlns:a16="http://schemas.microsoft.com/office/drawing/2014/main" id="{CE801433-C8FE-4288-1B0C-F7AA95EB0F2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7867"/>
          <a:stretch/>
        </p:blipFill>
        <p:spPr>
          <a:xfrm>
            <a:off x="4569754" y="4436373"/>
            <a:ext cx="4264429" cy="1988322"/>
          </a:xfrm>
          <a:prstGeom prst="rect">
            <a:avLst/>
          </a:prstGeom>
        </p:spPr>
      </p:pic>
      <p:sp>
        <p:nvSpPr>
          <p:cNvPr id="10" name="Oval 9">
            <a:extLst>
              <a:ext uri="{FF2B5EF4-FFF2-40B4-BE49-F238E27FC236}">
                <a16:creationId xmlns:a16="http://schemas.microsoft.com/office/drawing/2014/main" id="{0463D7F6-0522-A7D0-B7F5-4EE735158744}"/>
              </a:ext>
            </a:extLst>
          </p:cNvPr>
          <p:cNvSpPr/>
          <p:nvPr/>
        </p:nvSpPr>
        <p:spPr bwMode="auto">
          <a:xfrm>
            <a:off x="1519300" y="5953548"/>
            <a:ext cx="465222" cy="84221"/>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noProof="1">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F8F30162-30C5-56E9-B9B7-9E004BBF014F}"/>
              </a:ext>
            </a:extLst>
          </p:cNvPr>
          <p:cNvSpPr txBox="1"/>
          <p:nvPr/>
        </p:nvSpPr>
        <p:spPr>
          <a:xfrm>
            <a:off x="3480048" y="6216436"/>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31</a:t>
            </a:r>
          </a:p>
        </p:txBody>
      </p:sp>
      <p:sp>
        <p:nvSpPr>
          <p:cNvPr id="12" name="TextBox 11">
            <a:extLst>
              <a:ext uri="{FF2B5EF4-FFF2-40B4-BE49-F238E27FC236}">
                <a16:creationId xmlns:a16="http://schemas.microsoft.com/office/drawing/2014/main" id="{DD79EBEF-D5B8-1A59-3610-BBF8A04BB8ED}"/>
              </a:ext>
            </a:extLst>
          </p:cNvPr>
          <p:cNvSpPr txBox="1"/>
          <p:nvPr/>
        </p:nvSpPr>
        <p:spPr>
          <a:xfrm>
            <a:off x="8220722" y="6004805"/>
            <a:ext cx="465563" cy="307777"/>
          </a:xfrm>
          <a:prstGeom prst="rect">
            <a:avLst/>
          </a:prstGeom>
          <a:solidFill>
            <a:srgbClr val="FFFF00"/>
          </a:solidFill>
          <a:ln w="19050">
            <a:solidFill>
              <a:srgbClr val="FF0000"/>
            </a:solidFill>
          </a:ln>
        </p:spPr>
        <p:txBody>
          <a:bodyPr wrap="square" rtlCol="0" anchor="ctr">
            <a:spAutoFit/>
          </a:bodyPr>
          <a:lstStyle/>
          <a:p>
            <a:pPr algn="ctr"/>
            <a:r>
              <a:rPr lang="en-US" sz="1400" dirty="0"/>
              <a:t>32</a:t>
            </a:r>
          </a:p>
        </p:txBody>
      </p:sp>
      <p:sp>
        <p:nvSpPr>
          <p:cNvPr id="14" name="TextBox 13">
            <a:extLst>
              <a:ext uri="{FF2B5EF4-FFF2-40B4-BE49-F238E27FC236}">
                <a16:creationId xmlns:a16="http://schemas.microsoft.com/office/drawing/2014/main" id="{175F0B1B-7154-9D48-0395-27E70CA09620}"/>
              </a:ext>
            </a:extLst>
          </p:cNvPr>
          <p:cNvSpPr txBox="1"/>
          <p:nvPr/>
        </p:nvSpPr>
        <p:spPr>
          <a:xfrm>
            <a:off x="6385007" y="4692814"/>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1</a:t>
            </a:r>
            <a:endParaRPr lang="en-US" sz="10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7505806-7456-E058-BD0B-BA879C177B7F}"/>
              </a:ext>
            </a:extLst>
          </p:cNvPr>
          <p:cNvSpPr txBox="1"/>
          <p:nvPr/>
        </p:nvSpPr>
        <p:spPr>
          <a:xfrm>
            <a:off x="6723511" y="5401806"/>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13567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2</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349618907"/>
              </p:ext>
            </p:extLst>
          </p:nvPr>
        </p:nvGraphicFramePr>
        <p:xfrm>
          <a:off x="255072" y="1241646"/>
          <a:ext cx="8431213" cy="1086387"/>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Unplug the green power connector from the second Axis Encoder (Photo # 33)</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1" name="Picture 20" descr="A close up of a machine&#10;&#10;Description automatically generated">
            <a:extLst>
              <a:ext uri="{FF2B5EF4-FFF2-40B4-BE49-F238E27FC236}">
                <a16:creationId xmlns:a16="http://schemas.microsoft.com/office/drawing/2014/main" id="{E895EDF1-4CCB-7175-A8A0-CE4F1D76295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708" t="12947" r="9745" b="22883"/>
          <a:stretch/>
        </p:blipFill>
        <p:spPr>
          <a:xfrm>
            <a:off x="1682583" y="2474003"/>
            <a:ext cx="5280191" cy="3116297"/>
          </a:xfrm>
          <a:prstGeom prst="rect">
            <a:avLst/>
          </a:prstGeom>
        </p:spPr>
      </p:pic>
      <p:sp>
        <p:nvSpPr>
          <p:cNvPr id="22" name="TextBox 21">
            <a:extLst>
              <a:ext uri="{FF2B5EF4-FFF2-40B4-BE49-F238E27FC236}">
                <a16:creationId xmlns:a16="http://schemas.microsoft.com/office/drawing/2014/main" id="{70FCBB28-A3BE-E35E-3230-C62997CACCA7}"/>
              </a:ext>
            </a:extLst>
          </p:cNvPr>
          <p:cNvSpPr txBox="1"/>
          <p:nvPr/>
        </p:nvSpPr>
        <p:spPr>
          <a:xfrm>
            <a:off x="2266991" y="5932198"/>
            <a:ext cx="1637071" cy="369332"/>
          </a:xfrm>
          <a:prstGeom prst="rect">
            <a:avLst/>
          </a:prstGeom>
          <a:noFill/>
        </p:spPr>
        <p:txBody>
          <a:bodyPr wrap="square" rtlCol="0">
            <a:spAutoFit/>
          </a:bodyPr>
          <a:lstStyle/>
          <a:p>
            <a:pPr algn="ctr"/>
            <a:r>
              <a:rPr lang="en-US" b="0" dirty="0"/>
              <a:t>Encoder #1</a:t>
            </a:r>
          </a:p>
        </p:txBody>
      </p:sp>
      <p:cxnSp>
        <p:nvCxnSpPr>
          <p:cNvPr id="23" name="Straight Arrow Connector 22">
            <a:extLst>
              <a:ext uri="{FF2B5EF4-FFF2-40B4-BE49-F238E27FC236}">
                <a16:creationId xmlns:a16="http://schemas.microsoft.com/office/drawing/2014/main" id="{6F3DE942-FC0B-ACCA-D439-FDD95BA6BF23}"/>
              </a:ext>
            </a:extLst>
          </p:cNvPr>
          <p:cNvCxnSpPr>
            <a:cxnSpLocks/>
          </p:cNvCxnSpPr>
          <p:nvPr/>
        </p:nvCxnSpPr>
        <p:spPr bwMode="auto">
          <a:xfrm flipV="1">
            <a:off x="3013435" y="4950835"/>
            <a:ext cx="13288" cy="1085410"/>
          </a:xfrm>
          <a:prstGeom prst="straightConnector1">
            <a:avLst/>
          </a:prstGeom>
          <a:ln w="25400">
            <a:solidFill>
              <a:srgbClr val="C0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427655B7-229E-BF45-3E4C-AF205A826470}"/>
              </a:ext>
            </a:extLst>
          </p:cNvPr>
          <p:cNvSpPr txBox="1"/>
          <p:nvPr/>
        </p:nvSpPr>
        <p:spPr>
          <a:xfrm>
            <a:off x="4744071" y="5949083"/>
            <a:ext cx="1637071" cy="369332"/>
          </a:xfrm>
          <a:prstGeom prst="rect">
            <a:avLst/>
          </a:prstGeom>
          <a:noFill/>
        </p:spPr>
        <p:txBody>
          <a:bodyPr wrap="square" rtlCol="0">
            <a:spAutoFit/>
          </a:bodyPr>
          <a:lstStyle/>
          <a:p>
            <a:pPr algn="ctr"/>
            <a:r>
              <a:rPr lang="en-US" b="0" dirty="0"/>
              <a:t>Encoder #2</a:t>
            </a:r>
          </a:p>
        </p:txBody>
      </p:sp>
      <p:cxnSp>
        <p:nvCxnSpPr>
          <p:cNvPr id="25" name="Straight Arrow Connector 24">
            <a:extLst>
              <a:ext uri="{FF2B5EF4-FFF2-40B4-BE49-F238E27FC236}">
                <a16:creationId xmlns:a16="http://schemas.microsoft.com/office/drawing/2014/main" id="{E3951D98-6F5A-01A2-2469-C85ACBA107FE}"/>
              </a:ext>
            </a:extLst>
          </p:cNvPr>
          <p:cNvCxnSpPr>
            <a:cxnSpLocks/>
          </p:cNvCxnSpPr>
          <p:nvPr/>
        </p:nvCxnSpPr>
        <p:spPr bwMode="auto">
          <a:xfrm flipV="1">
            <a:off x="5490515" y="4967720"/>
            <a:ext cx="13288" cy="1085410"/>
          </a:xfrm>
          <a:prstGeom prst="straightConnector1">
            <a:avLst/>
          </a:prstGeom>
          <a:ln w="25400">
            <a:solidFill>
              <a:srgbClr val="C0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6" name="Oval 25">
            <a:extLst>
              <a:ext uri="{FF2B5EF4-FFF2-40B4-BE49-F238E27FC236}">
                <a16:creationId xmlns:a16="http://schemas.microsoft.com/office/drawing/2014/main" id="{2F374C7C-77DB-F01B-6C94-A20591A0F105}"/>
              </a:ext>
            </a:extLst>
          </p:cNvPr>
          <p:cNvSpPr/>
          <p:nvPr/>
        </p:nvSpPr>
        <p:spPr>
          <a:xfrm>
            <a:off x="5676906" y="3989960"/>
            <a:ext cx="657326" cy="6708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DC3E4E2E-E509-A638-81F4-E94D55612AAF}"/>
              </a:ext>
            </a:extLst>
          </p:cNvPr>
          <p:cNvCxnSpPr>
            <a:cxnSpLocks/>
          </p:cNvCxnSpPr>
          <p:nvPr/>
        </p:nvCxnSpPr>
        <p:spPr bwMode="auto">
          <a:xfrm flipH="1">
            <a:off x="6336155" y="4255028"/>
            <a:ext cx="1125262" cy="0"/>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
        <p:nvSpPr>
          <p:cNvPr id="29" name="TextBox 28">
            <a:extLst>
              <a:ext uri="{FF2B5EF4-FFF2-40B4-BE49-F238E27FC236}">
                <a16:creationId xmlns:a16="http://schemas.microsoft.com/office/drawing/2014/main" id="{B0C9CFBA-3F06-0AB7-5ACB-332F8178DCF5}"/>
              </a:ext>
            </a:extLst>
          </p:cNvPr>
          <p:cNvSpPr txBox="1"/>
          <p:nvPr/>
        </p:nvSpPr>
        <p:spPr>
          <a:xfrm>
            <a:off x="7074690" y="3886838"/>
            <a:ext cx="1637071" cy="646331"/>
          </a:xfrm>
          <a:prstGeom prst="rect">
            <a:avLst/>
          </a:prstGeom>
          <a:noFill/>
        </p:spPr>
        <p:txBody>
          <a:bodyPr wrap="square" rtlCol="0">
            <a:spAutoFit/>
          </a:bodyPr>
          <a:lstStyle/>
          <a:p>
            <a:pPr algn="ctr"/>
            <a:r>
              <a:rPr lang="en-US" b="0" dirty="0"/>
              <a:t>Power connector</a:t>
            </a:r>
          </a:p>
        </p:txBody>
      </p:sp>
      <p:sp>
        <p:nvSpPr>
          <p:cNvPr id="17" name="TextBox 16">
            <a:extLst>
              <a:ext uri="{FF2B5EF4-FFF2-40B4-BE49-F238E27FC236}">
                <a16:creationId xmlns:a16="http://schemas.microsoft.com/office/drawing/2014/main" id="{371B9BCE-48C2-8697-F3E1-A648315F0B99}"/>
              </a:ext>
            </a:extLst>
          </p:cNvPr>
          <p:cNvSpPr txBox="1"/>
          <p:nvPr/>
        </p:nvSpPr>
        <p:spPr>
          <a:xfrm>
            <a:off x="6479066" y="5185763"/>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33</a:t>
            </a:r>
          </a:p>
        </p:txBody>
      </p:sp>
    </p:spTree>
    <p:extLst>
      <p:ext uri="{BB962C8B-B14F-4D97-AF65-F5344CB8AC3E}">
        <p14:creationId xmlns:p14="http://schemas.microsoft.com/office/powerpoint/2010/main" val="105514438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6B28924B-DF18-8D9A-5938-B439E4ABD9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5072" y="3214270"/>
            <a:ext cx="4022629" cy="3040452"/>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BA1CB910-4081-4419-08B9-34F9372A9A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5680" y="3214270"/>
            <a:ext cx="4350060" cy="3037070"/>
          </a:xfrm>
          <a:prstGeom prst="rect">
            <a:avLst/>
          </a:prstGeom>
        </p:spPr>
      </p:pic>
      <p:sp>
        <p:nvSpPr>
          <p:cNvPr id="3" name="Text Placeholder 2"/>
          <p:cNvSpPr>
            <a:spLocks noGrp="1"/>
          </p:cNvSpPr>
          <p:nvPr>
            <p:ph type="body" sz="quarter" idx="10"/>
          </p:nvPr>
        </p:nvSpPr>
        <p:spPr/>
        <p:txBody>
          <a:bodyPr/>
          <a:lstStyle/>
          <a:p>
            <a:pPr algn="ctr"/>
            <a:r>
              <a:rPr lang="en-US" dirty="0"/>
              <a:t>5</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3602863015"/>
              </p:ext>
            </p:extLst>
          </p:nvPr>
        </p:nvGraphicFramePr>
        <p:xfrm>
          <a:off x="255072" y="1241646"/>
          <a:ext cx="8431213" cy="1965408"/>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Right click on the network icon in the bottom right to go to network settings (1) .  Once in network settings, click on “Change adapter options” (2) (Photo # 34) </a:t>
                      </a:r>
                    </a:p>
                  </a:txBody>
                  <a:tcPr marL="91443" marR="91443" marT="45734" marB="45734"/>
                </a:tc>
                <a:extLst>
                  <a:ext uri="{0D108BD9-81ED-4DB2-BD59-A6C34878D82A}">
                    <a16:rowId xmlns:a16="http://schemas.microsoft.com/office/drawing/2014/main" val="10001"/>
                  </a:ext>
                </a:extLst>
              </a:tr>
              <a:tr h="776632">
                <a:tc>
                  <a:txBody>
                    <a:bodyPr/>
                    <a:lstStyle/>
                    <a:p>
                      <a:pPr algn="ctr"/>
                      <a:r>
                        <a:rPr lang="en-US" sz="1800" dirty="0"/>
                        <a:t>43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Right click on the “1G 1” network and go down to properties. (Photo # 35)</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3735111" y="5177749"/>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34</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343150" y="5818420"/>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35</a:t>
            </a:r>
          </a:p>
        </p:txBody>
      </p:sp>
      <p:sp>
        <p:nvSpPr>
          <p:cNvPr id="19" name="TextBox 18">
            <a:extLst>
              <a:ext uri="{FF2B5EF4-FFF2-40B4-BE49-F238E27FC236}">
                <a16:creationId xmlns:a16="http://schemas.microsoft.com/office/drawing/2014/main" id="{766960D2-CFBB-B4F9-902E-315697A16DBF}"/>
              </a:ext>
            </a:extLst>
          </p:cNvPr>
          <p:cNvSpPr txBox="1"/>
          <p:nvPr/>
        </p:nvSpPr>
        <p:spPr>
          <a:xfrm>
            <a:off x="3295134" y="5572199"/>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1</a:t>
            </a:r>
            <a:endParaRPr lang="en-US" sz="1000"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ED92B1E-D5D9-F9D5-0DD8-B43E5430EBEC}"/>
              </a:ext>
            </a:extLst>
          </p:cNvPr>
          <p:cNvSpPr txBox="1"/>
          <p:nvPr/>
        </p:nvSpPr>
        <p:spPr>
          <a:xfrm>
            <a:off x="1867425" y="4806172"/>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2</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25352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screenshot of a computer&#10;&#10;Description automatically generated">
            <a:extLst>
              <a:ext uri="{FF2B5EF4-FFF2-40B4-BE49-F238E27FC236}">
                <a16:creationId xmlns:a16="http://schemas.microsoft.com/office/drawing/2014/main" id="{E1C948B7-230F-1CFA-34A6-C3E07E7D08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6413" y="3429000"/>
            <a:ext cx="4348683" cy="2446134"/>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FC8DED76-3A51-D788-1125-538C757F7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063" y="3429000"/>
            <a:ext cx="4348683" cy="2446134"/>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325680181"/>
              </p:ext>
            </p:extLst>
          </p:nvPr>
        </p:nvGraphicFramePr>
        <p:xfrm>
          <a:off x="255072" y="1241646"/>
          <a:ext cx="8431213" cy="1452175"/>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on “Internet Protocol Version 4 (TCP/IPv4)” then click properties  (Photo # 36) </a:t>
                      </a:r>
                    </a:p>
                  </a:txBody>
                  <a:tcPr marL="91443" marR="91443" marT="45734" marB="45734"/>
                </a:tc>
                <a:extLst>
                  <a:ext uri="{0D108BD9-81ED-4DB2-BD59-A6C34878D82A}">
                    <a16:rowId xmlns:a16="http://schemas.microsoft.com/office/drawing/2014/main" val="10001"/>
                  </a:ext>
                </a:extLst>
              </a:tr>
              <a:tr h="162919">
                <a:tc>
                  <a:txBody>
                    <a:bodyPr/>
                    <a:lstStyle/>
                    <a:p>
                      <a:pPr algn="ctr"/>
                      <a:r>
                        <a:rPr lang="en-US" sz="1800" dirty="0"/>
                        <a:t>45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the IP Address to 192.168.0.10 and click OK (Photo # 37)</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3944971" y="5446838"/>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36</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362828" y="5442308"/>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37</a:t>
            </a:r>
          </a:p>
        </p:txBody>
      </p:sp>
    </p:spTree>
    <p:extLst>
      <p:ext uri="{BB962C8B-B14F-4D97-AF65-F5344CB8AC3E}">
        <p14:creationId xmlns:p14="http://schemas.microsoft.com/office/powerpoint/2010/main" val="67056835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DEBE5FEC-2B92-D671-AE1E-A366F84CEB01}"/>
              </a:ext>
            </a:extLst>
          </p:cNvPr>
          <p:cNvPicPr>
            <a:picLocks noChangeAspect="1"/>
          </p:cNvPicPr>
          <p:nvPr/>
        </p:nvPicPr>
        <p:blipFill rotWithShape="1">
          <a:blip r:embed="rId2">
            <a:extLst>
              <a:ext uri="{28A0092B-C50C-407E-A947-70E740481C1C}">
                <a14:useLocalDpi xmlns:a14="http://schemas.microsoft.com/office/drawing/2010/main" val="0"/>
              </a:ext>
            </a:extLst>
          </a:blip>
          <a:srcRect r="22039" b="40856"/>
          <a:stretch/>
        </p:blipFill>
        <p:spPr>
          <a:xfrm>
            <a:off x="668489" y="3228483"/>
            <a:ext cx="7471378" cy="3188258"/>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809189413"/>
              </p:ext>
            </p:extLst>
          </p:nvPr>
        </p:nvGraphicFramePr>
        <p:xfrm>
          <a:off x="89534" y="1001824"/>
          <a:ext cx="8431213" cy="1920296"/>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46</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Go to google chrome and type in 192.168.0.90 in the search bar,  This will take you to the Axis log in page.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For Username: root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For Password: root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You will then be sent back to the sign in page (Photo # 38) </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6375501" y="5946945"/>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38</a:t>
            </a:r>
          </a:p>
        </p:txBody>
      </p:sp>
      <p:sp>
        <p:nvSpPr>
          <p:cNvPr id="11" name="TextBox 10">
            <a:extLst>
              <a:ext uri="{FF2B5EF4-FFF2-40B4-BE49-F238E27FC236}">
                <a16:creationId xmlns:a16="http://schemas.microsoft.com/office/drawing/2014/main" id="{2E309B34-B87D-1579-D761-8D174BF7E333}"/>
              </a:ext>
            </a:extLst>
          </p:cNvPr>
          <p:cNvSpPr txBox="1"/>
          <p:nvPr/>
        </p:nvSpPr>
        <p:spPr>
          <a:xfrm>
            <a:off x="4206149" y="4177731"/>
            <a:ext cx="1406301" cy="200055"/>
          </a:xfrm>
          <a:prstGeom prst="rect">
            <a:avLst/>
          </a:prstGeom>
          <a:noFill/>
        </p:spPr>
        <p:txBody>
          <a:bodyPr wrap="square" rtlCol="0">
            <a:spAutoFit/>
          </a:bodyPr>
          <a:lstStyle/>
          <a:p>
            <a:r>
              <a:rPr lang="en-US" sz="700" dirty="0">
                <a:solidFill>
                  <a:srgbClr val="FF0000"/>
                </a:solidFill>
              </a:rPr>
              <a:t>root</a:t>
            </a:r>
            <a:endParaRPr lang="en-US" sz="1000" dirty="0">
              <a:solidFill>
                <a:srgbClr val="FF0000"/>
              </a:solidFill>
            </a:endParaRPr>
          </a:p>
        </p:txBody>
      </p:sp>
    </p:spTree>
    <p:extLst>
      <p:ext uri="{BB962C8B-B14F-4D97-AF65-F5344CB8AC3E}">
        <p14:creationId xmlns:p14="http://schemas.microsoft.com/office/powerpoint/2010/main" val="281527335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 shot of a video player&#10;&#10;Description automatically generated">
            <a:extLst>
              <a:ext uri="{FF2B5EF4-FFF2-40B4-BE49-F238E27FC236}">
                <a16:creationId xmlns:a16="http://schemas.microsoft.com/office/drawing/2014/main" id="{EF1AD20A-D3E4-EEC6-2950-E579F99C975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12420"/>
          <a:stretch/>
        </p:blipFill>
        <p:spPr>
          <a:xfrm>
            <a:off x="255072" y="3296991"/>
            <a:ext cx="4109619" cy="2639483"/>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4A4AADA9-DEE8-CA66-3AAE-AA3ACCEDE7F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8992"/>
          <a:stretch/>
        </p:blipFill>
        <p:spPr>
          <a:xfrm>
            <a:off x="4470678" y="3258814"/>
            <a:ext cx="4374445" cy="2703759"/>
          </a:xfrm>
          <a:prstGeom prst="rect">
            <a:avLst/>
          </a:prstGeom>
        </p:spPr>
      </p:pic>
      <p:sp>
        <p:nvSpPr>
          <p:cNvPr id="3" name="Text Placeholder 2"/>
          <p:cNvSpPr>
            <a:spLocks noGrp="1"/>
          </p:cNvSpPr>
          <p:nvPr>
            <p:ph type="body" sz="quarter" idx="10"/>
          </p:nvPr>
        </p:nvSpPr>
        <p:spPr/>
        <p:txBody>
          <a:bodyPr/>
          <a:lstStyle/>
          <a:p>
            <a:pPr algn="ctr"/>
            <a:r>
              <a:rPr lang="en-US" dirty="0"/>
              <a:t>5</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1648151335"/>
              </p:ext>
            </p:extLst>
          </p:nvPr>
        </p:nvGraphicFramePr>
        <p:xfrm>
          <a:off x="255072" y="1241646"/>
          <a:ext cx="8431213" cy="1909375"/>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47</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Click the yellow Change (1) button on the right side to change the video display settings. (Photo # 39) </a:t>
                      </a:r>
                    </a:p>
                  </a:txBody>
                  <a:tcPr marL="91443" marR="91443" marT="45734" marB="45734"/>
                </a:tc>
                <a:extLst>
                  <a:ext uri="{0D108BD9-81ED-4DB2-BD59-A6C34878D82A}">
                    <a16:rowId xmlns:a16="http://schemas.microsoft.com/office/drawing/2014/main" val="10001"/>
                  </a:ext>
                </a:extLst>
              </a:tr>
              <a:tr h="776632">
                <a:tc>
                  <a:txBody>
                    <a:bodyPr/>
                    <a:lstStyle/>
                    <a:p>
                      <a:pPr algn="ctr"/>
                      <a:r>
                        <a:rPr lang="en-US" sz="1800" dirty="0"/>
                        <a:t>48</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all video settings to 1280x720 @50/60 fps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Click Save and restart.  This will prompt the Axis Encoder to restart (Photo # 40)</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3944971" y="5446838"/>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39</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362828" y="5442308"/>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40</a:t>
            </a:r>
          </a:p>
        </p:txBody>
      </p:sp>
      <p:sp>
        <p:nvSpPr>
          <p:cNvPr id="15" name="TextBox 14">
            <a:extLst>
              <a:ext uri="{FF2B5EF4-FFF2-40B4-BE49-F238E27FC236}">
                <a16:creationId xmlns:a16="http://schemas.microsoft.com/office/drawing/2014/main" id="{32ECDF14-4CBB-8135-F7CF-43C18062561C}"/>
              </a:ext>
            </a:extLst>
          </p:cNvPr>
          <p:cNvSpPr txBox="1"/>
          <p:nvPr/>
        </p:nvSpPr>
        <p:spPr>
          <a:xfrm>
            <a:off x="3944971" y="3961706"/>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1</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115710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screenshot of a computer&#10;&#10;Description automatically generated">
            <a:extLst>
              <a:ext uri="{FF2B5EF4-FFF2-40B4-BE49-F238E27FC236}">
                <a16:creationId xmlns:a16="http://schemas.microsoft.com/office/drawing/2014/main" id="{E8008448-51B3-E2BE-0F74-BE9B3C40C1C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7284"/>
          <a:stretch/>
        </p:blipFill>
        <p:spPr>
          <a:xfrm>
            <a:off x="4364691" y="3258814"/>
            <a:ext cx="4474071" cy="2582470"/>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D5F3BCA2-5C85-D13B-276C-FD8CFE832A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10463"/>
          <a:stretch/>
        </p:blipFill>
        <p:spPr>
          <a:xfrm>
            <a:off x="102815" y="3258814"/>
            <a:ext cx="4157647" cy="2611965"/>
          </a:xfrm>
          <a:prstGeom prst="rect">
            <a:avLst/>
          </a:prstGeom>
        </p:spPr>
      </p:pic>
      <p:sp>
        <p:nvSpPr>
          <p:cNvPr id="3" name="Text Placeholder 2"/>
          <p:cNvSpPr>
            <a:spLocks noGrp="1"/>
          </p:cNvSpPr>
          <p:nvPr>
            <p:ph type="body" sz="quarter" idx="10"/>
          </p:nvPr>
        </p:nvSpPr>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641026191"/>
              </p:ext>
            </p:extLst>
          </p:nvPr>
        </p:nvGraphicFramePr>
        <p:xfrm>
          <a:off x="255072" y="1241646"/>
          <a:ext cx="8644562" cy="1863019"/>
        </p:xfrm>
        <a:graphic>
          <a:graphicData uri="http://schemas.openxmlformats.org/drawingml/2006/table">
            <a:tbl>
              <a:tblPr firstRow="1" bandRow="1">
                <a:tableStyleId>{5C22544A-7EE6-4342-B048-85BDC9FD1C3A}</a:tableStyleId>
              </a:tblPr>
              <a:tblGrid>
                <a:gridCol w="626854">
                  <a:extLst>
                    <a:ext uri="{9D8B030D-6E8A-4147-A177-3AD203B41FA5}">
                      <a16:colId xmlns:a16="http://schemas.microsoft.com/office/drawing/2014/main" val="20000"/>
                    </a:ext>
                  </a:extLst>
                </a:gridCol>
                <a:gridCol w="8017708">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49</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Under Systems tab, go to Users and Allow Anonymous Viewing (Photo # 41) </a:t>
                      </a:r>
                    </a:p>
                  </a:txBody>
                  <a:tcPr marL="91443" marR="91443" marT="45734" marB="45734"/>
                </a:tc>
                <a:extLst>
                  <a:ext uri="{0D108BD9-81ED-4DB2-BD59-A6C34878D82A}">
                    <a16:rowId xmlns:a16="http://schemas.microsoft.com/office/drawing/2014/main" val="10001"/>
                  </a:ext>
                </a:extLst>
              </a:tr>
              <a:tr h="776632">
                <a:tc>
                  <a:txBody>
                    <a:bodyPr/>
                    <a:lstStyle/>
                    <a:p>
                      <a:pPr algn="ctr"/>
                      <a:r>
                        <a:rPr lang="en-US" sz="1800" dirty="0"/>
                        <a:t>50</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Under Systems tab, go to Network, Uncheck Assign IPv4 Automatically (1)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the IP Address to 192.168.1.95 and click Save.  (Photo # 42)</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3734755" y="5410002"/>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41</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057591" y="5377241"/>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42</a:t>
            </a:r>
          </a:p>
        </p:txBody>
      </p:sp>
      <p:sp>
        <p:nvSpPr>
          <p:cNvPr id="11" name="Oval 10">
            <a:extLst>
              <a:ext uri="{FF2B5EF4-FFF2-40B4-BE49-F238E27FC236}">
                <a16:creationId xmlns:a16="http://schemas.microsoft.com/office/drawing/2014/main" id="{ED2C2D68-390D-1CC2-5F10-71FDA4602933}"/>
              </a:ext>
            </a:extLst>
          </p:cNvPr>
          <p:cNvSpPr/>
          <p:nvPr/>
        </p:nvSpPr>
        <p:spPr>
          <a:xfrm>
            <a:off x="1076717" y="4255765"/>
            <a:ext cx="784713" cy="3026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EFA3982-FF64-03B0-65EF-BF865A08E541}"/>
              </a:ext>
            </a:extLst>
          </p:cNvPr>
          <p:cNvSpPr txBox="1"/>
          <p:nvPr/>
        </p:nvSpPr>
        <p:spPr>
          <a:xfrm>
            <a:off x="6230307" y="3822101"/>
            <a:ext cx="143419" cy="246221"/>
          </a:xfrm>
          <a:prstGeom prst="rect">
            <a:avLst/>
          </a:prstGeom>
          <a:solidFill>
            <a:srgbClr val="FFFF00"/>
          </a:solidFill>
        </p:spPr>
        <p:txBody>
          <a:bodyPr wrap="square" rtlCol="0">
            <a:spAutoFit/>
          </a:bodyPr>
          <a:lstStyle/>
          <a:p>
            <a:pPr algn="ctr"/>
            <a:r>
              <a:rPr lang="en-US" sz="1000" b="1" dirty="0">
                <a:solidFill>
                  <a:srgbClr val="FF0000"/>
                </a:solidFill>
                <a:latin typeface="Times New Roman" panose="02020603050405020304" pitchFamily="18" charset="0"/>
                <a:cs typeface="Times New Roman" panose="02020603050405020304" pitchFamily="18" charset="0"/>
              </a:rPr>
              <a:t>1</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398983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Description automatically generated">
            <a:extLst>
              <a:ext uri="{FF2B5EF4-FFF2-40B4-BE49-F238E27FC236}">
                <a16:creationId xmlns:a16="http://schemas.microsoft.com/office/drawing/2014/main" id="{FC8DED76-3A51-D788-1125-538C757F7C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9998" y="3303951"/>
            <a:ext cx="4348683" cy="2446134"/>
          </a:xfrm>
          <a:prstGeom prst="rect">
            <a:avLst/>
          </a:prstGeom>
        </p:spPr>
      </p:pic>
      <p:sp>
        <p:nvSpPr>
          <p:cNvPr id="3" name="Text Placeholder 2"/>
          <p:cNvSpPr>
            <a:spLocks noGrp="1"/>
          </p:cNvSpPr>
          <p:nvPr>
            <p:ph type="body" sz="quarter" idx="10"/>
          </p:nvPr>
        </p:nvSpPr>
        <p:spPr>
          <a:xfrm>
            <a:off x="6383369" y="295464"/>
            <a:ext cx="823705" cy="368300"/>
          </a:xfrm>
        </p:spPr>
        <p:txBody>
          <a:bodyPr/>
          <a:lstStyle/>
          <a:p>
            <a:pPr algn="ctr"/>
            <a:r>
              <a:rPr lang="en-US" dirty="0"/>
              <a:t>1</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1879929434"/>
              </p:ext>
            </p:extLst>
          </p:nvPr>
        </p:nvGraphicFramePr>
        <p:xfrm>
          <a:off x="255072" y="1241646"/>
          <a:ext cx="8431213" cy="1452175"/>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51</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Go back to the network adapters for 1G 1, click on “Internet Protocol Version 4 (TCP/IPv4)” then click properties  (Photo # 43) </a:t>
                      </a:r>
                    </a:p>
                  </a:txBody>
                  <a:tcPr marL="91443" marR="91443" marT="45734" marB="45734"/>
                </a:tc>
                <a:extLst>
                  <a:ext uri="{0D108BD9-81ED-4DB2-BD59-A6C34878D82A}">
                    <a16:rowId xmlns:a16="http://schemas.microsoft.com/office/drawing/2014/main" val="10001"/>
                  </a:ext>
                </a:extLst>
              </a:tr>
              <a:tr h="194450">
                <a:tc>
                  <a:txBody>
                    <a:bodyPr/>
                    <a:lstStyle/>
                    <a:p>
                      <a:pPr algn="ctr"/>
                      <a:r>
                        <a:rPr lang="en-US" sz="1800" dirty="0"/>
                        <a:t>52</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Change the IP Address back to 192.168.1.1 and click OK (Photo # 44)</a:t>
                      </a:r>
                    </a:p>
                  </a:txBody>
                  <a:tcPr marL="91443" marR="91443" marT="45734" marB="45734"/>
                </a:tc>
                <a:extLst>
                  <a:ext uri="{0D108BD9-81ED-4DB2-BD59-A6C34878D82A}">
                    <a16:rowId xmlns:a16="http://schemas.microsoft.com/office/drawing/2014/main" val="10002"/>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
        <p:nvSpPr>
          <p:cNvPr id="16" name="TextBox 15">
            <a:extLst>
              <a:ext uri="{FF2B5EF4-FFF2-40B4-BE49-F238E27FC236}">
                <a16:creationId xmlns:a16="http://schemas.microsoft.com/office/drawing/2014/main" id="{CA33D20A-48EF-82C9-801B-5C54E28BAC79}"/>
              </a:ext>
            </a:extLst>
          </p:cNvPr>
          <p:cNvSpPr txBox="1"/>
          <p:nvPr/>
        </p:nvSpPr>
        <p:spPr>
          <a:xfrm>
            <a:off x="4353906" y="5321789"/>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43</a:t>
            </a:r>
          </a:p>
        </p:txBody>
      </p:sp>
      <p:sp>
        <p:nvSpPr>
          <p:cNvPr id="17" name="TextBox 16">
            <a:extLst>
              <a:ext uri="{FF2B5EF4-FFF2-40B4-BE49-F238E27FC236}">
                <a16:creationId xmlns:a16="http://schemas.microsoft.com/office/drawing/2014/main" id="{371B9BCE-48C2-8697-F3E1-A648315F0B99}"/>
              </a:ext>
            </a:extLst>
          </p:cNvPr>
          <p:cNvSpPr txBox="1"/>
          <p:nvPr/>
        </p:nvSpPr>
        <p:spPr>
          <a:xfrm>
            <a:off x="8057129" y="5750085"/>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44</a:t>
            </a:r>
          </a:p>
        </p:txBody>
      </p:sp>
      <p:pic>
        <p:nvPicPr>
          <p:cNvPr id="7" name="Picture 6" descr="A screenshot of a computer screen&#10;&#10;Description automatically generated">
            <a:extLst>
              <a:ext uri="{FF2B5EF4-FFF2-40B4-BE49-F238E27FC236}">
                <a16:creationId xmlns:a16="http://schemas.microsoft.com/office/drawing/2014/main" id="{100C2EA8-0334-9BAC-0AC0-CF5FA7583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580" y="3175520"/>
            <a:ext cx="2465282" cy="2953093"/>
          </a:xfrm>
          <a:prstGeom prst="rect">
            <a:avLst/>
          </a:prstGeom>
        </p:spPr>
      </p:pic>
    </p:spTree>
    <p:extLst>
      <p:ext uri="{BB962C8B-B14F-4D97-AF65-F5344CB8AC3E}">
        <p14:creationId xmlns:p14="http://schemas.microsoft.com/office/powerpoint/2010/main" val="325188649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a:t>5</a:t>
            </a:r>
            <a:endParaRPr lang="en-US" dirty="0"/>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2187734427"/>
              </p:ext>
            </p:extLst>
          </p:nvPr>
        </p:nvGraphicFramePr>
        <p:xfrm>
          <a:off x="255072" y="1241646"/>
          <a:ext cx="8431213" cy="1086387"/>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20280">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720599">
                <a:tc>
                  <a:txBody>
                    <a:bodyPr/>
                    <a:lstStyle/>
                    <a:p>
                      <a:pPr algn="ctr"/>
                      <a:r>
                        <a:rPr lang="en-US" sz="1800" dirty="0"/>
                        <a:t>53</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Unplug the green power connector from the first Axis Encoder and plug power connector in for second Axis Encoder (Photo # 45)</a:t>
                      </a:r>
                    </a:p>
                  </a:txBody>
                  <a:tcPr marL="91443" marR="91443" marT="45734" marB="45734"/>
                </a:tc>
                <a:extLst>
                  <a:ext uri="{0D108BD9-81ED-4DB2-BD59-A6C34878D82A}">
                    <a16:rowId xmlns:a16="http://schemas.microsoft.com/office/drawing/2014/main" val="10001"/>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pic>
        <p:nvPicPr>
          <p:cNvPr id="21" name="Picture 20" descr="A close up of a machine&#10;&#10;Description automatically generated">
            <a:extLst>
              <a:ext uri="{FF2B5EF4-FFF2-40B4-BE49-F238E27FC236}">
                <a16:creationId xmlns:a16="http://schemas.microsoft.com/office/drawing/2014/main" id="{E895EDF1-4CCB-7175-A8A0-CE4F1D76295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708" t="12947" r="9745" b="22883"/>
          <a:stretch/>
        </p:blipFill>
        <p:spPr>
          <a:xfrm>
            <a:off x="1682583" y="2474003"/>
            <a:ext cx="5280191" cy="3116297"/>
          </a:xfrm>
          <a:prstGeom prst="rect">
            <a:avLst/>
          </a:prstGeom>
        </p:spPr>
      </p:pic>
      <p:sp>
        <p:nvSpPr>
          <p:cNvPr id="22" name="TextBox 21">
            <a:extLst>
              <a:ext uri="{FF2B5EF4-FFF2-40B4-BE49-F238E27FC236}">
                <a16:creationId xmlns:a16="http://schemas.microsoft.com/office/drawing/2014/main" id="{70FCBB28-A3BE-E35E-3230-C62997CACCA7}"/>
              </a:ext>
            </a:extLst>
          </p:cNvPr>
          <p:cNvSpPr txBox="1"/>
          <p:nvPr/>
        </p:nvSpPr>
        <p:spPr>
          <a:xfrm>
            <a:off x="2266991" y="5932198"/>
            <a:ext cx="1637071" cy="369332"/>
          </a:xfrm>
          <a:prstGeom prst="rect">
            <a:avLst/>
          </a:prstGeom>
          <a:noFill/>
        </p:spPr>
        <p:txBody>
          <a:bodyPr wrap="square" rtlCol="0">
            <a:spAutoFit/>
          </a:bodyPr>
          <a:lstStyle/>
          <a:p>
            <a:pPr algn="ctr"/>
            <a:r>
              <a:rPr lang="en-US" b="0" dirty="0"/>
              <a:t>Encoder #1</a:t>
            </a:r>
          </a:p>
        </p:txBody>
      </p:sp>
      <p:cxnSp>
        <p:nvCxnSpPr>
          <p:cNvPr id="23" name="Straight Arrow Connector 22">
            <a:extLst>
              <a:ext uri="{FF2B5EF4-FFF2-40B4-BE49-F238E27FC236}">
                <a16:creationId xmlns:a16="http://schemas.microsoft.com/office/drawing/2014/main" id="{6F3DE942-FC0B-ACCA-D439-FDD95BA6BF23}"/>
              </a:ext>
            </a:extLst>
          </p:cNvPr>
          <p:cNvCxnSpPr>
            <a:cxnSpLocks/>
          </p:cNvCxnSpPr>
          <p:nvPr/>
        </p:nvCxnSpPr>
        <p:spPr bwMode="auto">
          <a:xfrm flipV="1">
            <a:off x="3013435" y="4950835"/>
            <a:ext cx="13288" cy="1085410"/>
          </a:xfrm>
          <a:prstGeom prst="straightConnector1">
            <a:avLst/>
          </a:prstGeom>
          <a:ln w="25400">
            <a:solidFill>
              <a:srgbClr val="C0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427655B7-229E-BF45-3E4C-AF205A826470}"/>
              </a:ext>
            </a:extLst>
          </p:cNvPr>
          <p:cNvSpPr txBox="1"/>
          <p:nvPr/>
        </p:nvSpPr>
        <p:spPr>
          <a:xfrm>
            <a:off x="4744071" y="5949083"/>
            <a:ext cx="1637071" cy="369332"/>
          </a:xfrm>
          <a:prstGeom prst="rect">
            <a:avLst/>
          </a:prstGeom>
          <a:noFill/>
        </p:spPr>
        <p:txBody>
          <a:bodyPr wrap="square" rtlCol="0">
            <a:spAutoFit/>
          </a:bodyPr>
          <a:lstStyle/>
          <a:p>
            <a:pPr algn="ctr"/>
            <a:r>
              <a:rPr lang="en-US" b="0" dirty="0"/>
              <a:t>Encoder #2</a:t>
            </a:r>
          </a:p>
        </p:txBody>
      </p:sp>
      <p:cxnSp>
        <p:nvCxnSpPr>
          <p:cNvPr id="25" name="Straight Arrow Connector 24">
            <a:extLst>
              <a:ext uri="{FF2B5EF4-FFF2-40B4-BE49-F238E27FC236}">
                <a16:creationId xmlns:a16="http://schemas.microsoft.com/office/drawing/2014/main" id="{E3951D98-6F5A-01A2-2469-C85ACBA107FE}"/>
              </a:ext>
            </a:extLst>
          </p:cNvPr>
          <p:cNvCxnSpPr>
            <a:cxnSpLocks/>
          </p:cNvCxnSpPr>
          <p:nvPr/>
        </p:nvCxnSpPr>
        <p:spPr bwMode="auto">
          <a:xfrm flipV="1">
            <a:off x="5490515" y="4967720"/>
            <a:ext cx="13288" cy="1085410"/>
          </a:xfrm>
          <a:prstGeom prst="straightConnector1">
            <a:avLst/>
          </a:prstGeom>
          <a:ln w="25400">
            <a:solidFill>
              <a:srgbClr val="C00000"/>
            </a:solidFill>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26" name="Oval 25">
            <a:extLst>
              <a:ext uri="{FF2B5EF4-FFF2-40B4-BE49-F238E27FC236}">
                <a16:creationId xmlns:a16="http://schemas.microsoft.com/office/drawing/2014/main" id="{2F374C7C-77DB-F01B-6C94-A20591A0F105}"/>
              </a:ext>
            </a:extLst>
          </p:cNvPr>
          <p:cNvSpPr/>
          <p:nvPr/>
        </p:nvSpPr>
        <p:spPr>
          <a:xfrm>
            <a:off x="5676906" y="3989960"/>
            <a:ext cx="657326" cy="6708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DC3E4E2E-E509-A638-81F4-E94D55612AAF}"/>
              </a:ext>
            </a:extLst>
          </p:cNvPr>
          <p:cNvCxnSpPr>
            <a:cxnSpLocks/>
          </p:cNvCxnSpPr>
          <p:nvPr/>
        </p:nvCxnSpPr>
        <p:spPr bwMode="auto">
          <a:xfrm flipH="1">
            <a:off x="6336155" y="4255028"/>
            <a:ext cx="1125262" cy="0"/>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
        <p:nvSpPr>
          <p:cNvPr id="29" name="TextBox 28">
            <a:extLst>
              <a:ext uri="{FF2B5EF4-FFF2-40B4-BE49-F238E27FC236}">
                <a16:creationId xmlns:a16="http://schemas.microsoft.com/office/drawing/2014/main" id="{B0C9CFBA-3F06-0AB7-5ACB-332F8178DCF5}"/>
              </a:ext>
            </a:extLst>
          </p:cNvPr>
          <p:cNvSpPr txBox="1"/>
          <p:nvPr/>
        </p:nvSpPr>
        <p:spPr>
          <a:xfrm>
            <a:off x="7074690" y="3886838"/>
            <a:ext cx="1637071" cy="646331"/>
          </a:xfrm>
          <a:prstGeom prst="rect">
            <a:avLst/>
          </a:prstGeom>
          <a:noFill/>
        </p:spPr>
        <p:txBody>
          <a:bodyPr wrap="square" rtlCol="0">
            <a:spAutoFit/>
          </a:bodyPr>
          <a:lstStyle/>
          <a:p>
            <a:pPr algn="ctr"/>
            <a:r>
              <a:rPr lang="en-US" b="0" dirty="0"/>
              <a:t>Power connector</a:t>
            </a:r>
          </a:p>
        </p:txBody>
      </p:sp>
      <p:sp>
        <p:nvSpPr>
          <p:cNvPr id="17" name="TextBox 16">
            <a:extLst>
              <a:ext uri="{FF2B5EF4-FFF2-40B4-BE49-F238E27FC236}">
                <a16:creationId xmlns:a16="http://schemas.microsoft.com/office/drawing/2014/main" id="{371B9BCE-48C2-8697-F3E1-A648315F0B99}"/>
              </a:ext>
            </a:extLst>
          </p:cNvPr>
          <p:cNvSpPr txBox="1"/>
          <p:nvPr/>
        </p:nvSpPr>
        <p:spPr>
          <a:xfrm>
            <a:off x="6479066" y="5185763"/>
            <a:ext cx="419720" cy="307777"/>
          </a:xfrm>
          <a:prstGeom prst="rect">
            <a:avLst/>
          </a:prstGeom>
          <a:solidFill>
            <a:srgbClr val="FFFF00"/>
          </a:solidFill>
          <a:ln w="19050">
            <a:solidFill>
              <a:srgbClr val="FF0000"/>
            </a:solidFill>
          </a:ln>
        </p:spPr>
        <p:txBody>
          <a:bodyPr wrap="square" rtlCol="0" anchor="ctr">
            <a:spAutoFit/>
          </a:bodyPr>
          <a:lstStyle/>
          <a:p>
            <a:pPr algn="ctr"/>
            <a:r>
              <a:rPr lang="en-US" sz="1400" dirty="0"/>
              <a:t>45</a:t>
            </a:r>
          </a:p>
        </p:txBody>
      </p:sp>
    </p:spTree>
    <p:extLst>
      <p:ext uri="{BB962C8B-B14F-4D97-AF65-F5344CB8AC3E}">
        <p14:creationId xmlns:p14="http://schemas.microsoft.com/office/powerpoint/2010/main" val="232781726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algn="ctr"/>
            <a:r>
              <a:rPr lang="en-US" dirty="0"/>
              <a:t>20</a:t>
            </a:r>
          </a:p>
        </p:txBody>
      </p:sp>
      <p:sp>
        <p:nvSpPr>
          <p:cNvPr id="13" name="Text Placeholder 12"/>
          <p:cNvSpPr>
            <a:spLocks noGrp="1"/>
          </p:cNvSpPr>
          <p:nvPr>
            <p:ph type="body" sz="quarter" idx="11"/>
          </p:nvPr>
        </p:nvSpPr>
        <p:spPr/>
        <p:txBody>
          <a:bodyPr/>
          <a:lstStyle/>
          <a:p>
            <a:r>
              <a:rPr lang="en-US" dirty="0"/>
              <a:t>Axis Hardware</a:t>
            </a:r>
          </a:p>
        </p:txBody>
      </p:sp>
      <p:graphicFrame>
        <p:nvGraphicFramePr>
          <p:cNvPr id="5" name="Table Placeholder 4"/>
          <p:cNvGraphicFramePr>
            <a:graphicFrameLocks/>
          </p:cNvGraphicFramePr>
          <p:nvPr>
            <p:extLst>
              <p:ext uri="{D42A27DB-BD31-4B8C-83A1-F6EECF244321}">
                <p14:modId xmlns:p14="http://schemas.microsoft.com/office/powerpoint/2010/main" val="367330823"/>
              </p:ext>
            </p:extLst>
          </p:nvPr>
        </p:nvGraphicFramePr>
        <p:xfrm>
          <a:off x="255072" y="1241647"/>
          <a:ext cx="8431213" cy="2749337"/>
        </p:xfrm>
        <a:graphic>
          <a:graphicData uri="http://schemas.openxmlformats.org/drawingml/2006/table">
            <a:tbl>
              <a:tblPr firstRow="1" bandRow="1">
                <a:tableStyleId>{5C22544A-7EE6-4342-B048-85BDC9FD1C3A}</a:tableStyleId>
              </a:tblPr>
              <a:tblGrid>
                <a:gridCol w="611383">
                  <a:extLst>
                    <a:ext uri="{9D8B030D-6E8A-4147-A177-3AD203B41FA5}">
                      <a16:colId xmlns:a16="http://schemas.microsoft.com/office/drawing/2014/main" val="20000"/>
                    </a:ext>
                  </a:extLst>
                </a:gridCol>
                <a:gridCol w="7819830">
                  <a:extLst>
                    <a:ext uri="{9D8B030D-6E8A-4147-A177-3AD203B41FA5}">
                      <a16:colId xmlns:a16="http://schemas.microsoft.com/office/drawing/2014/main" val="20001"/>
                    </a:ext>
                  </a:extLst>
                </a:gridCol>
              </a:tblGrid>
              <a:tr h="302251">
                <a:tc>
                  <a:txBody>
                    <a:bodyPr/>
                    <a:lstStyle/>
                    <a:p>
                      <a:pPr algn="ctr"/>
                      <a:r>
                        <a:rPr lang="en-US" sz="1200" dirty="0"/>
                        <a:t>Step</a:t>
                      </a:r>
                    </a:p>
                  </a:txBody>
                  <a:tcPr marL="91443" marR="91443" marT="45734" marB="45734" anchor="ctr"/>
                </a:tc>
                <a:tc>
                  <a:txBody>
                    <a:bodyPr/>
                    <a:lstStyle/>
                    <a:p>
                      <a:pPr algn="ctr"/>
                      <a:r>
                        <a:rPr lang="en-US" sz="1800" dirty="0"/>
                        <a:t>P R O C E D U R E</a:t>
                      </a:r>
                    </a:p>
                  </a:txBody>
                  <a:tcPr marL="91443" marR="91443" marT="45734" marB="45734" anchor="ctr"/>
                </a:tc>
                <a:extLst>
                  <a:ext uri="{0D108BD9-81ED-4DB2-BD59-A6C34878D82A}">
                    <a16:rowId xmlns:a16="http://schemas.microsoft.com/office/drawing/2014/main" val="10000"/>
                  </a:ext>
                </a:extLst>
              </a:tr>
              <a:tr h="680035">
                <a:tc>
                  <a:txBody>
                    <a:bodyPr/>
                    <a:lstStyle/>
                    <a:p>
                      <a:pPr algn="ctr"/>
                      <a:r>
                        <a:rPr lang="en-US" sz="1800" dirty="0"/>
                        <a:t>54</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Repeat steps 36-45 but for Network 1G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 When you reach step 43 the IP address will be 192.168.2.96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 When you reach step 45 the IP address will be 192.168.2.1</a:t>
                      </a:r>
                    </a:p>
                  </a:txBody>
                  <a:tcPr marL="91443" marR="91443" marT="45734" marB="45734"/>
                </a:tc>
                <a:extLst>
                  <a:ext uri="{0D108BD9-81ED-4DB2-BD59-A6C34878D82A}">
                    <a16:rowId xmlns:a16="http://schemas.microsoft.com/office/drawing/2014/main" val="10001"/>
                  </a:ext>
                </a:extLst>
              </a:tr>
              <a:tr h="881520">
                <a:tc>
                  <a:txBody>
                    <a:bodyPr/>
                    <a:lstStyle/>
                    <a:p>
                      <a:pPr algn="ctr"/>
                      <a:r>
                        <a:rPr lang="en-US" sz="1800" dirty="0"/>
                        <a:t>55</a:t>
                      </a:r>
                    </a:p>
                  </a:txBody>
                  <a:tcPr marL="91443" marR="91443" marT="45734" marB="4573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If there is a 3</a:t>
                      </a:r>
                      <a:r>
                        <a:rPr lang="en-US" sz="1600" baseline="30000" dirty="0">
                          <a:solidFill>
                            <a:schemeClr val="tx1"/>
                          </a:solidFill>
                        </a:rPr>
                        <a:t>rd</a:t>
                      </a:r>
                      <a:r>
                        <a:rPr lang="en-US" sz="1600" dirty="0">
                          <a:solidFill>
                            <a:schemeClr val="tx1"/>
                          </a:solidFill>
                        </a:rPr>
                        <a:t> Axis Encoder;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Repeat steps 36-45 but for Network 1G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 When you reach step 43 the IP address will be 192.168.3.97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 When you reach step 45 the IP address will be 192.168.3.1</a:t>
                      </a:r>
                    </a:p>
                  </a:txBody>
                  <a:tcPr marL="91443" marR="91443" marT="45734" marB="45734"/>
                </a:tc>
                <a:extLst>
                  <a:ext uri="{0D108BD9-81ED-4DB2-BD59-A6C34878D82A}">
                    <a16:rowId xmlns:a16="http://schemas.microsoft.com/office/drawing/2014/main" val="10002"/>
                  </a:ext>
                </a:extLst>
              </a:tr>
              <a:tr h="493733">
                <a:tc gridSpan="2">
                  <a:txBody>
                    <a:bodyPr/>
                    <a:lstStyle/>
                    <a:p>
                      <a:pPr algn="ctr"/>
                      <a:r>
                        <a:rPr lang="en-US" sz="1800" dirty="0"/>
                        <a:t>End of Test</a:t>
                      </a:r>
                    </a:p>
                  </a:txBody>
                  <a:tcPr marL="91443" marR="91443" marT="45734" marB="45734"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marL="91443" marR="91443" marT="45734" marB="45734"/>
                </a:tc>
                <a:extLst>
                  <a:ext uri="{0D108BD9-81ED-4DB2-BD59-A6C34878D82A}">
                    <a16:rowId xmlns:a16="http://schemas.microsoft.com/office/drawing/2014/main" val="1985225980"/>
                  </a:ext>
                </a:extLst>
              </a:tr>
            </a:tbl>
          </a:graphicData>
        </a:graphic>
      </p:graphicFrame>
      <p:grpSp>
        <p:nvGrpSpPr>
          <p:cNvPr id="6" name="Group 5"/>
          <p:cNvGrpSpPr/>
          <p:nvPr/>
        </p:nvGrpSpPr>
        <p:grpSpPr>
          <a:xfrm>
            <a:off x="676089" y="3599186"/>
            <a:ext cx="8383630" cy="3117201"/>
            <a:chOff x="676089" y="3599186"/>
            <a:chExt cx="8383630" cy="3117201"/>
          </a:xfrm>
        </p:grpSpPr>
        <p:sp>
          <p:nvSpPr>
            <p:cNvPr id="8" name="TextBox 7"/>
            <p:cNvSpPr txBox="1"/>
            <p:nvPr/>
          </p:nvSpPr>
          <p:spPr>
            <a:xfrm>
              <a:off x="676089" y="6254722"/>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sp>
          <p:nvSpPr>
            <p:cNvPr id="9" name="TextBox 8"/>
            <p:cNvSpPr txBox="1"/>
            <p:nvPr/>
          </p:nvSpPr>
          <p:spPr>
            <a:xfrm>
              <a:off x="8711761" y="3599186"/>
              <a:ext cx="347958" cy="461665"/>
            </a:xfrm>
            <a:prstGeom prst="rect">
              <a:avLst/>
            </a:prstGeom>
            <a:noFill/>
          </p:spPr>
          <p:txBody>
            <a:bodyPr wrap="square" rtlCol="0">
              <a:spAutoFit/>
            </a:bodyPr>
            <a:lstStyle/>
            <a:p>
              <a:pPr algn="ctr"/>
              <a:endParaRPr lang="en-US" sz="2400" dirty="0">
                <a:solidFill>
                  <a:srgbClr val="FF0000"/>
                </a:solidFill>
                <a:latin typeface="Wingdings 2" panose="05020102010507070707" pitchFamily="18" charset="2"/>
              </a:endParaRPr>
            </a:p>
          </p:txBody>
        </p:sp>
      </p:grpSp>
    </p:spTree>
    <p:extLst>
      <p:ext uri="{BB962C8B-B14F-4D97-AF65-F5344CB8AC3E}">
        <p14:creationId xmlns:p14="http://schemas.microsoft.com/office/powerpoint/2010/main" val="360637751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Line 17"/>
          <p:cNvSpPr>
            <a:spLocks noChangeShapeType="1"/>
          </p:cNvSpPr>
          <p:nvPr/>
        </p:nvSpPr>
        <p:spPr bwMode="auto">
          <a:xfrm flipV="1">
            <a:off x="9037638" y="779463"/>
            <a:ext cx="0" cy="5751512"/>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6" name="TextBox 5"/>
          <p:cNvSpPr txBox="1"/>
          <p:nvPr/>
        </p:nvSpPr>
        <p:spPr>
          <a:xfrm>
            <a:off x="1892300" y="2295525"/>
            <a:ext cx="5057775" cy="584200"/>
          </a:xfrm>
          <a:prstGeom prst="rect">
            <a:avLst/>
          </a:prstGeom>
          <a:noFill/>
        </p:spPr>
        <p:txBody>
          <a:bodyPr>
            <a:spAutoFit/>
          </a:bodyPr>
          <a:lstStyle/>
          <a:p>
            <a:pPr algn="ctr" eaLnBrk="1" hangingPunct="1">
              <a:defRPr/>
            </a:pPr>
            <a:r>
              <a:rPr lang="en-US" sz="3200" dirty="0">
                <a:latin typeface="+mn-lt"/>
              </a:rPr>
              <a:t>APPENDIX</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F51AB7-6DF2-1D5D-EE83-AB2B6C68827E}"/>
              </a:ext>
            </a:extLst>
          </p:cNvPr>
          <p:cNvPicPr>
            <a:picLocks noChangeAspect="1"/>
          </p:cNvPicPr>
          <p:nvPr/>
        </p:nvPicPr>
        <p:blipFill>
          <a:blip r:embed="rId2"/>
          <a:stretch>
            <a:fillRect/>
          </a:stretch>
        </p:blipFill>
        <p:spPr>
          <a:xfrm>
            <a:off x="821093" y="1328989"/>
            <a:ext cx="7641771" cy="4345050"/>
          </a:xfrm>
          <a:prstGeom prst="rect">
            <a:avLst/>
          </a:prstGeom>
        </p:spPr>
      </p:pic>
    </p:spTree>
    <p:extLst>
      <p:ext uri="{BB962C8B-B14F-4D97-AF65-F5344CB8AC3E}">
        <p14:creationId xmlns:p14="http://schemas.microsoft.com/office/powerpoint/2010/main" val="57668214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dirty="0"/>
          </a:p>
        </p:txBody>
      </p:sp>
      <p:sp>
        <p:nvSpPr>
          <p:cNvPr id="3" name="Text Placeholder 2"/>
          <p:cNvSpPr>
            <a:spLocks noGrp="1"/>
          </p:cNvSpPr>
          <p:nvPr>
            <p:ph type="body" sz="quarter" idx="11"/>
          </p:nvPr>
        </p:nvSpPr>
        <p:spPr/>
        <p:txBody>
          <a:bodyPr/>
          <a:lstStyle/>
          <a:p>
            <a:endParaRPr lang="en-US"/>
          </a:p>
        </p:txBody>
      </p:sp>
      <p:sp>
        <p:nvSpPr>
          <p:cNvPr id="4" name="Text Placeholder 3"/>
          <p:cNvSpPr>
            <a:spLocks noGrp="1"/>
          </p:cNvSpPr>
          <p:nvPr>
            <p:ph type="body" sz="quarter" idx="12"/>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
        <p:nvSpPr>
          <p:cNvPr id="6" name="Text Placeholder 5"/>
          <p:cNvSpPr>
            <a:spLocks noGrp="1"/>
          </p:cNvSpPr>
          <p:nvPr>
            <p:ph type="body" sz="quarter" idx="14"/>
          </p:nvPr>
        </p:nvSpPr>
        <p:spPr/>
        <p:txBody>
          <a:bodyPr/>
          <a:lstStyle/>
          <a:p>
            <a:endParaRPr lang="en-US"/>
          </a:p>
        </p:txBody>
      </p:sp>
      <p:sp>
        <p:nvSpPr>
          <p:cNvPr id="7" name="Text Placeholder 6"/>
          <p:cNvSpPr>
            <a:spLocks noGrp="1"/>
          </p:cNvSpPr>
          <p:nvPr>
            <p:ph type="body" sz="quarter" idx="15"/>
          </p:nvPr>
        </p:nvSpPr>
        <p:spPr/>
        <p:txBody>
          <a:bodyPr/>
          <a:lstStyle/>
          <a:p>
            <a:endParaRPr lang="en-US"/>
          </a:p>
        </p:txBody>
      </p:sp>
      <p:sp>
        <p:nvSpPr>
          <p:cNvPr id="8" name="Text Placeholder 7"/>
          <p:cNvSpPr>
            <a:spLocks noGrp="1"/>
          </p:cNvSpPr>
          <p:nvPr>
            <p:ph type="body" sz="quarter" idx="16"/>
          </p:nvPr>
        </p:nvSpPr>
        <p:spPr/>
        <p:txBody>
          <a:bodyPr/>
          <a:lstStyle/>
          <a:p>
            <a:endParaRPr lang="en-US"/>
          </a:p>
        </p:txBody>
      </p:sp>
      <p:sp>
        <p:nvSpPr>
          <p:cNvPr id="9" name="Text Placeholder 8"/>
          <p:cNvSpPr>
            <a:spLocks noGrp="1"/>
          </p:cNvSpPr>
          <p:nvPr>
            <p:ph type="body" sz="quarter" idx="17"/>
          </p:nvPr>
        </p:nvSpPr>
        <p:spPr/>
        <p:txBody>
          <a:bodyPr/>
          <a:lstStyle/>
          <a:p>
            <a:endParaRPr lang="en-US"/>
          </a:p>
        </p:txBody>
      </p:sp>
      <p:sp>
        <p:nvSpPr>
          <p:cNvPr id="10" name="Text Placeholder 9"/>
          <p:cNvSpPr>
            <a:spLocks noGrp="1"/>
          </p:cNvSpPr>
          <p:nvPr>
            <p:ph type="body" sz="quarter" idx="18"/>
          </p:nvPr>
        </p:nvSpPr>
        <p:spPr/>
        <p:txBody>
          <a:bodyPr/>
          <a:lstStyle/>
          <a:p>
            <a:endParaRPr lang="en-US"/>
          </a:p>
        </p:txBody>
      </p:sp>
      <p:sp>
        <p:nvSpPr>
          <p:cNvPr id="11" name="Text Placeholder 10"/>
          <p:cNvSpPr>
            <a:spLocks noGrp="1"/>
          </p:cNvSpPr>
          <p:nvPr>
            <p:ph type="body" sz="quarter" idx="19"/>
          </p:nvPr>
        </p:nvSpPr>
        <p:spPr/>
        <p:txBody>
          <a:bodyPr/>
          <a:lstStyle/>
          <a:p>
            <a:endParaRPr lang="en-US"/>
          </a:p>
        </p:txBody>
      </p:sp>
      <p:sp>
        <p:nvSpPr>
          <p:cNvPr id="12" name="Text Placeholder 11"/>
          <p:cNvSpPr>
            <a:spLocks noGrp="1"/>
          </p:cNvSpPr>
          <p:nvPr>
            <p:ph type="body" sz="quarter" idx="20"/>
          </p:nvPr>
        </p:nvSpPr>
        <p:spPr/>
        <p:txBody>
          <a:bodyPr/>
          <a:lstStyle/>
          <a:p>
            <a:endParaRPr lang="en-US"/>
          </a:p>
        </p:txBody>
      </p:sp>
      <p:sp>
        <p:nvSpPr>
          <p:cNvPr id="13" name="Text Placeholder 12"/>
          <p:cNvSpPr>
            <a:spLocks noGrp="1"/>
          </p:cNvSpPr>
          <p:nvPr>
            <p:ph type="body" sz="quarter" idx="21"/>
          </p:nvPr>
        </p:nvSpPr>
        <p:spPr/>
        <p:txBody>
          <a:bodyPr/>
          <a:lstStyle/>
          <a:p>
            <a:endParaRPr lang="en-US"/>
          </a:p>
        </p:txBody>
      </p:sp>
      <p:sp>
        <p:nvSpPr>
          <p:cNvPr id="14" name="Text Placeholder 13"/>
          <p:cNvSpPr>
            <a:spLocks noGrp="1"/>
          </p:cNvSpPr>
          <p:nvPr>
            <p:ph type="body" sz="quarter" idx="22"/>
          </p:nvPr>
        </p:nvSpPr>
        <p:spPr/>
        <p:txBody>
          <a:bodyPr/>
          <a:lstStyle/>
          <a:p>
            <a:endParaRPr lang="en-US"/>
          </a:p>
        </p:txBody>
      </p:sp>
      <p:sp>
        <p:nvSpPr>
          <p:cNvPr id="15" name="Text Placeholder 14"/>
          <p:cNvSpPr>
            <a:spLocks noGrp="1"/>
          </p:cNvSpPr>
          <p:nvPr>
            <p:ph type="body" sz="quarter" idx="23"/>
          </p:nvPr>
        </p:nvSpPr>
        <p:spPr/>
        <p:txBody>
          <a:bodyPr/>
          <a:lstStyle/>
          <a:p>
            <a:endParaRPr lang="en-US"/>
          </a:p>
        </p:txBody>
      </p:sp>
      <p:sp>
        <p:nvSpPr>
          <p:cNvPr id="16" name="Text Placeholder 15"/>
          <p:cNvSpPr>
            <a:spLocks noGrp="1"/>
          </p:cNvSpPr>
          <p:nvPr>
            <p:ph type="body" sz="quarter" idx="24"/>
          </p:nvPr>
        </p:nvSpPr>
        <p:spPr/>
        <p:txBody>
          <a:bodyPr/>
          <a:lstStyle/>
          <a:p>
            <a:endParaRPr lang="en-US"/>
          </a:p>
        </p:txBody>
      </p:sp>
      <p:sp>
        <p:nvSpPr>
          <p:cNvPr id="17" name="Text Placeholder 16"/>
          <p:cNvSpPr>
            <a:spLocks noGrp="1"/>
          </p:cNvSpPr>
          <p:nvPr>
            <p:ph type="body" sz="quarter" idx="25"/>
          </p:nvPr>
        </p:nvSpPr>
        <p:spPr/>
        <p:txBody>
          <a:bodyPr/>
          <a:lstStyle/>
          <a:p>
            <a:endParaRPr lang="en-US"/>
          </a:p>
        </p:txBody>
      </p:sp>
      <p:sp>
        <p:nvSpPr>
          <p:cNvPr id="18" name="Text Placeholder 17"/>
          <p:cNvSpPr>
            <a:spLocks noGrp="1"/>
          </p:cNvSpPr>
          <p:nvPr>
            <p:ph type="body" sz="quarter" idx="26"/>
          </p:nvPr>
        </p:nvSpPr>
        <p:spPr/>
        <p:txBody>
          <a:bodyPr/>
          <a:lstStyle/>
          <a:p>
            <a:endParaRPr lang="en-US"/>
          </a:p>
        </p:txBody>
      </p:sp>
      <p:sp>
        <p:nvSpPr>
          <p:cNvPr id="19" name="Text Placeholder 18"/>
          <p:cNvSpPr>
            <a:spLocks noGrp="1"/>
          </p:cNvSpPr>
          <p:nvPr>
            <p:ph type="body" sz="quarter" idx="27"/>
          </p:nvPr>
        </p:nvSpPr>
        <p:spPr/>
        <p:txBody>
          <a:bodyPr/>
          <a:lstStyle/>
          <a:p>
            <a:endParaRPr lang="en-US"/>
          </a:p>
        </p:txBody>
      </p:sp>
      <p:sp>
        <p:nvSpPr>
          <p:cNvPr id="20" name="Text Placeholder 19"/>
          <p:cNvSpPr>
            <a:spLocks noGrp="1"/>
          </p:cNvSpPr>
          <p:nvPr>
            <p:ph type="body" sz="quarter" idx="28"/>
          </p:nvPr>
        </p:nvSpPr>
        <p:spPr/>
        <p:txBody>
          <a:bodyPr/>
          <a:lstStyle/>
          <a:p>
            <a:endParaRPr lang="en-US"/>
          </a:p>
        </p:txBody>
      </p:sp>
      <p:sp>
        <p:nvSpPr>
          <p:cNvPr id="21" name="Text Placeholder 20"/>
          <p:cNvSpPr>
            <a:spLocks noGrp="1"/>
          </p:cNvSpPr>
          <p:nvPr>
            <p:ph type="body" sz="quarter" idx="29"/>
          </p:nvPr>
        </p:nvSpPr>
        <p:spPr/>
        <p:txBody>
          <a:bodyPr/>
          <a:lstStyle/>
          <a:p>
            <a:endParaRPr lang="en-US"/>
          </a:p>
        </p:txBody>
      </p:sp>
      <p:sp>
        <p:nvSpPr>
          <p:cNvPr id="22" name="Text Placeholder 21"/>
          <p:cNvSpPr>
            <a:spLocks noGrp="1"/>
          </p:cNvSpPr>
          <p:nvPr>
            <p:ph type="body" sz="quarter" idx="30"/>
          </p:nvPr>
        </p:nvSpPr>
        <p:spPr/>
        <p:txBody>
          <a:bodyPr/>
          <a:lstStyle/>
          <a:p>
            <a:endParaRPr lang="en-US"/>
          </a:p>
        </p:txBody>
      </p:sp>
      <p:sp>
        <p:nvSpPr>
          <p:cNvPr id="23" name="Text Placeholder 22"/>
          <p:cNvSpPr>
            <a:spLocks noGrp="1"/>
          </p:cNvSpPr>
          <p:nvPr>
            <p:ph type="body" sz="quarter" idx="31"/>
          </p:nvPr>
        </p:nvSpPr>
        <p:spPr/>
        <p:txBody>
          <a:bodyPr/>
          <a:lstStyle/>
          <a:p>
            <a:endParaRPr lang="en-US"/>
          </a:p>
        </p:txBody>
      </p:sp>
      <p:sp>
        <p:nvSpPr>
          <p:cNvPr id="24" name="Text Placeholder 23"/>
          <p:cNvSpPr>
            <a:spLocks noGrp="1"/>
          </p:cNvSpPr>
          <p:nvPr>
            <p:ph type="body" sz="quarter" idx="32"/>
          </p:nvPr>
        </p:nvSpPr>
        <p:spPr/>
        <p:txBody>
          <a:bodyPr/>
          <a:lstStyle/>
          <a:p>
            <a:endParaRPr lang="en-US"/>
          </a:p>
        </p:txBody>
      </p:sp>
      <p:sp>
        <p:nvSpPr>
          <p:cNvPr id="25" name="Text Placeholder 24"/>
          <p:cNvSpPr>
            <a:spLocks noGrp="1"/>
          </p:cNvSpPr>
          <p:nvPr>
            <p:ph type="body" sz="quarter" idx="33"/>
          </p:nvPr>
        </p:nvSpPr>
        <p:spPr/>
        <p:txBody>
          <a:bodyPr/>
          <a:lstStyle/>
          <a:p>
            <a:endParaRPr lang="en-US"/>
          </a:p>
        </p:txBody>
      </p:sp>
      <p:sp>
        <p:nvSpPr>
          <p:cNvPr id="26" name="Text Placeholder 25"/>
          <p:cNvSpPr>
            <a:spLocks noGrp="1"/>
          </p:cNvSpPr>
          <p:nvPr>
            <p:ph type="body" sz="quarter" idx="34"/>
          </p:nvPr>
        </p:nvSpPr>
        <p:spPr/>
        <p:txBody>
          <a:bodyPr/>
          <a:lstStyle/>
          <a:p>
            <a:endParaRPr lang="en-US"/>
          </a:p>
        </p:txBody>
      </p:sp>
      <p:sp>
        <p:nvSpPr>
          <p:cNvPr id="27" name="Text Placeholder 26"/>
          <p:cNvSpPr>
            <a:spLocks noGrp="1"/>
          </p:cNvSpPr>
          <p:nvPr>
            <p:ph type="body" sz="quarter" idx="35"/>
          </p:nvPr>
        </p:nvSpPr>
        <p:spPr/>
        <p:txBody>
          <a:bodyPr/>
          <a:lstStyle/>
          <a:p>
            <a:endParaRPr lang="en-US"/>
          </a:p>
        </p:txBody>
      </p:sp>
      <p:sp>
        <p:nvSpPr>
          <p:cNvPr id="28" name="Text Placeholder 27"/>
          <p:cNvSpPr>
            <a:spLocks noGrp="1"/>
          </p:cNvSpPr>
          <p:nvPr>
            <p:ph type="body" sz="quarter" idx="36"/>
          </p:nvPr>
        </p:nvSpPr>
        <p:spPr/>
        <p:txBody>
          <a:bodyPr/>
          <a:lstStyle/>
          <a:p>
            <a:endParaRPr lang="en-US"/>
          </a:p>
        </p:txBody>
      </p:sp>
      <p:sp>
        <p:nvSpPr>
          <p:cNvPr id="29" name="Text Placeholder 28"/>
          <p:cNvSpPr>
            <a:spLocks noGrp="1"/>
          </p:cNvSpPr>
          <p:nvPr>
            <p:ph type="body" sz="quarter" idx="37"/>
          </p:nvPr>
        </p:nvSpPr>
        <p:spPr/>
        <p:txBody>
          <a:bodyPr/>
          <a:lstStyle/>
          <a:p>
            <a:endParaRPr lang="en-US"/>
          </a:p>
        </p:txBody>
      </p:sp>
      <p:sp>
        <p:nvSpPr>
          <p:cNvPr id="30" name="Text Placeholder 29"/>
          <p:cNvSpPr>
            <a:spLocks noGrp="1"/>
          </p:cNvSpPr>
          <p:nvPr>
            <p:ph type="body" sz="quarter" idx="38"/>
          </p:nvPr>
        </p:nvSpPr>
        <p:spPr/>
        <p:txBody>
          <a:bodyPr/>
          <a:lstStyle/>
          <a:p>
            <a:endParaRPr lang="en-US"/>
          </a:p>
        </p:txBody>
      </p:sp>
      <p:sp>
        <p:nvSpPr>
          <p:cNvPr id="31" name="Text Placeholder 30"/>
          <p:cNvSpPr>
            <a:spLocks noGrp="1"/>
          </p:cNvSpPr>
          <p:nvPr>
            <p:ph type="body" sz="quarter" idx="39"/>
          </p:nvPr>
        </p:nvSpPr>
        <p:spPr/>
        <p:txBody>
          <a:bodyPr/>
          <a:lstStyle/>
          <a:p>
            <a:endParaRPr lang="en-US"/>
          </a:p>
        </p:txBody>
      </p:sp>
      <p:sp>
        <p:nvSpPr>
          <p:cNvPr id="32" name="Text Placeholder 31"/>
          <p:cNvSpPr>
            <a:spLocks noGrp="1"/>
          </p:cNvSpPr>
          <p:nvPr>
            <p:ph type="body" sz="quarter" idx="40"/>
          </p:nvPr>
        </p:nvSpPr>
        <p:spPr/>
        <p:txBody>
          <a:bodyPr/>
          <a:lstStyle/>
          <a:p>
            <a:endParaRPr lang="en-US"/>
          </a:p>
        </p:txBody>
      </p:sp>
      <p:sp>
        <p:nvSpPr>
          <p:cNvPr id="33" name="Text Placeholder 32"/>
          <p:cNvSpPr>
            <a:spLocks noGrp="1"/>
          </p:cNvSpPr>
          <p:nvPr>
            <p:ph type="body" sz="quarter" idx="41"/>
          </p:nvPr>
        </p:nvSpPr>
        <p:spPr/>
        <p:txBody>
          <a:bodyPr/>
          <a:lstStyle/>
          <a:p>
            <a:endParaRPr lang="en-US"/>
          </a:p>
        </p:txBody>
      </p:sp>
      <p:sp>
        <p:nvSpPr>
          <p:cNvPr id="34" name="Text Placeholder 33"/>
          <p:cNvSpPr>
            <a:spLocks noGrp="1"/>
          </p:cNvSpPr>
          <p:nvPr>
            <p:ph type="body" sz="quarter" idx="42"/>
          </p:nvPr>
        </p:nvSpPr>
        <p:spPr/>
        <p:txBody>
          <a:bodyPr/>
          <a:lstStyle/>
          <a:p>
            <a:endParaRPr lang="en-US"/>
          </a:p>
        </p:txBody>
      </p:sp>
      <p:sp>
        <p:nvSpPr>
          <p:cNvPr id="35" name="Text Placeholder 34"/>
          <p:cNvSpPr>
            <a:spLocks noGrp="1"/>
          </p:cNvSpPr>
          <p:nvPr>
            <p:ph type="body" sz="quarter" idx="43"/>
          </p:nvPr>
        </p:nvSpPr>
        <p:spPr/>
        <p:txBody>
          <a:bodyPr/>
          <a:lstStyle/>
          <a:p>
            <a:endParaRPr lang="en-US"/>
          </a:p>
        </p:txBody>
      </p:sp>
      <p:sp>
        <p:nvSpPr>
          <p:cNvPr id="36" name="Text Placeholder 35"/>
          <p:cNvSpPr>
            <a:spLocks noGrp="1"/>
          </p:cNvSpPr>
          <p:nvPr>
            <p:ph type="body" sz="quarter" idx="44"/>
          </p:nvPr>
        </p:nvSpPr>
        <p:spPr/>
        <p:txBody>
          <a:bodyPr/>
          <a:lstStyle/>
          <a:p>
            <a:endParaRPr lang="en-US"/>
          </a:p>
        </p:txBody>
      </p:sp>
      <p:sp>
        <p:nvSpPr>
          <p:cNvPr id="37" name="Text Placeholder 36"/>
          <p:cNvSpPr>
            <a:spLocks noGrp="1"/>
          </p:cNvSpPr>
          <p:nvPr>
            <p:ph type="body" sz="quarter" idx="45"/>
          </p:nvPr>
        </p:nvSpPr>
        <p:spPr/>
        <p:txBody>
          <a:bodyPr/>
          <a:lstStyle/>
          <a:p>
            <a:endParaRPr lang="en-US"/>
          </a:p>
        </p:txBody>
      </p:sp>
      <p:sp>
        <p:nvSpPr>
          <p:cNvPr id="38" name="Text Placeholder 37"/>
          <p:cNvSpPr>
            <a:spLocks noGrp="1"/>
          </p:cNvSpPr>
          <p:nvPr>
            <p:ph type="body" sz="quarter" idx="46"/>
          </p:nvPr>
        </p:nvSpPr>
        <p:spPr/>
        <p:txBody>
          <a:bodyPr/>
          <a:lstStyle/>
          <a:p>
            <a:endParaRPr lang="en-US"/>
          </a:p>
        </p:txBody>
      </p:sp>
      <p:sp>
        <p:nvSpPr>
          <p:cNvPr id="39" name="Text Placeholder 38"/>
          <p:cNvSpPr>
            <a:spLocks noGrp="1"/>
          </p:cNvSpPr>
          <p:nvPr>
            <p:ph type="body" sz="quarter" idx="47"/>
          </p:nvPr>
        </p:nvSpPr>
        <p:spPr/>
        <p:txBody>
          <a:bodyPr/>
          <a:lstStyle/>
          <a:p>
            <a:endParaRPr lang="en-US"/>
          </a:p>
        </p:txBody>
      </p:sp>
      <p:sp>
        <p:nvSpPr>
          <p:cNvPr id="40" name="Text Placeholder 39"/>
          <p:cNvSpPr>
            <a:spLocks noGrp="1"/>
          </p:cNvSpPr>
          <p:nvPr>
            <p:ph type="body" sz="quarter" idx="48"/>
          </p:nvPr>
        </p:nvSpPr>
        <p:spPr/>
        <p:txBody>
          <a:bodyPr/>
          <a:lstStyle/>
          <a:p>
            <a:endParaRPr lang="en-US"/>
          </a:p>
        </p:txBody>
      </p:sp>
      <p:sp>
        <p:nvSpPr>
          <p:cNvPr id="41" name="Text Placeholder 40"/>
          <p:cNvSpPr>
            <a:spLocks noGrp="1"/>
          </p:cNvSpPr>
          <p:nvPr>
            <p:ph type="body" sz="quarter" idx="49"/>
          </p:nvPr>
        </p:nvSpPr>
        <p:spPr/>
        <p:txBody>
          <a:bodyPr/>
          <a:lstStyle/>
          <a:p>
            <a:endParaRPr lang="en-US"/>
          </a:p>
        </p:txBody>
      </p:sp>
      <p:sp>
        <p:nvSpPr>
          <p:cNvPr id="42" name="Text Placeholder 41"/>
          <p:cNvSpPr>
            <a:spLocks noGrp="1"/>
          </p:cNvSpPr>
          <p:nvPr>
            <p:ph type="body" sz="quarter" idx="50"/>
          </p:nvPr>
        </p:nvSpPr>
        <p:spPr/>
        <p:txBody>
          <a:bodyPr/>
          <a:lstStyle/>
          <a:p>
            <a:endParaRPr lang="en-US"/>
          </a:p>
        </p:txBody>
      </p:sp>
      <p:sp>
        <p:nvSpPr>
          <p:cNvPr id="43" name="Text Placeholder 42"/>
          <p:cNvSpPr>
            <a:spLocks noGrp="1"/>
          </p:cNvSpPr>
          <p:nvPr>
            <p:ph type="body" sz="quarter" idx="51"/>
          </p:nvPr>
        </p:nvSpPr>
        <p:spPr/>
        <p:txBody>
          <a:bodyPr/>
          <a:lstStyle/>
          <a:p>
            <a:endParaRPr lang="en-US"/>
          </a:p>
        </p:txBody>
      </p:sp>
      <p:sp>
        <p:nvSpPr>
          <p:cNvPr id="44" name="Text Placeholder 43"/>
          <p:cNvSpPr>
            <a:spLocks noGrp="1"/>
          </p:cNvSpPr>
          <p:nvPr>
            <p:ph type="body" sz="quarter" idx="52"/>
          </p:nvPr>
        </p:nvSpPr>
        <p:spPr/>
        <p:txBody>
          <a:bodyPr/>
          <a:lstStyle/>
          <a:p>
            <a:endParaRPr lang="en-US"/>
          </a:p>
        </p:txBody>
      </p:sp>
      <p:sp>
        <p:nvSpPr>
          <p:cNvPr id="45" name="Text Placeholder 44"/>
          <p:cNvSpPr>
            <a:spLocks noGrp="1"/>
          </p:cNvSpPr>
          <p:nvPr>
            <p:ph type="body" sz="quarter" idx="53"/>
          </p:nvPr>
        </p:nvSpPr>
        <p:spPr/>
        <p:txBody>
          <a:bodyPr/>
          <a:lstStyle/>
          <a:p>
            <a:endParaRPr lang="en-US"/>
          </a:p>
        </p:txBody>
      </p:sp>
      <p:sp>
        <p:nvSpPr>
          <p:cNvPr id="46" name="Text Placeholder 45"/>
          <p:cNvSpPr>
            <a:spLocks noGrp="1"/>
          </p:cNvSpPr>
          <p:nvPr>
            <p:ph type="body" sz="quarter" idx="54"/>
          </p:nvPr>
        </p:nvSpPr>
        <p:spPr/>
        <p:txBody>
          <a:bodyPr/>
          <a:lstStyle/>
          <a:p>
            <a:endParaRPr lang="en-US"/>
          </a:p>
        </p:txBody>
      </p:sp>
      <p:sp>
        <p:nvSpPr>
          <p:cNvPr id="47" name="Text Placeholder 46"/>
          <p:cNvSpPr>
            <a:spLocks noGrp="1"/>
          </p:cNvSpPr>
          <p:nvPr>
            <p:ph type="body" sz="quarter" idx="55"/>
          </p:nvPr>
        </p:nvSpPr>
        <p:spPr/>
        <p:txBody>
          <a:bodyPr/>
          <a:lstStyle/>
          <a:p>
            <a:endParaRPr lang="en-US"/>
          </a:p>
        </p:txBody>
      </p:sp>
      <p:sp>
        <p:nvSpPr>
          <p:cNvPr id="48" name="Text Placeholder 47"/>
          <p:cNvSpPr>
            <a:spLocks noGrp="1"/>
          </p:cNvSpPr>
          <p:nvPr>
            <p:ph type="body" sz="quarter" idx="56"/>
          </p:nvPr>
        </p:nvSpPr>
        <p:spPr/>
        <p:txBody>
          <a:bodyPr/>
          <a:lstStyle/>
          <a:p>
            <a:endParaRPr lang="en-US"/>
          </a:p>
        </p:txBody>
      </p:sp>
      <p:sp>
        <p:nvSpPr>
          <p:cNvPr id="49" name="Text Placeholder 48"/>
          <p:cNvSpPr>
            <a:spLocks noGrp="1"/>
          </p:cNvSpPr>
          <p:nvPr>
            <p:ph type="body" sz="quarter" idx="57"/>
          </p:nvPr>
        </p:nvSpPr>
        <p:spPr/>
        <p:txBody>
          <a:bodyPr/>
          <a:lstStyle/>
          <a:p>
            <a:endParaRPr lang="en-US"/>
          </a:p>
        </p:txBody>
      </p:sp>
    </p:spTree>
    <p:extLst>
      <p:ext uri="{BB962C8B-B14F-4D97-AF65-F5344CB8AC3E}">
        <p14:creationId xmlns:p14="http://schemas.microsoft.com/office/powerpoint/2010/main" val="298333619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rtical Text Placeholder 2"/>
          <p:cNvSpPr>
            <a:spLocks noGrp="1"/>
          </p:cNvSpPr>
          <p:nvPr>
            <p:ph type="body" orient="vert" idx="10"/>
          </p:nvPr>
        </p:nvSpPr>
        <p:spPr/>
        <p:txBody>
          <a:bodyPr/>
          <a:lstStyle/>
          <a:p>
            <a:r>
              <a:rPr lang="en-US" altLang="en-US" dirty="0"/>
              <a:t>Eve Kit Software Installation</a:t>
            </a:r>
            <a:endParaRPr lang="en-US" dirty="0"/>
          </a:p>
        </p:txBody>
      </p:sp>
      <p:sp>
        <p:nvSpPr>
          <p:cNvPr id="4" name="Vertical Text Placeholder 3"/>
          <p:cNvSpPr>
            <a:spLocks noGrp="1"/>
          </p:cNvSpPr>
          <p:nvPr>
            <p:ph type="body" orient="vert" idx="11"/>
          </p:nvPr>
        </p:nvSpPr>
        <p:spPr/>
        <p:txBody>
          <a:bodyPr/>
          <a:lstStyle/>
          <a:p>
            <a:r>
              <a:rPr lang="en-US" dirty="0"/>
              <a:t>TSP-J-5014</a:t>
            </a:r>
          </a:p>
        </p:txBody>
      </p:sp>
    </p:spTree>
    <p:extLst>
      <p:ext uri="{BB962C8B-B14F-4D97-AF65-F5344CB8AC3E}">
        <p14:creationId xmlns:p14="http://schemas.microsoft.com/office/powerpoint/2010/main" val="4129526905"/>
      </p:ext>
    </p:extLst>
  </p:cSld>
  <p:clrMapOvr>
    <a:masterClrMapping/>
  </p:clrMapOvr>
  <p:transition>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E234BE6B-4CD8-740F-AEC7-9D0F7AF8897C}"/>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sz="3200" b="0" i="0" u="none" strike="noStrike" kern="1200" cap="none" spc="0" normalizeH="0" baseline="0" noProof="0" dirty="0">
                <a:ln>
                  <a:noFill/>
                </a:ln>
                <a:solidFill>
                  <a:srgbClr val="000000"/>
                </a:solidFill>
                <a:effectLst/>
                <a:uLnTx/>
                <a:uFillTx/>
                <a:latin typeface="Nissan Pro Bold" panose="02000803050000020004" pitchFamily="50" charset="0"/>
                <a:ea typeface="メイリオ"/>
                <a:cs typeface="+mj-cs"/>
              </a:rPr>
              <a:t>Eve Kit AZ Compatibility</a:t>
            </a:r>
          </a:p>
        </p:txBody>
      </p:sp>
      <p:sp>
        <p:nvSpPr>
          <p:cNvPr id="3" name="Rectangle 2">
            <a:extLst>
              <a:ext uri="{FF2B5EF4-FFF2-40B4-BE49-F238E27FC236}">
                <a16:creationId xmlns:a16="http://schemas.microsoft.com/office/drawing/2014/main" id="{6B0E2E94-4AB0-9E97-52A3-DCFBB6E8924D}"/>
              </a:ext>
            </a:extLst>
          </p:cNvPr>
          <p:cNvSpPr/>
          <p:nvPr/>
        </p:nvSpPr>
        <p:spPr>
          <a:xfrm>
            <a:off x="229111" y="654896"/>
            <a:ext cx="8279593" cy="400110"/>
          </a:xfrm>
          <a:prstGeom prst="rect">
            <a:avLst/>
          </a:prstGeom>
        </p:spPr>
        <p:txBody>
          <a:bodyPr wrap="square">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b="0" i="0" u="none" strike="noStrike" kern="1200" cap="none" spc="0" normalizeH="0" baseline="0" noProof="0" dirty="0">
                <a:ln>
                  <a:noFill/>
                </a:ln>
                <a:solidFill>
                  <a:srgbClr val="000000"/>
                </a:solidFill>
                <a:effectLst/>
                <a:uLnTx/>
                <a:uFillTx/>
                <a:latin typeface="Nissan Pro Regular"/>
                <a:ea typeface="ＭＳ Ｐゴシック" charset="-128"/>
                <a:cs typeface="+mn-cs"/>
              </a:rPr>
              <a:t>Additional Hardware and Software Eve kit changes</a:t>
            </a:r>
          </a:p>
        </p:txBody>
      </p:sp>
      <p:pic>
        <p:nvPicPr>
          <p:cNvPr id="29" name="Picture 28">
            <a:extLst>
              <a:ext uri="{FF2B5EF4-FFF2-40B4-BE49-F238E27FC236}">
                <a16:creationId xmlns:a16="http://schemas.microsoft.com/office/drawing/2014/main" id="{A7342EDD-E7B4-B07E-FA37-0DDAD92213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12" name="Title 2">
            <a:extLst>
              <a:ext uri="{FF2B5EF4-FFF2-40B4-BE49-F238E27FC236}">
                <a16:creationId xmlns:a16="http://schemas.microsoft.com/office/drawing/2014/main" id="{6F1FBE02-6447-F6A4-2499-D7DB0FCF78A5}"/>
              </a:ext>
            </a:extLst>
          </p:cNvPr>
          <p:cNvSpPr txBox="1">
            <a:spLocks/>
          </p:cNvSpPr>
          <p:nvPr/>
        </p:nvSpPr>
        <p:spPr>
          <a:xfrm>
            <a:off x="229111" y="1419652"/>
            <a:ext cx="8535180" cy="2815463"/>
          </a:xfrm>
          <a:prstGeom prst="rect">
            <a:avLst/>
          </a:prstGeom>
        </p:spPr>
        <p:txBody>
          <a:bodyPr/>
          <a:lstStyle>
            <a:lvl1pPr algn="l" defTabSz="914400" rtl="0" eaLnBrk="1" latinLnBrk="0" hangingPunct="1">
              <a:spcBef>
                <a:spcPct val="0"/>
              </a:spcBef>
              <a:buNone/>
              <a:defRPr kumimoji="1"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altLang="ja-JP" sz="2000" b="0" i="0" u="none" strike="noStrike" kern="1200" cap="none" spc="0" normalizeH="0" baseline="0" noProof="0" dirty="0">
                <a:ln>
                  <a:noFill/>
                </a:ln>
                <a:solidFill>
                  <a:srgbClr val="000000"/>
                </a:solidFill>
                <a:effectLst/>
                <a:uLnTx/>
                <a:uFillTx/>
                <a:latin typeface="Nissan Pro Regular"/>
                <a:ea typeface="Meiryo UI"/>
                <a:cs typeface="+mj-cs"/>
              </a:rPr>
              <a:t>Key </a:t>
            </a:r>
            <a:r>
              <a:rPr lang="en-US" altLang="ja-JP" sz="2000" b="0" dirty="0">
                <a:solidFill>
                  <a:srgbClr val="000000"/>
                </a:solidFill>
                <a:latin typeface="Nissan Pro Regular"/>
                <a:ea typeface="Meiryo UI"/>
              </a:rPr>
              <a:t>Updates for Compatibility</a:t>
            </a:r>
            <a:endParaRPr kumimoji="1" lang="en-US" altLang="ja-JP" sz="2000" b="0" i="0" u="none" strike="noStrike" kern="1200" cap="none" spc="0" normalizeH="0" baseline="0" noProof="0" dirty="0">
              <a:ln>
                <a:noFill/>
              </a:ln>
              <a:solidFill>
                <a:srgbClr val="000000"/>
              </a:solidFill>
              <a:effectLst/>
              <a:uLnTx/>
              <a:uFillTx/>
              <a:latin typeface="Nissan Pro Regular"/>
              <a:ea typeface="Meiryo UI"/>
              <a:cs typeface="+mj-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sz="2000" b="0" i="0" u="none" strike="noStrike" kern="1200" cap="none" spc="0" normalizeH="0" baseline="0" noProof="0" dirty="0">
                <a:ln>
                  <a:noFill/>
                </a:ln>
                <a:solidFill>
                  <a:srgbClr val="000000"/>
                </a:solidFill>
                <a:effectLst/>
                <a:uLnTx/>
                <a:uFillTx/>
                <a:latin typeface="Nissan Pro Regular"/>
                <a:ea typeface="メイリオ"/>
                <a:cs typeface="+mj-cs"/>
              </a:rPr>
              <a:t>Change Axis Quad IP Addresses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sz="2000" b="0" i="0" u="none" strike="noStrike" kern="1200" cap="none" spc="0" normalizeH="0" baseline="0" noProof="0" dirty="0">
                <a:ln>
                  <a:noFill/>
                </a:ln>
                <a:solidFill>
                  <a:srgbClr val="000000"/>
                </a:solidFill>
                <a:effectLst/>
                <a:uLnTx/>
                <a:uFillTx/>
                <a:latin typeface="Nissan Pro Regular"/>
                <a:ea typeface="メイリオ"/>
                <a:cs typeface="+mj-cs"/>
              </a:rPr>
              <a:t>Run batch file to update Brick PC IP Addresses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000" b="0" dirty="0">
                <a:solidFill>
                  <a:srgbClr val="000000"/>
                </a:solidFill>
                <a:latin typeface="Nissan Pro Regular"/>
                <a:ea typeface="メイリオ"/>
              </a:rPr>
              <a:t>Update Drive Letters and Rename</a:t>
            </a:r>
            <a:endParaRPr kumimoji="1" lang="en-US" sz="2000" b="0" i="0" u="none" strike="noStrike" kern="1200" cap="none" spc="0" normalizeH="0" baseline="0" noProof="0" dirty="0">
              <a:ln>
                <a:noFill/>
              </a:ln>
              <a:solidFill>
                <a:srgbClr val="000000"/>
              </a:solidFill>
              <a:effectLst/>
              <a:uLnTx/>
              <a:uFillTx/>
              <a:latin typeface="Nissan Pro Regular"/>
              <a:ea typeface="メイリオ"/>
              <a:cs typeface="+mj-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000" b="0" dirty="0">
                <a:solidFill>
                  <a:srgbClr val="000000"/>
                </a:solidFill>
                <a:latin typeface="Nissan Pro Regular"/>
                <a:ea typeface="メイリオ"/>
              </a:rPr>
              <a:t>Add CAN21 to Vector Hardware for </a:t>
            </a:r>
            <a:r>
              <a:rPr lang="en-US" sz="2000" b="0" dirty="0" err="1">
                <a:solidFill>
                  <a:srgbClr val="000000"/>
                </a:solidFill>
                <a:latin typeface="Nissan Pro Regular"/>
                <a:ea typeface="メイリオ"/>
              </a:rPr>
              <a:t>OxFord</a:t>
            </a:r>
            <a:r>
              <a:rPr lang="en-US" sz="2000" b="0" dirty="0">
                <a:solidFill>
                  <a:srgbClr val="000000"/>
                </a:solidFill>
                <a:latin typeface="Nissan Pro Regular"/>
                <a:ea typeface="メイリオ"/>
              </a:rPr>
              <a:t> </a:t>
            </a:r>
            <a:r>
              <a:rPr lang="en-US" sz="2000" b="0" dirty="0" err="1">
                <a:solidFill>
                  <a:srgbClr val="000000"/>
                </a:solidFill>
                <a:latin typeface="Nissan Pro Regular"/>
                <a:ea typeface="メイリオ"/>
              </a:rPr>
              <a:t>pluggin</a:t>
            </a:r>
            <a:endParaRPr lang="en-US" sz="2000" b="0" dirty="0">
              <a:solidFill>
                <a:srgbClr val="000000"/>
              </a:solidFill>
              <a:latin typeface="Nissan Pro Regular"/>
              <a:ea typeface="メイリオ"/>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sz="2000" b="0" i="0" u="none" strike="noStrike" kern="1200" cap="none" spc="0" normalizeH="0" baseline="0" noProof="0" dirty="0">
                <a:ln>
                  <a:noFill/>
                </a:ln>
                <a:solidFill>
                  <a:srgbClr val="000000"/>
                </a:solidFill>
                <a:effectLst/>
                <a:uLnTx/>
                <a:uFillTx/>
                <a:latin typeface="Nissan Pro Regular"/>
                <a:ea typeface="メイリオ"/>
                <a:cs typeface="+mj-cs"/>
              </a:rPr>
              <a:t>Label C</a:t>
            </a:r>
            <a:r>
              <a:rPr lang="en-US" sz="2000" b="0" dirty="0">
                <a:solidFill>
                  <a:srgbClr val="000000"/>
                </a:solidFill>
                <a:latin typeface="Nissan Pro Regular"/>
                <a:ea typeface="メイリオ"/>
              </a:rPr>
              <a:t>AN18/CAN21 spot on Eve Kit\</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000" b="0" dirty="0">
                <a:solidFill>
                  <a:srgbClr val="000000"/>
                </a:solidFill>
                <a:latin typeface="Nissan Pro Regular"/>
                <a:ea typeface="メイリオ"/>
              </a:rPr>
              <a:t>Update Vector Drivers to latest (25_10_0)</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000" b="0" dirty="0">
                <a:solidFill>
                  <a:srgbClr val="000000"/>
                </a:solidFill>
                <a:latin typeface="Nissan Pro Regular"/>
                <a:ea typeface="メイリオ"/>
              </a:rPr>
              <a:t>Update to CANape 21 SP 6 (Final upgrade for CANape 21)</a:t>
            </a:r>
          </a:p>
          <a:p>
            <a:pPr marR="0" lvl="0" algn="l" defTabSz="914400" rtl="0" eaLnBrk="1" fontAlgn="base" latinLnBrk="0" hangingPunct="1">
              <a:lnSpc>
                <a:spcPct val="100000"/>
              </a:lnSpc>
              <a:spcBef>
                <a:spcPct val="0"/>
              </a:spcBef>
              <a:spcAft>
                <a:spcPct val="0"/>
              </a:spcAft>
              <a:buClrTx/>
              <a:buSzTx/>
              <a:tabLst/>
              <a:defRPr/>
            </a:pPr>
            <a:endParaRPr kumimoji="1" lang="en-US" sz="2000" b="0" i="0" u="none" strike="noStrike" kern="1200" cap="none" spc="0" normalizeH="0" baseline="0" noProof="0" dirty="0">
              <a:ln>
                <a:noFill/>
              </a:ln>
              <a:solidFill>
                <a:srgbClr val="000000"/>
              </a:solidFill>
              <a:effectLst/>
              <a:uLnTx/>
              <a:uFillTx/>
              <a:latin typeface="Nissan Pro Regular"/>
              <a:ea typeface="メイリオ"/>
              <a:cs typeface="+mj-cs"/>
            </a:endParaRPr>
          </a:p>
        </p:txBody>
      </p:sp>
      <p:sp>
        <p:nvSpPr>
          <p:cNvPr id="13" name="Title 2">
            <a:extLst>
              <a:ext uri="{FF2B5EF4-FFF2-40B4-BE49-F238E27FC236}">
                <a16:creationId xmlns:a16="http://schemas.microsoft.com/office/drawing/2014/main" id="{78C53995-D547-D805-1157-45F6ED91433B}"/>
              </a:ext>
            </a:extLst>
          </p:cNvPr>
          <p:cNvSpPr txBox="1">
            <a:spLocks/>
          </p:cNvSpPr>
          <p:nvPr/>
        </p:nvSpPr>
        <p:spPr>
          <a:xfrm>
            <a:off x="229111" y="4470085"/>
            <a:ext cx="8598570" cy="1647352"/>
          </a:xfrm>
          <a:prstGeom prst="rect">
            <a:avLst/>
          </a:prstGeom>
        </p:spPr>
        <p:txBody>
          <a:bodyPr/>
          <a:lstStyle>
            <a:lvl1pPr algn="l" defTabSz="914400" rtl="0" eaLnBrk="1" latinLnBrk="0" hangingPunct="1">
              <a:spcBef>
                <a:spcPct val="0"/>
              </a:spcBef>
              <a:buNone/>
              <a:defRPr kumimoji="1" sz="4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ja-JP" sz="2000" b="0" dirty="0">
                <a:solidFill>
                  <a:srgbClr val="000000"/>
                </a:solidFill>
                <a:latin typeface="Nissan Pro Regular"/>
                <a:ea typeface="Meiryo UI"/>
              </a:rPr>
              <a:t>Upgrades for </a:t>
            </a:r>
            <a:r>
              <a:rPr lang="en-US" altLang="ja-JP" sz="2000" b="0" dirty="0" err="1">
                <a:solidFill>
                  <a:srgbClr val="000000"/>
                </a:solidFill>
                <a:latin typeface="Nissan Pro Regular"/>
                <a:ea typeface="Meiryo UI"/>
              </a:rPr>
              <a:t>Wifi</a:t>
            </a:r>
            <a:r>
              <a:rPr lang="en-US" altLang="ja-JP" sz="2000" b="0" dirty="0">
                <a:solidFill>
                  <a:srgbClr val="000000"/>
                </a:solidFill>
                <a:latin typeface="Nissan Pro Regular"/>
                <a:ea typeface="Meiryo UI"/>
              </a:rPr>
              <a:t> Data Upload</a:t>
            </a:r>
            <a:endParaRPr kumimoji="1" lang="en-US" altLang="ja-JP" sz="2000" b="0" i="0" u="none" strike="noStrike" kern="1200" cap="none" spc="0" normalizeH="0" baseline="0" noProof="0" dirty="0">
              <a:ln>
                <a:noFill/>
              </a:ln>
              <a:solidFill>
                <a:srgbClr val="000000"/>
              </a:solidFill>
              <a:effectLst/>
              <a:uLnTx/>
              <a:uFillTx/>
              <a:latin typeface="Nissan Pro Regular"/>
              <a:ea typeface="Meiryo UI"/>
              <a:cs typeface="+mj-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sz="2000" b="0" i="0" u="none" strike="noStrike" kern="1200" cap="none" spc="0" normalizeH="0" baseline="0" noProof="0" dirty="0">
                <a:ln>
                  <a:noFill/>
                </a:ln>
                <a:solidFill>
                  <a:srgbClr val="000000"/>
                </a:solidFill>
                <a:effectLst/>
                <a:uLnTx/>
                <a:uFillTx/>
                <a:latin typeface="Nissan Pro Regular"/>
                <a:ea typeface="メイリオ"/>
                <a:cs typeface="+mj-cs"/>
              </a:rPr>
              <a:t>Remove main USB slot, plug in and mount </a:t>
            </a:r>
            <a:r>
              <a:rPr kumimoji="1" lang="en-US" sz="2000" b="0" i="0" u="none" strike="noStrike" kern="1200" cap="none" spc="0" normalizeH="0" baseline="0" noProof="0" dirty="0" err="1">
                <a:ln>
                  <a:noFill/>
                </a:ln>
                <a:solidFill>
                  <a:srgbClr val="000000"/>
                </a:solidFill>
                <a:effectLst/>
                <a:uLnTx/>
                <a:uFillTx/>
                <a:latin typeface="Nissan Pro Regular"/>
                <a:ea typeface="メイリオ"/>
                <a:cs typeface="+mj-cs"/>
              </a:rPr>
              <a:t>Wifi</a:t>
            </a:r>
            <a:r>
              <a:rPr kumimoji="1" lang="en-US" sz="2000" b="0" i="0" u="none" strike="noStrike" kern="1200" cap="none" spc="0" normalizeH="0" baseline="0" noProof="0" dirty="0">
                <a:ln>
                  <a:noFill/>
                </a:ln>
                <a:solidFill>
                  <a:srgbClr val="000000"/>
                </a:solidFill>
                <a:effectLst/>
                <a:uLnTx/>
                <a:uFillTx/>
                <a:latin typeface="Nissan Pro Regular"/>
                <a:ea typeface="メイリオ"/>
                <a:cs typeface="+mj-cs"/>
              </a:rPr>
              <a:t> 6 Adapter</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000" b="0" dirty="0">
                <a:solidFill>
                  <a:srgbClr val="000000"/>
                </a:solidFill>
                <a:latin typeface="Nissan Pro Regular"/>
                <a:ea typeface="メイリオ"/>
              </a:rPr>
              <a:t>Update patch panel for one less USB (ensure no confusion or no empty ports)</a:t>
            </a:r>
            <a:endParaRPr kumimoji="1" lang="en-US" sz="2000" b="0" i="0" u="none" strike="noStrike" kern="1200" cap="none" spc="0" normalizeH="0" baseline="0" noProof="0" dirty="0">
              <a:ln>
                <a:noFill/>
              </a:ln>
              <a:solidFill>
                <a:srgbClr val="000000"/>
              </a:solidFill>
              <a:effectLst/>
              <a:uLnTx/>
              <a:uFillTx/>
              <a:latin typeface="Nissan Pro Regular"/>
              <a:ea typeface="メイリオ"/>
              <a:cs typeface="+mj-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000" b="0" dirty="0">
                <a:solidFill>
                  <a:srgbClr val="000000"/>
                </a:solidFill>
                <a:latin typeface="Nissan Pro Regular"/>
                <a:ea typeface="メイリオ"/>
              </a:rPr>
              <a:t>Setup Synology Drive Client for </a:t>
            </a:r>
            <a:r>
              <a:rPr lang="en-US" sz="2000" b="0" dirty="0" err="1">
                <a:solidFill>
                  <a:srgbClr val="000000"/>
                </a:solidFill>
                <a:latin typeface="Nissan Pro Regular"/>
                <a:ea typeface="メイリオ"/>
              </a:rPr>
              <a:t>wifi</a:t>
            </a:r>
            <a:r>
              <a:rPr lang="en-US" sz="2000" b="0" dirty="0">
                <a:solidFill>
                  <a:srgbClr val="000000"/>
                </a:solidFill>
                <a:latin typeface="Nissan Pro Regular"/>
                <a:ea typeface="メイリオ"/>
              </a:rPr>
              <a:t> data upload to NAS</a:t>
            </a:r>
            <a:endParaRPr kumimoji="1" lang="en-US" sz="2000" b="0" i="0" u="none" strike="noStrike" kern="1200" cap="none" spc="0" normalizeH="0" baseline="0" noProof="0" dirty="0">
              <a:ln>
                <a:noFill/>
              </a:ln>
              <a:solidFill>
                <a:srgbClr val="000000"/>
              </a:solidFill>
              <a:effectLst/>
              <a:uLnTx/>
              <a:uFillTx/>
              <a:latin typeface="Nissan Pro Regular"/>
              <a:ea typeface="メイリオ"/>
              <a:cs typeface="+mj-cs"/>
            </a:endParaRPr>
          </a:p>
        </p:txBody>
      </p:sp>
      <p:sp>
        <p:nvSpPr>
          <p:cNvPr id="4" name="TextBox 3">
            <a:extLst>
              <a:ext uri="{FF2B5EF4-FFF2-40B4-BE49-F238E27FC236}">
                <a16:creationId xmlns:a16="http://schemas.microsoft.com/office/drawing/2014/main" id="{FF810DA6-F162-F77D-A14C-87467C392F1D}"/>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Eve Kit Hardware Detail</a:t>
            </a:r>
          </a:p>
        </p:txBody>
      </p:sp>
      <p:sp>
        <p:nvSpPr>
          <p:cNvPr id="3" name="Rectangle 2"/>
          <p:cNvSpPr/>
          <p:nvPr/>
        </p:nvSpPr>
        <p:spPr>
          <a:xfrm>
            <a:off x="229111" y="597915"/>
            <a:ext cx="8530425" cy="400110"/>
          </a:xfrm>
          <a:prstGeom prst="rect">
            <a:avLst/>
          </a:prstGeom>
        </p:spPr>
        <p:txBody>
          <a:bodyPr wrap="square">
            <a:spAutoFit/>
          </a:bodyPr>
          <a:lstStyle/>
          <a:p>
            <a:pPr marL="285750" indent="-285750">
              <a:buFont typeface="Arial" panose="020B0604020202020204" pitchFamily="34" charset="0"/>
              <a:buChar char="•"/>
            </a:pPr>
            <a:r>
              <a:rPr lang="en-US" dirty="0"/>
              <a:t>Individual hardware components contained in the Eve kit </a:t>
            </a:r>
          </a:p>
        </p:txBody>
      </p:sp>
      <p:sp>
        <p:nvSpPr>
          <p:cNvPr id="13" name="TextBox 12"/>
          <p:cNvSpPr txBox="1"/>
          <p:nvPr/>
        </p:nvSpPr>
        <p:spPr>
          <a:xfrm>
            <a:off x="251736" y="1120844"/>
            <a:ext cx="3349566" cy="1877437"/>
          </a:xfrm>
          <a:prstGeom prst="rect">
            <a:avLst/>
          </a:prstGeom>
          <a:noFill/>
          <a:ln w="28575">
            <a:noFill/>
          </a:ln>
        </p:spPr>
        <p:txBody>
          <a:bodyPr wrap="square" rtlCol="0">
            <a:spAutoFit/>
          </a:bodyPr>
          <a:lstStyle/>
          <a:p>
            <a:r>
              <a:rPr lang="en-US" dirty="0"/>
              <a:t>Main Eve Kit Components</a:t>
            </a:r>
          </a:p>
          <a:p>
            <a:pPr marL="342900" indent="-342900">
              <a:buFont typeface="Arial" panose="020B0604020202020204" pitchFamily="34" charset="0"/>
              <a:buChar char="•"/>
            </a:pPr>
            <a:r>
              <a:rPr lang="en-US" sz="1600" dirty="0"/>
              <a:t>VP7470 – Brick PC with 32 Gb RAM</a:t>
            </a:r>
          </a:p>
          <a:p>
            <a:pPr marL="342900" indent="-342900">
              <a:buFont typeface="Arial" panose="020B0604020202020204" pitchFamily="34" charset="0"/>
              <a:buChar char="•"/>
            </a:pPr>
            <a:r>
              <a:rPr lang="en-US" sz="1600" dirty="0"/>
              <a:t>VN1670 – 10 CAN, 5 LIN </a:t>
            </a:r>
          </a:p>
          <a:p>
            <a:pPr marL="342900" indent="-342900">
              <a:buFont typeface="Arial" panose="020B0604020202020204" pitchFamily="34" charset="0"/>
              <a:buChar char="•"/>
            </a:pPr>
            <a:r>
              <a:rPr lang="en-US" sz="1600" dirty="0"/>
              <a:t>VN5650 – 6 Ethernet, 2 CAN</a:t>
            </a:r>
          </a:p>
          <a:p>
            <a:pPr marL="342900" indent="-342900">
              <a:buFont typeface="Arial" panose="020B0604020202020204" pitchFamily="34" charset="0"/>
              <a:buChar char="•"/>
            </a:pPr>
            <a:r>
              <a:rPr lang="en-US" sz="1600" dirty="0"/>
              <a:t>VN1530 – 6 CAN</a:t>
            </a:r>
          </a:p>
          <a:p>
            <a:pPr marL="342900" indent="-342900">
              <a:buFont typeface="Arial" panose="020B0604020202020204" pitchFamily="34" charset="0"/>
              <a:buChar char="•"/>
            </a:pPr>
            <a:r>
              <a:rPr lang="en-US" sz="1600" dirty="0"/>
              <a:t>Axis F44 (x3) – Up to 4 Axis Cameras </a:t>
            </a:r>
          </a:p>
          <a:p>
            <a:pPr marL="342900" indent="-342900">
              <a:buFont typeface="Arial" panose="020B0604020202020204" pitchFamily="34" charset="0"/>
              <a:buChar char="•"/>
            </a:pPr>
            <a:r>
              <a:rPr lang="en-US" sz="1600" dirty="0"/>
              <a:t>ITS1_FD necessary for online tuning</a:t>
            </a: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pic>
        <p:nvPicPr>
          <p:cNvPr id="9" name="Picture 8" descr="A computer equipment with wires&#10;&#10;Description automatically generated with medium confidence">
            <a:extLst>
              <a:ext uri="{FF2B5EF4-FFF2-40B4-BE49-F238E27FC236}">
                <a16:creationId xmlns:a16="http://schemas.microsoft.com/office/drawing/2014/main" id="{ACB7D3F8-4C9F-7389-269E-2D08185EAF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87903" y="1350400"/>
            <a:ext cx="3429000" cy="3429000"/>
          </a:xfrm>
          <a:prstGeom prst="rect">
            <a:avLst/>
          </a:prstGeom>
        </p:spPr>
      </p:pic>
      <p:pic>
        <p:nvPicPr>
          <p:cNvPr id="15" name="Picture 14">
            <a:extLst>
              <a:ext uri="{FF2B5EF4-FFF2-40B4-BE49-F238E27FC236}">
                <a16:creationId xmlns:a16="http://schemas.microsoft.com/office/drawing/2014/main" id="{08721CF4-A5A2-E77B-7260-1358A5A5131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98932" y="5242834"/>
            <a:ext cx="1901676" cy="1631216"/>
          </a:xfrm>
          <a:prstGeom prst="rect">
            <a:avLst/>
          </a:prstGeom>
        </p:spPr>
      </p:pic>
      <p:pic>
        <p:nvPicPr>
          <p:cNvPr id="16" name="Picture 15">
            <a:extLst>
              <a:ext uri="{FF2B5EF4-FFF2-40B4-BE49-F238E27FC236}">
                <a16:creationId xmlns:a16="http://schemas.microsoft.com/office/drawing/2014/main" id="{DBEE7F42-3A0C-D6B6-EE7A-3E48914F2AE4}"/>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a:stretch/>
        </p:blipFill>
        <p:spPr>
          <a:xfrm>
            <a:off x="978769" y="5017028"/>
            <a:ext cx="2252207" cy="1698458"/>
          </a:xfrm>
          <a:prstGeom prst="rect">
            <a:avLst/>
          </a:prstGeom>
        </p:spPr>
      </p:pic>
      <p:pic>
        <p:nvPicPr>
          <p:cNvPr id="20" name="Picture 19">
            <a:extLst>
              <a:ext uri="{FF2B5EF4-FFF2-40B4-BE49-F238E27FC236}">
                <a16:creationId xmlns:a16="http://schemas.microsoft.com/office/drawing/2014/main" id="{0DD7E5F6-4C12-610B-3B11-7F7CCFEBE6C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a:off x="1127097" y="3516045"/>
            <a:ext cx="1955553" cy="1340258"/>
          </a:xfrm>
          <a:prstGeom prst="rect">
            <a:avLst/>
          </a:prstGeom>
        </p:spPr>
      </p:pic>
      <p:pic>
        <p:nvPicPr>
          <p:cNvPr id="21" name="Picture 20">
            <a:extLst>
              <a:ext uri="{FF2B5EF4-FFF2-40B4-BE49-F238E27FC236}">
                <a16:creationId xmlns:a16="http://schemas.microsoft.com/office/drawing/2014/main" id="{FB4CA586-CB56-8562-87AD-3DB67CA6AD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71741" y="5336775"/>
            <a:ext cx="1495192" cy="1150987"/>
          </a:xfrm>
          <a:prstGeom prst="rect">
            <a:avLst/>
          </a:prstGeom>
        </p:spPr>
      </p:pic>
      <p:sp>
        <p:nvSpPr>
          <p:cNvPr id="22" name="TextBox 21">
            <a:extLst>
              <a:ext uri="{FF2B5EF4-FFF2-40B4-BE49-F238E27FC236}">
                <a16:creationId xmlns:a16="http://schemas.microsoft.com/office/drawing/2014/main" id="{9077D73A-8683-F061-1F91-15363E5CFECF}"/>
              </a:ext>
            </a:extLst>
          </p:cNvPr>
          <p:cNvSpPr txBox="1"/>
          <p:nvPr/>
        </p:nvSpPr>
        <p:spPr>
          <a:xfrm>
            <a:off x="4403147" y="4858783"/>
            <a:ext cx="1857048" cy="400110"/>
          </a:xfrm>
          <a:prstGeom prst="rect">
            <a:avLst/>
          </a:prstGeom>
          <a:noFill/>
          <a:ln w="28575">
            <a:solidFill>
              <a:srgbClr val="00B0F0"/>
            </a:solidFill>
          </a:ln>
        </p:spPr>
        <p:txBody>
          <a:bodyPr wrap="square" rtlCol="0">
            <a:spAutoFit/>
          </a:bodyPr>
          <a:lstStyle/>
          <a:p>
            <a:r>
              <a:rPr lang="en-US" dirty="0"/>
              <a:t>VP7470 – Brick PC</a:t>
            </a:r>
          </a:p>
        </p:txBody>
      </p:sp>
      <p:sp>
        <p:nvSpPr>
          <p:cNvPr id="23" name="TextBox 22">
            <a:extLst>
              <a:ext uri="{FF2B5EF4-FFF2-40B4-BE49-F238E27FC236}">
                <a16:creationId xmlns:a16="http://schemas.microsoft.com/office/drawing/2014/main" id="{DB843892-0ECB-FCBA-990B-7C4FE1657095}"/>
              </a:ext>
            </a:extLst>
          </p:cNvPr>
          <p:cNvSpPr txBox="1"/>
          <p:nvPr/>
        </p:nvSpPr>
        <p:spPr>
          <a:xfrm>
            <a:off x="1711518" y="3235628"/>
            <a:ext cx="1267471" cy="400110"/>
          </a:xfrm>
          <a:prstGeom prst="rect">
            <a:avLst/>
          </a:prstGeom>
          <a:noFill/>
          <a:ln w="28575">
            <a:solidFill>
              <a:srgbClr val="FF0000"/>
            </a:solidFill>
          </a:ln>
        </p:spPr>
        <p:txBody>
          <a:bodyPr wrap="square" rtlCol="0">
            <a:spAutoFit/>
          </a:bodyPr>
          <a:lstStyle/>
          <a:p>
            <a:r>
              <a:rPr lang="en-US" dirty="0"/>
              <a:t>VN1670</a:t>
            </a:r>
          </a:p>
        </p:txBody>
      </p:sp>
      <p:cxnSp>
        <p:nvCxnSpPr>
          <p:cNvPr id="24" name="Straight Arrow Connector 23">
            <a:extLst>
              <a:ext uri="{FF2B5EF4-FFF2-40B4-BE49-F238E27FC236}">
                <a16:creationId xmlns:a16="http://schemas.microsoft.com/office/drawing/2014/main" id="{741EC21F-9AE4-EBA0-23A7-21C4FE64539D}"/>
              </a:ext>
            </a:extLst>
          </p:cNvPr>
          <p:cNvCxnSpPr>
            <a:cxnSpLocks/>
            <a:stCxn id="23" idx="3"/>
          </p:cNvCxnSpPr>
          <p:nvPr/>
        </p:nvCxnSpPr>
        <p:spPr>
          <a:xfrm flipV="1">
            <a:off x="2978990" y="2541001"/>
            <a:ext cx="2173455" cy="89468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AEDB55B-1772-5A95-A134-EEADBC65DAB9}"/>
              </a:ext>
            </a:extLst>
          </p:cNvPr>
          <p:cNvCxnSpPr>
            <a:cxnSpLocks/>
          </p:cNvCxnSpPr>
          <p:nvPr/>
        </p:nvCxnSpPr>
        <p:spPr>
          <a:xfrm flipV="1">
            <a:off x="5916852" y="4186174"/>
            <a:ext cx="547558" cy="66681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18A0328-2493-347A-CACA-9026D3A80E20}"/>
              </a:ext>
            </a:extLst>
          </p:cNvPr>
          <p:cNvSpPr txBox="1"/>
          <p:nvPr/>
        </p:nvSpPr>
        <p:spPr>
          <a:xfrm>
            <a:off x="1848650" y="4936665"/>
            <a:ext cx="1267471" cy="400110"/>
          </a:xfrm>
          <a:prstGeom prst="rect">
            <a:avLst/>
          </a:prstGeom>
          <a:noFill/>
          <a:ln w="28575">
            <a:solidFill>
              <a:srgbClr val="FF0000"/>
            </a:solidFill>
          </a:ln>
        </p:spPr>
        <p:txBody>
          <a:bodyPr wrap="square" rtlCol="0">
            <a:spAutoFit/>
          </a:bodyPr>
          <a:lstStyle/>
          <a:p>
            <a:r>
              <a:rPr lang="en-US" dirty="0"/>
              <a:t>VN5650</a:t>
            </a:r>
          </a:p>
        </p:txBody>
      </p:sp>
      <p:cxnSp>
        <p:nvCxnSpPr>
          <p:cNvPr id="30" name="Straight Arrow Connector 29">
            <a:extLst>
              <a:ext uri="{FF2B5EF4-FFF2-40B4-BE49-F238E27FC236}">
                <a16:creationId xmlns:a16="http://schemas.microsoft.com/office/drawing/2014/main" id="{622164E7-1958-457A-2D06-F9F92B721B1E}"/>
              </a:ext>
            </a:extLst>
          </p:cNvPr>
          <p:cNvCxnSpPr>
            <a:cxnSpLocks/>
          </p:cNvCxnSpPr>
          <p:nvPr/>
        </p:nvCxnSpPr>
        <p:spPr>
          <a:xfrm flipV="1">
            <a:off x="3116121" y="3171605"/>
            <a:ext cx="2053194" cy="19918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B48B2E1-1841-00DE-2864-B537BD525B8C}"/>
              </a:ext>
            </a:extLst>
          </p:cNvPr>
          <p:cNvSpPr txBox="1"/>
          <p:nvPr/>
        </p:nvSpPr>
        <p:spPr>
          <a:xfrm>
            <a:off x="6666775" y="4925672"/>
            <a:ext cx="1760890" cy="400110"/>
          </a:xfrm>
          <a:prstGeom prst="rect">
            <a:avLst/>
          </a:prstGeom>
          <a:noFill/>
          <a:ln w="28575">
            <a:solidFill>
              <a:srgbClr val="00AE4D"/>
            </a:solidFill>
          </a:ln>
        </p:spPr>
        <p:txBody>
          <a:bodyPr wrap="square" rtlCol="0">
            <a:spAutoFit/>
          </a:bodyPr>
          <a:lstStyle/>
          <a:p>
            <a:r>
              <a:rPr lang="en-US" dirty="0"/>
              <a:t>F44 Axis Encoder</a:t>
            </a:r>
          </a:p>
        </p:txBody>
      </p:sp>
      <p:cxnSp>
        <p:nvCxnSpPr>
          <p:cNvPr id="37" name="Straight Arrow Connector 36">
            <a:extLst>
              <a:ext uri="{FF2B5EF4-FFF2-40B4-BE49-F238E27FC236}">
                <a16:creationId xmlns:a16="http://schemas.microsoft.com/office/drawing/2014/main" id="{B1AA3BD5-04B3-D209-3CBC-4491C6CC5E1D}"/>
              </a:ext>
            </a:extLst>
          </p:cNvPr>
          <p:cNvCxnSpPr>
            <a:cxnSpLocks/>
          </p:cNvCxnSpPr>
          <p:nvPr/>
        </p:nvCxnSpPr>
        <p:spPr>
          <a:xfrm flipV="1">
            <a:off x="7066722" y="3045350"/>
            <a:ext cx="0" cy="1880322"/>
          </a:xfrm>
          <a:prstGeom prst="straightConnector1">
            <a:avLst/>
          </a:prstGeom>
          <a:ln w="38100">
            <a:solidFill>
              <a:srgbClr val="00AE4D"/>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A close-up of a computer&#10;&#10;Description automatically generated">
            <a:extLst>
              <a:ext uri="{FF2B5EF4-FFF2-40B4-BE49-F238E27FC236}">
                <a16:creationId xmlns:a16="http://schemas.microsoft.com/office/drawing/2014/main" id="{5C092ADD-AADF-982F-9F08-3AB981A322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7915" y="3308814"/>
            <a:ext cx="2998854" cy="3345823"/>
          </a:xfrm>
          <a:prstGeom prst="rect">
            <a:avLst/>
          </a:prstGeom>
        </p:spPr>
      </p:pic>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Eve Kit Hardware Setup</a:t>
            </a:r>
          </a:p>
        </p:txBody>
      </p:sp>
      <p:sp>
        <p:nvSpPr>
          <p:cNvPr id="3" name="Rectangle 2"/>
          <p:cNvSpPr/>
          <p:nvPr/>
        </p:nvSpPr>
        <p:spPr>
          <a:xfrm>
            <a:off x="229111" y="654896"/>
            <a:ext cx="7654125" cy="707886"/>
          </a:xfrm>
          <a:prstGeom prst="rect">
            <a:avLst/>
          </a:prstGeom>
        </p:spPr>
        <p:txBody>
          <a:bodyPr wrap="square">
            <a:spAutoFit/>
          </a:bodyPr>
          <a:lstStyle/>
          <a:p>
            <a:pPr marL="285750" indent="-285750">
              <a:buFont typeface="Arial" panose="020B0604020202020204" pitchFamily="34" charset="0"/>
              <a:buChar char="•"/>
            </a:pPr>
            <a:r>
              <a:rPr lang="en-US" dirty="0"/>
              <a:t>Dedicated hardware CAN assignments for consistency and reliability</a:t>
            </a:r>
          </a:p>
          <a:p>
            <a:pPr marL="285750" indent="-285750">
              <a:buFont typeface="Arial" panose="020B0604020202020204" pitchFamily="34" charset="0"/>
              <a:buChar char="•"/>
            </a:pPr>
            <a:r>
              <a:rPr lang="en-US" dirty="0"/>
              <a:t>Same setup across ADT FH/SAC/AZ</a:t>
            </a:r>
          </a:p>
        </p:txBody>
      </p:sp>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p:cNvSpPr txBox="1"/>
          <p:nvPr/>
        </p:nvSpPr>
        <p:spPr>
          <a:xfrm>
            <a:off x="120340" y="1423442"/>
            <a:ext cx="4900470" cy="1877437"/>
          </a:xfrm>
          <a:prstGeom prst="rect">
            <a:avLst/>
          </a:prstGeom>
          <a:noFill/>
          <a:ln w="28575">
            <a:noFill/>
          </a:ln>
        </p:spPr>
        <p:txBody>
          <a:bodyPr wrap="square" rtlCol="0">
            <a:spAutoFit/>
          </a:bodyPr>
          <a:lstStyle/>
          <a:p>
            <a:r>
              <a:rPr lang="en-US" dirty="0"/>
              <a:t>Hardware Setup</a:t>
            </a:r>
          </a:p>
          <a:p>
            <a:pPr marL="342900" indent="-342900">
              <a:buFont typeface="Arial" panose="020B0604020202020204" pitchFamily="34" charset="0"/>
              <a:buChar char="•"/>
            </a:pPr>
            <a:r>
              <a:rPr lang="en-US" sz="1600" dirty="0"/>
              <a:t>Plug in specific CAN device to dedicated port on Eve Kit</a:t>
            </a:r>
          </a:p>
          <a:p>
            <a:pPr marL="800100" lvl="1" indent="-342900">
              <a:buFont typeface="Arial" panose="020B0604020202020204" pitchFamily="34" charset="0"/>
              <a:buChar char="•"/>
            </a:pPr>
            <a:r>
              <a:rPr lang="en-US" sz="1600" dirty="0"/>
              <a:t>ITS1_FD -&gt; CAN1, ITS2_FD -&gt; CAN2, </a:t>
            </a:r>
            <a:r>
              <a:rPr lang="en-US" sz="1600" dirty="0" err="1"/>
              <a:t>etc</a:t>
            </a:r>
            <a:endParaRPr lang="en-US" sz="1600" dirty="0"/>
          </a:p>
          <a:p>
            <a:pPr marL="342900" indent="-342900">
              <a:buFont typeface="Arial" panose="020B0604020202020204" pitchFamily="34" charset="0"/>
              <a:buChar char="•"/>
            </a:pPr>
            <a:r>
              <a:rPr lang="en-US" sz="1600" dirty="0"/>
              <a:t>Beneficial to ensure correct database files, recorded signals, and baud rates</a:t>
            </a:r>
          </a:p>
          <a:p>
            <a:pPr marL="342900" indent="-342900">
              <a:buFont typeface="Arial" panose="020B0604020202020204" pitchFamily="34" charset="0"/>
              <a:buChar char="•"/>
            </a:pPr>
            <a:r>
              <a:rPr lang="en-US" sz="1600" dirty="0"/>
              <a:t>Same hardware and patch panel layout across all 23 Eve Systems</a:t>
            </a:r>
          </a:p>
          <a:p>
            <a:pPr marL="800100" lvl="1" indent="-342900">
              <a:buFont typeface="Arial" panose="020B0604020202020204" pitchFamily="34" charset="0"/>
              <a:buChar char="•"/>
            </a:pPr>
            <a:r>
              <a:rPr lang="en-US" sz="1600" dirty="0"/>
              <a:t>Exception, old axis cameras (no risk to new configurations)</a:t>
            </a:r>
          </a:p>
        </p:txBody>
      </p:sp>
      <p:sp>
        <p:nvSpPr>
          <p:cNvPr id="4" name="TextBox 3">
            <a:extLst>
              <a:ext uri="{FF2B5EF4-FFF2-40B4-BE49-F238E27FC236}">
                <a16:creationId xmlns:a16="http://schemas.microsoft.com/office/drawing/2014/main" id="{1DADD926-E66B-F7CE-6E3A-00EDA311F979}"/>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13" name="Picture 12" descr="A table with text and numbers&#10;&#10;Description automatically generated">
            <a:extLst>
              <a:ext uri="{FF2B5EF4-FFF2-40B4-BE49-F238E27FC236}">
                <a16:creationId xmlns:a16="http://schemas.microsoft.com/office/drawing/2014/main" id="{C3C3D44F-9782-43A5-801E-6379A0EE2E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8597" y="1889361"/>
            <a:ext cx="3688420" cy="4142525"/>
          </a:xfrm>
          <a:prstGeom prst="rect">
            <a:avLst/>
          </a:prstGeom>
        </p:spPr>
      </p:pic>
      <p:sp>
        <p:nvSpPr>
          <p:cNvPr id="16" name="Rectangle 15">
            <a:extLst>
              <a:ext uri="{FF2B5EF4-FFF2-40B4-BE49-F238E27FC236}">
                <a16:creationId xmlns:a16="http://schemas.microsoft.com/office/drawing/2014/main" id="{E4864835-0727-8AD2-9670-A8920608A9CE}"/>
              </a:ext>
            </a:extLst>
          </p:cNvPr>
          <p:cNvSpPr/>
          <p:nvPr/>
        </p:nvSpPr>
        <p:spPr>
          <a:xfrm>
            <a:off x="2236109" y="4278089"/>
            <a:ext cx="2526639" cy="342375"/>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3DAFA65-B3F1-8603-BA00-989A9FABD49B}"/>
              </a:ext>
            </a:extLst>
          </p:cNvPr>
          <p:cNvSpPr txBox="1"/>
          <p:nvPr/>
        </p:nvSpPr>
        <p:spPr>
          <a:xfrm>
            <a:off x="229111" y="4469224"/>
            <a:ext cx="1381575" cy="338554"/>
          </a:xfrm>
          <a:prstGeom prst="rect">
            <a:avLst/>
          </a:prstGeom>
          <a:noFill/>
          <a:ln w="28575">
            <a:solidFill>
              <a:srgbClr val="7030A0"/>
            </a:solidFill>
          </a:ln>
        </p:spPr>
        <p:txBody>
          <a:bodyPr wrap="square" rtlCol="0">
            <a:spAutoFit/>
          </a:bodyPr>
          <a:lstStyle/>
          <a:p>
            <a:r>
              <a:rPr lang="en-US" sz="1600" dirty="0"/>
              <a:t>CAN 1 - 16</a:t>
            </a:r>
          </a:p>
        </p:txBody>
      </p:sp>
      <p:cxnSp>
        <p:nvCxnSpPr>
          <p:cNvPr id="18" name="Straight Arrow Connector 17">
            <a:extLst>
              <a:ext uri="{FF2B5EF4-FFF2-40B4-BE49-F238E27FC236}">
                <a16:creationId xmlns:a16="http://schemas.microsoft.com/office/drawing/2014/main" id="{944A6927-415F-8B49-5441-1FE39820111A}"/>
              </a:ext>
            </a:extLst>
          </p:cNvPr>
          <p:cNvCxnSpPr>
            <a:cxnSpLocks/>
            <a:stCxn id="17" idx="3"/>
            <a:endCxn id="16" idx="1"/>
          </p:cNvCxnSpPr>
          <p:nvPr/>
        </p:nvCxnSpPr>
        <p:spPr>
          <a:xfrm flipV="1">
            <a:off x="1610686" y="4449277"/>
            <a:ext cx="625422" cy="18922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12F1838-4D74-CF21-1F9A-2E05A21698EA}"/>
              </a:ext>
            </a:extLst>
          </p:cNvPr>
          <p:cNvSpPr/>
          <p:nvPr/>
        </p:nvSpPr>
        <p:spPr>
          <a:xfrm>
            <a:off x="4139866" y="3895819"/>
            <a:ext cx="622882" cy="3822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1C36251-489D-E4F5-6F80-F95887426DD6}"/>
              </a:ext>
            </a:extLst>
          </p:cNvPr>
          <p:cNvSpPr txBox="1"/>
          <p:nvPr/>
        </p:nvSpPr>
        <p:spPr>
          <a:xfrm>
            <a:off x="229111" y="3553444"/>
            <a:ext cx="1683477" cy="338554"/>
          </a:xfrm>
          <a:prstGeom prst="rect">
            <a:avLst/>
          </a:prstGeom>
          <a:noFill/>
          <a:ln w="28575">
            <a:solidFill>
              <a:srgbClr val="FF0000"/>
            </a:solidFill>
          </a:ln>
        </p:spPr>
        <p:txBody>
          <a:bodyPr wrap="square" rtlCol="0">
            <a:spAutoFit/>
          </a:bodyPr>
          <a:lstStyle/>
          <a:p>
            <a:r>
              <a:rPr lang="en-US" sz="1600" dirty="0"/>
              <a:t>CAN 17 - 18, LIN 1 - 2</a:t>
            </a:r>
          </a:p>
        </p:txBody>
      </p:sp>
      <p:cxnSp>
        <p:nvCxnSpPr>
          <p:cNvPr id="25" name="Straight Arrow Connector 24">
            <a:extLst>
              <a:ext uri="{FF2B5EF4-FFF2-40B4-BE49-F238E27FC236}">
                <a16:creationId xmlns:a16="http://schemas.microsoft.com/office/drawing/2014/main" id="{D8198F27-EF46-5C6A-BA2E-F8B9BE5048CF}"/>
              </a:ext>
            </a:extLst>
          </p:cNvPr>
          <p:cNvCxnSpPr>
            <a:cxnSpLocks/>
            <a:stCxn id="24" idx="3"/>
            <a:endCxn id="23" idx="1"/>
          </p:cNvCxnSpPr>
          <p:nvPr/>
        </p:nvCxnSpPr>
        <p:spPr>
          <a:xfrm>
            <a:off x="1912589" y="3722721"/>
            <a:ext cx="2227277" cy="3642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2A9FEB0A-C257-E18A-EC07-492A1572017E}"/>
              </a:ext>
            </a:extLst>
          </p:cNvPr>
          <p:cNvSpPr/>
          <p:nvPr/>
        </p:nvSpPr>
        <p:spPr>
          <a:xfrm>
            <a:off x="2270208" y="3891998"/>
            <a:ext cx="1259460" cy="414567"/>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1F293174-91EA-9610-56F1-3AC6875BB923}"/>
              </a:ext>
            </a:extLst>
          </p:cNvPr>
          <p:cNvSpPr txBox="1"/>
          <p:nvPr/>
        </p:nvSpPr>
        <p:spPr>
          <a:xfrm>
            <a:off x="229111" y="3990278"/>
            <a:ext cx="1381575" cy="338554"/>
          </a:xfrm>
          <a:prstGeom prst="rect">
            <a:avLst/>
          </a:prstGeom>
          <a:noFill/>
          <a:ln w="28575">
            <a:solidFill>
              <a:srgbClr val="00B0F0"/>
            </a:solidFill>
          </a:ln>
        </p:spPr>
        <p:txBody>
          <a:bodyPr wrap="square" rtlCol="0">
            <a:spAutoFit/>
          </a:bodyPr>
          <a:lstStyle/>
          <a:p>
            <a:r>
              <a:rPr lang="en-US" sz="1600" dirty="0"/>
              <a:t>ETH 1 - 3</a:t>
            </a:r>
          </a:p>
        </p:txBody>
      </p:sp>
      <p:cxnSp>
        <p:nvCxnSpPr>
          <p:cNvPr id="39" name="Straight Arrow Connector 38">
            <a:extLst>
              <a:ext uri="{FF2B5EF4-FFF2-40B4-BE49-F238E27FC236}">
                <a16:creationId xmlns:a16="http://schemas.microsoft.com/office/drawing/2014/main" id="{790714AB-188B-70FF-BAC8-FA3E48D7A94F}"/>
              </a:ext>
            </a:extLst>
          </p:cNvPr>
          <p:cNvCxnSpPr>
            <a:cxnSpLocks/>
            <a:stCxn id="38" idx="3"/>
            <a:endCxn id="37" idx="1"/>
          </p:cNvCxnSpPr>
          <p:nvPr/>
        </p:nvCxnSpPr>
        <p:spPr>
          <a:xfrm flipV="1">
            <a:off x="1610686" y="4099282"/>
            <a:ext cx="659521" cy="60273"/>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B6DE9E4C-957D-5BB2-C245-3BBDF6512594}"/>
              </a:ext>
            </a:extLst>
          </p:cNvPr>
          <p:cNvSpPr/>
          <p:nvPr/>
        </p:nvSpPr>
        <p:spPr>
          <a:xfrm>
            <a:off x="2270208" y="4660359"/>
            <a:ext cx="1662131" cy="382270"/>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4BF0F548-C0DD-E829-DEC5-1C86A7628FE3}"/>
              </a:ext>
            </a:extLst>
          </p:cNvPr>
          <p:cNvSpPr txBox="1"/>
          <p:nvPr/>
        </p:nvSpPr>
        <p:spPr>
          <a:xfrm>
            <a:off x="229111" y="4948170"/>
            <a:ext cx="1381575" cy="584775"/>
          </a:xfrm>
          <a:prstGeom prst="rect">
            <a:avLst/>
          </a:prstGeom>
          <a:noFill/>
          <a:ln w="28575">
            <a:solidFill>
              <a:srgbClr val="00AE4D"/>
            </a:solidFill>
          </a:ln>
        </p:spPr>
        <p:txBody>
          <a:bodyPr wrap="square" rtlCol="0">
            <a:spAutoFit/>
          </a:bodyPr>
          <a:lstStyle/>
          <a:p>
            <a:r>
              <a:rPr lang="en-US" sz="1600" dirty="0"/>
              <a:t>Axis CAM5, CAM6</a:t>
            </a:r>
          </a:p>
        </p:txBody>
      </p:sp>
      <p:cxnSp>
        <p:nvCxnSpPr>
          <p:cNvPr id="46" name="Straight Arrow Connector 45">
            <a:extLst>
              <a:ext uri="{FF2B5EF4-FFF2-40B4-BE49-F238E27FC236}">
                <a16:creationId xmlns:a16="http://schemas.microsoft.com/office/drawing/2014/main" id="{CDCFC756-D746-A9E8-7475-130AEE5C2FAD}"/>
              </a:ext>
            </a:extLst>
          </p:cNvPr>
          <p:cNvCxnSpPr>
            <a:cxnSpLocks/>
            <a:stCxn id="45" idx="3"/>
            <a:endCxn id="44" idx="1"/>
          </p:cNvCxnSpPr>
          <p:nvPr/>
        </p:nvCxnSpPr>
        <p:spPr>
          <a:xfrm flipV="1">
            <a:off x="1610686" y="4851494"/>
            <a:ext cx="659521" cy="389064"/>
          </a:xfrm>
          <a:prstGeom prst="straightConnector1">
            <a:avLst/>
          </a:prstGeom>
          <a:ln w="38100">
            <a:solidFill>
              <a:srgbClr val="00AE4D"/>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3F09FF0B-B0DA-331D-8261-64A4887C88AC}"/>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Change Axis Quad IP Addresses</a:t>
            </a:r>
          </a:p>
        </p:txBody>
      </p:sp>
      <p:sp>
        <p:nvSpPr>
          <p:cNvPr id="3" name="Rectangle 2">
            <a:extLst>
              <a:ext uri="{FF2B5EF4-FFF2-40B4-BE49-F238E27FC236}">
                <a16:creationId xmlns:a16="http://schemas.microsoft.com/office/drawing/2014/main" id="{6FB5B10B-7F8F-1E58-66AE-6CF3566506E3}"/>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Same IP setup across ADT FH/SAC/AZ</a:t>
            </a:r>
          </a:p>
        </p:txBody>
      </p:sp>
      <p:pic>
        <p:nvPicPr>
          <p:cNvPr id="29" name="Picture 28">
            <a:extLst>
              <a:ext uri="{FF2B5EF4-FFF2-40B4-BE49-F238E27FC236}">
                <a16:creationId xmlns:a16="http://schemas.microsoft.com/office/drawing/2014/main" id="{E8A75E9B-14C0-73B1-A543-284A47D66E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1C5A6B5D-1C48-30F4-E1D2-B4869ADBB0FE}"/>
              </a:ext>
            </a:extLst>
          </p:cNvPr>
          <p:cNvSpPr txBox="1"/>
          <p:nvPr/>
        </p:nvSpPr>
        <p:spPr>
          <a:xfrm>
            <a:off x="120340" y="1423442"/>
            <a:ext cx="4703507" cy="1631216"/>
          </a:xfrm>
          <a:prstGeom prst="rect">
            <a:avLst/>
          </a:prstGeom>
          <a:noFill/>
          <a:ln w="28575">
            <a:noFill/>
          </a:ln>
        </p:spPr>
        <p:txBody>
          <a:bodyPr wrap="square" rtlCol="0">
            <a:spAutoFit/>
          </a:bodyPr>
          <a:lstStyle/>
          <a:p>
            <a:r>
              <a:rPr lang="en-US" dirty="0"/>
              <a:t>Axis Quad IP Address Change</a:t>
            </a:r>
          </a:p>
          <a:p>
            <a:pPr marL="342900" indent="-342900">
              <a:buFont typeface="Arial" panose="020B0604020202020204" pitchFamily="34" charset="0"/>
              <a:buChar char="•"/>
            </a:pPr>
            <a:r>
              <a:rPr lang="en-US" sz="1600" dirty="0"/>
              <a:t>Manually change each Axis Quad IP Address in Axis software</a:t>
            </a:r>
          </a:p>
          <a:p>
            <a:pPr marL="800100" lvl="1" indent="-342900">
              <a:buFont typeface="Arial" panose="020B0604020202020204" pitchFamily="34" charset="0"/>
              <a:buChar char="•"/>
            </a:pPr>
            <a:r>
              <a:rPr lang="en-US" sz="1600" dirty="0"/>
              <a:t>Axis Quad 1 -&gt; 195.0.100.1</a:t>
            </a:r>
          </a:p>
          <a:p>
            <a:pPr marL="800100" lvl="1" indent="-342900">
              <a:buFont typeface="Arial" panose="020B0604020202020204" pitchFamily="34" charset="0"/>
              <a:buChar char="•"/>
            </a:pPr>
            <a:r>
              <a:rPr lang="en-US" sz="1600" dirty="0"/>
              <a:t>Axis Quad 2 -&gt; 195.0.100.2</a:t>
            </a:r>
          </a:p>
          <a:p>
            <a:pPr marL="800100" lvl="1" indent="-342900">
              <a:buFont typeface="Arial" panose="020B0604020202020204" pitchFamily="34" charset="0"/>
              <a:buChar char="•"/>
            </a:pPr>
            <a:r>
              <a:rPr lang="en-US" sz="1600" dirty="0"/>
              <a:t>Axis Quad 3 -&gt; 195.0.100.3</a:t>
            </a:r>
          </a:p>
          <a:p>
            <a:pPr marL="800100" lvl="1" indent="-342900">
              <a:buFont typeface="Arial" panose="020B0604020202020204" pitchFamily="34" charset="0"/>
              <a:buChar char="•"/>
            </a:pPr>
            <a:r>
              <a:rPr lang="en-US" sz="1600" dirty="0">
                <a:solidFill>
                  <a:srgbClr val="FF0000"/>
                </a:solidFill>
              </a:rPr>
              <a:t>Default Router = 195.0.100.10 (Same for all Axis)</a:t>
            </a:r>
          </a:p>
        </p:txBody>
      </p:sp>
      <p:sp>
        <p:nvSpPr>
          <p:cNvPr id="4" name="TextBox 3">
            <a:extLst>
              <a:ext uri="{FF2B5EF4-FFF2-40B4-BE49-F238E27FC236}">
                <a16:creationId xmlns:a16="http://schemas.microsoft.com/office/drawing/2014/main" id="{55B84C35-6D08-69C6-D780-6C06F1E6207D}"/>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7" name="Picture 6">
            <a:extLst>
              <a:ext uri="{FF2B5EF4-FFF2-40B4-BE49-F238E27FC236}">
                <a16:creationId xmlns:a16="http://schemas.microsoft.com/office/drawing/2014/main" id="{EDB9BC12-39B5-6602-D81A-D1A592E0E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0812" y="1265172"/>
            <a:ext cx="3786716" cy="1543265"/>
          </a:xfrm>
          <a:prstGeom prst="rect">
            <a:avLst/>
          </a:prstGeom>
        </p:spPr>
      </p:pic>
      <p:pic>
        <p:nvPicPr>
          <p:cNvPr id="6" name="Picture 5">
            <a:extLst>
              <a:ext uri="{FF2B5EF4-FFF2-40B4-BE49-F238E27FC236}">
                <a16:creationId xmlns:a16="http://schemas.microsoft.com/office/drawing/2014/main" id="{B1E8F352-FA78-9691-B1D1-8A45E45F25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7642" y="2903198"/>
            <a:ext cx="3081450" cy="3625235"/>
          </a:xfrm>
          <a:prstGeom prst="rect">
            <a:avLst/>
          </a:prstGeom>
        </p:spPr>
      </p:pic>
      <p:sp>
        <p:nvSpPr>
          <p:cNvPr id="9" name="Rectangle 8">
            <a:extLst>
              <a:ext uri="{FF2B5EF4-FFF2-40B4-BE49-F238E27FC236}">
                <a16:creationId xmlns:a16="http://schemas.microsoft.com/office/drawing/2014/main" id="{D9BF688A-E05D-D371-F2F5-277BC7B97595}"/>
              </a:ext>
            </a:extLst>
          </p:cNvPr>
          <p:cNvSpPr/>
          <p:nvPr/>
        </p:nvSpPr>
        <p:spPr>
          <a:xfrm>
            <a:off x="5958118" y="3983062"/>
            <a:ext cx="1912102" cy="6044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EC4E423E-DC37-AA94-FB59-9FBE251891A5}"/>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Change Brick PC Port IP Settings</a:t>
            </a:r>
          </a:p>
        </p:txBody>
      </p:sp>
      <p:sp>
        <p:nvSpPr>
          <p:cNvPr id="3" name="Rectangle 2">
            <a:extLst>
              <a:ext uri="{FF2B5EF4-FFF2-40B4-BE49-F238E27FC236}">
                <a16:creationId xmlns:a16="http://schemas.microsoft.com/office/drawing/2014/main" id="{1207D9C9-84E7-F852-0EAE-192AD85581AD}"/>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Same IP setup across ADT FH/SAC/AZ</a:t>
            </a:r>
          </a:p>
        </p:txBody>
      </p:sp>
      <p:pic>
        <p:nvPicPr>
          <p:cNvPr id="29" name="Picture 28">
            <a:extLst>
              <a:ext uri="{FF2B5EF4-FFF2-40B4-BE49-F238E27FC236}">
                <a16:creationId xmlns:a16="http://schemas.microsoft.com/office/drawing/2014/main" id="{6C2C8EFC-098C-C2B3-FB14-F44A064BCA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EB007FE2-5B90-0095-66AF-23639DD53333}"/>
              </a:ext>
            </a:extLst>
          </p:cNvPr>
          <p:cNvSpPr txBox="1"/>
          <p:nvPr/>
        </p:nvSpPr>
        <p:spPr>
          <a:xfrm>
            <a:off x="120340" y="1423442"/>
            <a:ext cx="4703507" cy="3108543"/>
          </a:xfrm>
          <a:prstGeom prst="rect">
            <a:avLst/>
          </a:prstGeom>
          <a:noFill/>
          <a:ln w="28575">
            <a:noFill/>
          </a:ln>
        </p:spPr>
        <p:txBody>
          <a:bodyPr wrap="square" rtlCol="0">
            <a:spAutoFit/>
          </a:bodyPr>
          <a:lstStyle/>
          <a:p>
            <a:r>
              <a:rPr lang="en-US" dirty="0"/>
              <a:t>Brick PC Port IP Settings for Axis Cams</a:t>
            </a:r>
          </a:p>
          <a:p>
            <a:pPr marL="342900" indent="-342900">
              <a:buFont typeface="Arial" panose="020B0604020202020204" pitchFamily="34" charset="0"/>
              <a:buChar char="•"/>
            </a:pPr>
            <a:r>
              <a:rPr lang="en-US" sz="1600" dirty="0"/>
              <a:t>Place batch file in Brick Settings Folder</a:t>
            </a:r>
          </a:p>
          <a:p>
            <a:pPr marL="800100" lvl="1" indent="-342900">
              <a:buFont typeface="Arial" panose="020B0604020202020204" pitchFamily="34" charset="0"/>
              <a:buChar char="•"/>
            </a:pPr>
            <a:r>
              <a:rPr lang="en-US" sz="1600" dirty="0"/>
              <a:t>This PC -&gt; Downloads -&gt; Brick Settings</a:t>
            </a:r>
          </a:p>
          <a:p>
            <a:pPr marL="800100" lvl="1" indent="-342900">
              <a:buFont typeface="Arial" panose="020B0604020202020204" pitchFamily="34" charset="0"/>
              <a:buChar char="•"/>
            </a:pPr>
            <a:r>
              <a:rPr lang="en-US" sz="1600" dirty="0"/>
              <a:t>BrickPC_ip_config_New_Axis.bat</a:t>
            </a:r>
          </a:p>
          <a:p>
            <a:pPr marL="342900" indent="-342900">
              <a:buFont typeface="Arial" panose="020B0604020202020204" pitchFamily="34" charset="0"/>
              <a:buChar char="•"/>
            </a:pPr>
            <a:r>
              <a:rPr lang="en-US" sz="1600" dirty="0">
                <a:solidFill>
                  <a:srgbClr val="FF0000"/>
                </a:solidFill>
              </a:rPr>
              <a:t>Confirm Network names are matching image on right</a:t>
            </a:r>
          </a:p>
          <a:p>
            <a:pPr marL="342900" indent="-342900">
              <a:buFont typeface="Arial" panose="020B0604020202020204" pitchFamily="34" charset="0"/>
              <a:buChar char="•"/>
            </a:pPr>
            <a:r>
              <a:rPr lang="en-US" sz="1600" dirty="0">
                <a:solidFill>
                  <a:srgbClr val="FF0000"/>
                </a:solidFill>
              </a:rPr>
              <a:t>Right click batch file -&gt; Run As Administrator </a:t>
            </a:r>
          </a:p>
          <a:p>
            <a:pPr marL="342900" indent="-342900">
              <a:buFont typeface="Arial" panose="020B0604020202020204" pitchFamily="34" charset="0"/>
              <a:buChar char="•"/>
            </a:pPr>
            <a:r>
              <a:rPr lang="en-US" sz="1600" dirty="0"/>
              <a:t>Assignments are the following, also shown below</a:t>
            </a:r>
          </a:p>
          <a:p>
            <a:pPr marL="800100" lvl="1" indent="-342900">
              <a:buFont typeface="Arial" panose="020B0604020202020204" pitchFamily="34" charset="0"/>
              <a:buChar char="•"/>
            </a:pPr>
            <a:r>
              <a:rPr lang="en-US" sz="1600" dirty="0"/>
              <a:t>1G #1 -&gt; 195.0.100.11</a:t>
            </a:r>
          </a:p>
          <a:p>
            <a:pPr marL="800100" lvl="1" indent="-342900">
              <a:buFont typeface="Arial" panose="020B0604020202020204" pitchFamily="34" charset="0"/>
              <a:buChar char="•"/>
            </a:pPr>
            <a:r>
              <a:rPr lang="en-US" sz="1600" dirty="0"/>
              <a:t>1G #2 -&gt; 195.0.100.12</a:t>
            </a:r>
          </a:p>
          <a:p>
            <a:pPr marL="800100" lvl="1" indent="-342900">
              <a:buFont typeface="Arial" panose="020B0604020202020204" pitchFamily="34" charset="0"/>
              <a:buChar char="•"/>
            </a:pPr>
            <a:r>
              <a:rPr lang="en-US" sz="1600" dirty="0"/>
              <a:t>1G #3 -&gt; 195.0.100.13</a:t>
            </a:r>
          </a:p>
          <a:p>
            <a:pPr marL="800100" lvl="1" indent="-342900">
              <a:buFont typeface="Arial" panose="020B0604020202020204" pitchFamily="34" charset="0"/>
              <a:buChar char="•"/>
            </a:pPr>
            <a:r>
              <a:rPr lang="en-US" sz="1600" dirty="0"/>
              <a:t>1G #4 -&gt; Same as Previous (192.168.4.1)</a:t>
            </a:r>
          </a:p>
          <a:p>
            <a:pPr marL="800100" lvl="1" indent="-342900">
              <a:buFont typeface="Arial" panose="020B0604020202020204" pitchFamily="34" charset="0"/>
              <a:buChar char="•"/>
            </a:pPr>
            <a:r>
              <a:rPr lang="en-US" sz="1600" dirty="0"/>
              <a:t>10G #1 -&gt; Same As Previous (192.168.10.10)</a:t>
            </a:r>
          </a:p>
        </p:txBody>
      </p:sp>
      <p:sp>
        <p:nvSpPr>
          <p:cNvPr id="4" name="TextBox 3">
            <a:extLst>
              <a:ext uri="{FF2B5EF4-FFF2-40B4-BE49-F238E27FC236}">
                <a16:creationId xmlns:a16="http://schemas.microsoft.com/office/drawing/2014/main" id="{49C348B5-8DEC-B3D5-BB5D-BF5FC9FF9B31}"/>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7" name="Picture 6">
            <a:extLst>
              <a:ext uri="{FF2B5EF4-FFF2-40B4-BE49-F238E27FC236}">
                <a16:creationId xmlns:a16="http://schemas.microsoft.com/office/drawing/2014/main" id="{6B2ACC60-E039-CD33-861C-682459B32D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33" y="4880857"/>
            <a:ext cx="3786716" cy="1543265"/>
          </a:xfrm>
          <a:prstGeom prst="rect">
            <a:avLst/>
          </a:prstGeom>
        </p:spPr>
      </p:pic>
      <p:pic>
        <p:nvPicPr>
          <p:cNvPr id="6" name="Picture 5">
            <a:extLst>
              <a:ext uri="{FF2B5EF4-FFF2-40B4-BE49-F238E27FC236}">
                <a16:creationId xmlns:a16="http://schemas.microsoft.com/office/drawing/2014/main" id="{B7D13F46-15FA-69CB-B2B4-F956DD4AEF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69321" y="1318910"/>
            <a:ext cx="4342316" cy="1904187"/>
          </a:xfrm>
          <a:prstGeom prst="rect">
            <a:avLst/>
          </a:prstGeom>
        </p:spPr>
      </p:pic>
      <p:pic>
        <p:nvPicPr>
          <p:cNvPr id="10" name="Picture 9">
            <a:extLst>
              <a:ext uri="{FF2B5EF4-FFF2-40B4-BE49-F238E27FC236}">
                <a16:creationId xmlns:a16="http://schemas.microsoft.com/office/drawing/2014/main" id="{71341160-6F34-F421-59B8-EDD452D1DC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9321" y="3778623"/>
            <a:ext cx="4342316" cy="1523970"/>
          </a:xfrm>
          <a:prstGeom prst="rect">
            <a:avLst/>
          </a:prstGeom>
        </p:spPr>
      </p:pic>
      <p:sp>
        <p:nvSpPr>
          <p:cNvPr id="11" name="TextBox 10">
            <a:extLst>
              <a:ext uri="{FF2B5EF4-FFF2-40B4-BE49-F238E27FC236}">
                <a16:creationId xmlns:a16="http://schemas.microsoft.com/office/drawing/2014/main" id="{57CDF28A-6CF2-FEFD-DA77-D993E5643C4E}"/>
              </a:ext>
            </a:extLst>
          </p:cNvPr>
          <p:cNvSpPr txBox="1"/>
          <p:nvPr/>
        </p:nvSpPr>
        <p:spPr>
          <a:xfrm>
            <a:off x="5306232" y="909497"/>
            <a:ext cx="2889190" cy="400110"/>
          </a:xfrm>
          <a:prstGeom prst="rect">
            <a:avLst/>
          </a:prstGeom>
          <a:noFill/>
          <a:ln w="28575">
            <a:solidFill>
              <a:srgbClr val="FF0000"/>
            </a:solidFill>
          </a:ln>
        </p:spPr>
        <p:txBody>
          <a:bodyPr wrap="square" rtlCol="0">
            <a:spAutoFit/>
          </a:bodyPr>
          <a:lstStyle/>
          <a:p>
            <a:pPr algn="ctr"/>
            <a:r>
              <a:rPr lang="en-US" dirty="0"/>
              <a:t>Batch File Placement</a:t>
            </a:r>
          </a:p>
        </p:txBody>
      </p:sp>
      <p:sp>
        <p:nvSpPr>
          <p:cNvPr id="12" name="TextBox 11">
            <a:extLst>
              <a:ext uri="{FF2B5EF4-FFF2-40B4-BE49-F238E27FC236}">
                <a16:creationId xmlns:a16="http://schemas.microsoft.com/office/drawing/2014/main" id="{44C978AE-CF3A-C356-162F-00D3700790B1}"/>
              </a:ext>
            </a:extLst>
          </p:cNvPr>
          <p:cNvSpPr txBox="1"/>
          <p:nvPr/>
        </p:nvSpPr>
        <p:spPr>
          <a:xfrm>
            <a:off x="5306232" y="3395601"/>
            <a:ext cx="2889190" cy="400110"/>
          </a:xfrm>
          <a:prstGeom prst="rect">
            <a:avLst/>
          </a:prstGeom>
          <a:noFill/>
          <a:ln w="28575">
            <a:solidFill>
              <a:srgbClr val="FF0000"/>
            </a:solidFill>
          </a:ln>
        </p:spPr>
        <p:txBody>
          <a:bodyPr wrap="square" rtlCol="0">
            <a:spAutoFit/>
          </a:bodyPr>
          <a:lstStyle/>
          <a:p>
            <a:pPr algn="ctr"/>
            <a:r>
              <a:rPr lang="en-US" dirty="0"/>
              <a:t>Required Network Naming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1B7DE67-E72A-DFD0-8642-04007222E9C9}"/>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Update Drive Letters and Rename</a:t>
            </a:r>
          </a:p>
        </p:txBody>
      </p:sp>
      <p:sp>
        <p:nvSpPr>
          <p:cNvPr id="3" name="Rectangle 2">
            <a:extLst>
              <a:ext uri="{FF2B5EF4-FFF2-40B4-BE49-F238E27FC236}">
                <a16:creationId xmlns:a16="http://schemas.microsoft.com/office/drawing/2014/main" id="{E8BF3885-E804-A390-4AA9-4895202208FA}"/>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Same drive letter setup across ADT FH/SAC/AZ</a:t>
            </a:r>
          </a:p>
        </p:txBody>
      </p:sp>
      <p:pic>
        <p:nvPicPr>
          <p:cNvPr id="29" name="Picture 28">
            <a:extLst>
              <a:ext uri="{FF2B5EF4-FFF2-40B4-BE49-F238E27FC236}">
                <a16:creationId xmlns:a16="http://schemas.microsoft.com/office/drawing/2014/main" id="{B46EE78D-FFE6-5950-A328-1B1C6AE3C0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1408ACBE-AACB-4505-56F4-60F22D4E5A9F}"/>
              </a:ext>
            </a:extLst>
          </p:cNvPr>
          <p:cNvSpPr txBox="1"/>
          <p:nvPr/>
        </p:nvSpPr>
        <p:spPr>
          <a:xfrm>
            <a:off x="120340" y="1423442"/>
            <a:ext cx="3930528" cy="2616101"/>
          </a:xfrm>
          <a:prstGeom prst="rect">
            <a:avLst/>
          </a:prstGeom>
          <a:noFill/>
          <a:ln w="28575">
            <a:noFill/>
          </a:ln>
        </p:spPr>
        <p:txBody>
          <a:bodyPr wrap="square" rtlCol="0">
            <a:spAutoFit/>
          </a:bodyPr>
          <a:lstStyle/>
          <a:p>
            <a:r>
              <a:rPr lang="en-US" dirty="0"/>
              <a:t>Change Drive Letters</a:t>
            </a:r>
          </a:p>
          <a:p>
            <a:pPr marL="342900" indent="-342900">
              <a:buFont typeface="Arial" panose="020B0604020202020204" pitchFamily="34" charset="0"/>
              <a:buChar char="•"/>
            </a:pPr>
            <a:r>
              <a:rPr lang="en-US" sz="1600" dirty="0"/>
              <a:t>Previous D Drive -&gt; Change to E Drive</a:t>
            </a:r>
          </a:p>
          <a:p>
            <a:pPr marL="800100" lvl="1" indent="-342900">
              <a:buFont typeface="Arial" panose="020B0604020202020204" pitchFamily="34" charset="0"/>
              <a:buChar char="•"/>
            </a:pPr>
            <a:r>
              <a:rPr lang="en-US" sz="1600" dirty="0"/>
              <a:t>Rename to “Setup”</a:t>
            </a:r>
          </a:p>
          <a:p>
            <a:pPr marL="800100" lvl="1" indent="-342900">
              <a:buFont typeface="Arial" panose="020B0604020202020204" pitchFamily="34" charset="0"/>
              <a:buChar char="•"/>
            </a:pPr>
            <a:r>
              <a:rPr lang="en-US" sz="1600" dirty="0">
                <a:solidFill>
                  <a:srgbClr val="FF0000"/>
                </a:solidFill>
              </a:rPr>
              <a:t>This drive should have ~100Gb of space</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dirty="0"/>
              <a:t>Previous E Drive -&gt; Change to D Drive</a:t>
            </a:r>
          </a:p>
          <a:p>
            <a:pPr marL="800100" lvl="1" indent="-342900">
              <a:buFont typeface="Arial" panose="020B0604020202020204" pitchFamily="34" charset="0"/>
              <a:buChar char="•"/>
            </a:pPr>
            <a:r>
              <a:rPr lang="en-US" sz="1600" dirty="0"/>
              <a:t>Rename to “Data”</a:t>
            </a:r>
          </a:p>
          <a:p>
            <a:pPr marL="800100" lvl="1" indent="-342900">
              <a:buFont typeface="Arial" panose="020B0604020202020204" pitchFamily="34" charset="0"/>
              <a:buChar char="•"/>
            </a:pPr>
            <a:r>
              <a:rPr lang="en-US" sz="1600" dirty="0">
                <a:solidFill>
                  <a:srgbClr val="FF0000"/>
                </a:solidFill>
              </a:rPr>
              <a:t>Ensure this is the drive with 4+ TB of space</a:t>
            </a:r>
          </a:p>
        </p:txBody>
      </p:sp>
      <p:sp>
        <p:nvSpPr>
          <p:cNvPr id="4" name="TextBox 3">
            <a:extLst>
              <a:ext uri="{FF2B5EF4-FFF2-40B4-BE49-F238E27FC236}">
                <a16:creationId xmlns:a16="http://schemas.microsoft.com/office/drawing/2014/main" id="{CE5B5389-57E6-0A78-58A1-14B75D2FCEB4}"/>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6" name="Picture 5">
            <a:extLst>
              <a:ext uri="{FF2B5EF4-FFF2-40B4-BE49-F238E27FC236}">
                <a16:creationId xmlns:a16="http://schemas.microsoft.com/office/drawing/2014/main" id="{11AA5FA1-2106-9B2B-B66F-D78034532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2918" y="1184044"/>
            <a:ext cx="4546883" cy="425051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2405E960-C52B-A01B-012B-7CB5FC846538}"/>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Add to Vector Hardware</a:t>
            </a:r>
          </a:p>
        </p:txBody>
      </p:sp>
      <p:sp>
        <p:nvSpPr>
          <p:cNvPr id="3" name="Rectangle 2">
            <a:extLst>
              <a:ext uri="{FF2B5EF4-FFF2-40B4-BE49-F238E27FC236}">
                <a16:creationId xmlns:a16="http://schemas.microsoft.com/office/drawing/2014/main" id="{DF167095-8E6D-A111-AEB9-3B9A827E53E7}"/>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Add CAN21 for </a:t>
            </a:r>
            <a:r>
              <a:rPr lang="en-US" dirty="0" err="1"/>
              <a:t>OxFord</a:t>
            </a:r>
            <a:r>
              <a:rPr lang="en-US" dirty="0"/>
              <a:t> Setup</a:t>
            </a:r>
          </a:p>
        </p:txBody>
      </p:sp>
      <p:pic>
        <p:nvPicPr>
          <p:cNvPr id="29" name="Picture 28">
            <a:extLst>
              <a:ext uri="{FF2B5EF4-FFF2-40B4-BE49-F238E27FC236}">
                <a16:creationId xmlns:a16="http://schemas.microsoft.com/office/drawing/2014/main" id="{005E134F-4946-AE23-4F60-52C24F6E32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869D782C-C953-B245-4F40-44834DC96474}"/>
              </a:ext>
            </a:extLst>
          </p:cNvPr>
          <p:cNvSpPr txBox="1"/>
          <p:nvPr/>
        </p:nvSpPr>
        <p:spPr>
          <a:xfrm>
            <a:off x="120340" y="1423442"/>
            <a:ext cx="3930528" cy="1815882"/>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Open Vector Hardware Configuration</a:t>
            </a:r>
          </a:p>
          <a:p>
            <a:pPr marL="342900" indent="-342900">
              <a:buFont typeface="Arial" panose="020B0604020202020204" pitchFamily="34" charset="0"/>
              <a:buChar char="•"/>
            </a:pPr>
            <a:r>
              <a:rPr lang="en-US" sz="1600" dirty="0"/>
              <a:t>Right click </a:t>
            </a:r>
            <a:r>
              <a:rPr lang="en-US" sz="1600" dirty="0" err="1"/>
              <a:t>CANape</a:t>
            </a:r>
            <a:r>
              <a:rPr lang="en-US" sz="1600" dirty="0"/>
              <a:t> -&gt; Application Channel Usage</a:t>
            </a:r>
          </a:p>
          <a:p>
            <a:pPr marL="342900" indent="-342900">
              <a:buFont typeface="Arial" panose="020B0604020202020204" pitchFamily="34" charset="0"/>
              <a:buChar char="•"/>
            </a:pPr>
            <a:r>
              <a:rPr lang="en-US" sz="1600" dirty="0"/>
              <a:t>Ensure all are 0 except the following:</a:t>
            </a:r>
          </a:p>
          <a:p>
            <a:pPr marL="800100" lvl="1" indent="-342900">
              <a:buFont typeface="Arial" panose="020B0604020202020204" pitchFamily="34" charset="0"/>
              <a:buChar char="•"/>
            </a:pPr>
            <a:r>
              <a:rPr lang="en-US" sz="1600" dirty="0"/>
              <a:t>CAN = 22</a:t>
            </a:r>
          </a:p>
          <a:p>
            <a:pPr marL="800100" lvl="1" indent="-342900">
              <a:buFont typeface="Arial" panose="020B0604020202020204" pitchFamily="34" charset="0"/>
              <a:buChar char="•"/>
            </a:pPr>
            <a:r>
              <a:rPr lang="en-US" sz="1600" dirty="0"/>
              <a:t>LIN = 5</a:t>
            </a:r>
          </a:p>
          <a:p>
            <a:pPr marL="800100" lvl="1" indent="-342900">
              <a:buFont typeface="Arial" panose="020B0604020202020204" pitchFamily="34" charset="0"/>
              <a:buChar char="•"/>
            </a:pPr>
            <a:r>
              <a:rPr lang="en-US" sz="1600" dirty="0"/>
              <a:t>GNSS = 1</a:t>
            </a:r>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77E1A6E3-93C4-0964-03C6-5F8B7D620055}"/>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10" name="Picture 9">
            <a:extLst>
              <a:ext uri="{FF2B5EF4-FFF2-40B4-BE49-F238E27FC236}">
                <a16:creationId xmlns:a16="http://schemas.microsoft.com/office/drawing/2014/main" id="{D7346FA3-9C00-0271-5671-DCC6C6B38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9281" y="854951"/>
            <a:ext cx="3224679" cy="2969346"/>
          </a:xfrm>
          <a:prstGeom prst="rect">
            <a:avLst/>
          </a:prstGeom>
        </p:spPr>
      </p:pic>
      <p:pic>
        <p:nvPicPr>
          <p:cNvPr id="6" name="Picture 5">
            <a:extLst>
              <a:ext uri="{FF2B5EF4-FFF2-40B4-BE49-F238E27FC236}">
                <a16:creationId xmlns:a16="http://schemas.microsoft.com/office/drawing/2014/main" id="{8EADA18B-E393-09C8-A87E-39E23C633E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9987" y="2339624"/>
            <a:ext cx="3022227" cy="3258005"/>
          </a:xfrm>
          <a:prstGeom prst="rect">
            <a:avLst/>
          </a:prstGeom>
        </p:spPr>
      </p:pic>
      <p:sp>
        <p:nvSpPr>
          <p:cNvPr id="13" name="Oval 12">
            <a:extLst>
              <a:ext uri="{FF2B5EF4-FFF2-40B4-BE49-F238E27FC236}">
                <a16:creationId xmlns:a16="http://schemas.microsoft.com/office/drawing/2014/main" id="{DD14D2CD-E68D-9C95-1461-A654A78639D9}"/>
              </a:ext>
            </a:extLst>
          </p:cNvPr>
          <p:cNvSpPr/>
          <p:nvPr/>
        </p:nvSpPr>
        <p:spPr>
          <a:xfrm>
            <a:off x="5625885" y="3203003"/>
            <a:ext cx="714858"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B72EBC0-496F-AE78-E8A6-529F6F693DBE}"/>
              </a:ext>
            </a:extLst>
          </p:cNvPr>
          <p:cNvSpPr/>
          <p:nvPr/>
        </p:nvSpPr>
        <p:spPr>
          <a:xfrm>
            <a:off x="6340743" y="3203002"/>
            <a:ext cx="714858"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7FD551D-D660-1478-C969-308A5941C555}"/>
              </a:ext>
            </a:extLst>
          </p:cNvPr>
          <p:cNvSpPr/>
          <p:nvPr/>
        </p:nvSpPr>
        <p:spPr>
          <a:xfrm>
            <a:off x="7014943" y="3824297"/>
            <a:ext cx="714858"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71CAE9B9-2463-E784-9F04-0B3F7EC1E76E}"/>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Add CAN21 to Vector Hardware</a:t>
            </a:r>
          </a:p>
        </p:txBody>
      </p:sp>
      <p:sp>
        <p:nvSpPr>
          <p:cNvPr id="3" name="Rectangle 2">
            <a:extLst>
              <a:ext uri="{FF2B5EF4-FFF2-40B4-BE49-F238E27FC236}">
                <a16:creationId xmlns:a16="http://schemas.microsoft.com/office/drawing/2014/main" id="{6761B16E-FF48-2A4B-EFB6-71370604962B}"/>
              </a:ext>
            </a:extLst>
          </p:cNvPr>
          <p:cNvSpPr/>
          <p:nvPr/>
        </p:nvSpPr>
        <p:spPr>
          <a:xfrm>
            <a:off x="229111" y="654896"/>
            <a:ext cx="7654125" cy="707886"/>
          </a:xfrm>
          <a:prstGeom prst="rect">
            <a:avLst/>
          </a:prstGeom>
        </p:spPr>
        <p:txBody>
          <a:bodyPr wrap="square">
            <a:spAutoFit/>
          </a:bodyPr>
          <a:lstStyle/>
          <a:p>
            <a:pPr marL="285750" indent="-285750">
              <a:buFont typeface="Arial" panose="020B0604020202020204" pitchFamily="34" charset="0"/>
              <a:buChar char="•"/>
            </a:pPr>
            <a:r>
              <a:rPr lang="en-US" dirty="0"/>
              <a:t>Assign CAN18 and CAN21</a:t>
            </a:r>
          </a:p>
          <a:p>
            <a:pPr marL="285750" indent="-285750">
              <a:buFont typeface="Arial" panose="020B0604020202020204" pitchFamily="34" charset="0"/>
              <a:buChar char="•"/>
            </a:pPr>
            <a:r>
              <a:rPr lang="en-US" dirty="0"/>
              <a:t>Verify CAN and LIN</a:t>
            </a:r>
          </a:p>
        </p:txBody>
      </p:sp>
      <p:pic>
        <p:nvPicPr>
          <p:cNvPr id="29" name="Picture 28">
            <a:extLst>
              <a:ext uri="{FF2B5EF4-FFF2-40B4-BE49-F238E27FC236}">
                <a16:creationId xmlns:a16="http://schemas.microsoft.com/office/drawing/2014/main" id="{99752234-1EBC-A07A-29DE-1C2D031733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3EF06357-7053-4CBA-A1E1-644440C88B5A}"/>
              </a:ext>
            </a:extLst>
          </p:cNvPr>
          <p:cNvSpPr txBox="1"/>
          <p:nvPr/>
        </p:nvSpPr>
        <p:spPr>
          <a:xfrm>
            <a:off x="120340" y="1423442"/>
            <a:ext cx="3930528" cy="2062103"/>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Right click CAN18 -&gt; choose VN5650 CH 14</a:t>
            </a:r>
          </a:p>
          <a:p>
            <a:pPr marL="342900" indent="-342900">
              <a:buFont typeface="Arial" panose="020B0604020202020204" pitchFamily="34" charset="0"/>
              <a:buChar char="•"/>
            </a:pPr>
            <a:r>
              <a:rPr lang="en-US" sz="1600" dirty="0"/>
              <a:t>Right click CAN19 -&gt; choose Virtual CAN Bus 1</a:t>
            </a:r>
          </a:p>
          <a:p>
            <a:pPr marL="342900" indent="-342900">
              <a:buFont typeface="Arial" panose="020B0604020202020204" pitchFamily="34" charset="0"/>
              <a:buChar char="•"/>
            </a:pPr>
            <a:r>
              <a:rPr lang="en-US" sz="1600" dirty="0"/>
              <a:t>Right click CAN21 -&gt; choose VN5650 CH 14</a:t>
            </a:r>
          </a:p>
          <a:p>
            <a:pPr marL="342900" indent="-342900">
              <a:buFont typeface="Arial" panose="020B0604020202020204" pitchFamily="34" charset="0"/>
              <a:buChar char="•"/>
            </a:pPr>
            <a:r>
              <a:rPr lang="en-US" sz="1600" dirty="0"/>
              <a:t>Ensure LIN Channels are accurate</a:t>
            </a:r>
          </a:p>
          <a:p>
            <a:pPr marL="342900" indent="-342900">
              <a:buFont typeface="Arial" panose="020B0604020202020204" pitchFamily="34" charset="0"/>
              <a:buChar char="•"/>
            </a:pPr>
            <a:r>
              <a:rPr lang="en-US" sz="1600" dirty="0"/>
              <a:t>GNSS -&gt; </a:t>
            </a:r>
            <a:r>
              <a:rPr lang="en-US" sz="1600" dirty="0" err="1"/>
              <a:t>vGNSS</a:t>
            </a:r>
            <a:r>
              <a:rPr lang="en-US" sz="1600" dirty="0"/>
              <a:t> Channel 1</a:t>
            </a:r>
          </a:p>
          <a:p>
            <a:pPr marL="342900" indent="-342900">
              <a:buFont typeface="Arial" panose="020B0604020202020204" pitchFamily="34" charset="0"/>
              <a:buChar char="•"/>
            </a:pPr>
            <a:r>
              <a:rPr lang="en-US" sz="1600" dirty="0">
                <a:solidFill>
                  <a:srgbClr val="FF0000"/>
                </a:solidFill>
              </a:rPr>
              <a:t>Verify Vector Hardware looks exactly the same as image on the right</a:t>
            </a:r>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91E55619-BED6-87A5-1640-73762B85625E}"/>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6" name="Picture 5">
            <a:extLst>
              <a:ext uri="{FF2B5EF4-FFF2-40B4-BE49-F238E27FC236}">
                <a16:creationId xmlns:a16="http://schemas.microsoft.com/office/drawing/2014/main" id="{7638608F-852A-7EF5-48E4-920A69D4C9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8020" y="1048789"/>
            <a:ext cx="3668944" cy="4854296"/>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2E1F04FD-E943-CEE0-769D-76773EF0EF4E}"/>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Upgrade to latest drivers</a:t>
            </a:r>
          </a:p>
        </p:txBody>
      </p:sp>
      <p:sp>
        <p:nvSpPr>
          <p:cNvPr id="3" name="Rectangle 2">
            <a:extLst>
              <a:ext uri="{FF2B5EF4-FFF2-40B4-BE49-F238E27FC236}">
                <a16:creationId xmlns:a16="http://schemas.microsoft.com/office/drawing/2014/main" id="{70CB61CC-0BD5-2B17-C48C-A35384CDCC53}"/>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For GPS as Vector Hardware Device</a:t>
            </a:r>
          </a:p>
        </p:txBody>
      </p:sp>
      <p:pic>
        <p:nvPicPr>
          <p:cNvPr id="29" name="Picture 28">
            <a:extLst>
              <a:ext uri="{FF2B5EF4-FFF2-40B4-BE49-F238E27FC236}">
                <a16:creationId xmlns:a16="http://schemas.microsoft.com/office/drawing/2014/main" id="{58B9B0C7-5391-832F-A45E-9156D4E7B3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D9298701-A874-5D54-EA53-0612B2DB8C92}"/>
              </a:ext>
            </a:extLst>
          </p:cNvPr>
          <p:cNvSpPr txBox="1"/>
          <p:nvPr/>
        </p:nvSpPr>
        <p:spPr>
          <a:xfrm>
            <a:off x="120340" y="1423442"/>
            <a:ext cx="3930528" cy="1569660"/>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Right click CAN18 -&gt; choose VN5650 CH 14</a:t>
            </a:r>
          </a:p>
          <a:p>
            <a:pPr marL="342900" indent="-342900">
              <a:buFont typeface="Arial" panose="020B0604020202020204" pitchFamily="34" charset="0"/>
              <a:buChar char="•"/>
            </a:pPr>
            <a:r>
              <a:rPr lang="en-US" sz="1600" dirty="0"/>
              <a:t>Right click CAN19 -&gt; choose Virtual CAN Bus 1</a:t>
            </a:r>
          </a:p>
          <a:p>
            <a:pPr marL="342900" indent="-342900">
              <a:buFont typeface="Arial" panose="020B0604020202020204" pitchFamily="34" charset="0"/>
              <a:buChar char="•"/>
            </a:pPr>
            <a:r>
              <a:rPr lang="en-US" sz="1600" dirty="0"/>
              <a:t>Right click CAN21 -&gt; choose VN5650 CH 14</a:t>
            </a:r>
          </a:p>
          <a:p>
            <a:pPr marL="342900" indent="-342900">
              <a:buFont typeface="Arial" panose="020B0604020202020204" pitchFamily="34" charset="0"/>
              <a:buChar char="•"/>
            </a:pPr>
            <a:r>
              <a:rPr lang="en-US" sz="1600" dirty="0"/>
              <a:t>Ensure LIN2 is VN1670 CH 5</a:t>
            </a:r>
          </a:p>
          <a:p>
            <a:pPr marL="342900" indent="-342900">
              <a:buFont typeface="Arial" panose="020B0604020202020204" pitchFamily="34" charset="0"/>
              <a:buChar char="•"/>
            </a:pPr>
            <a:r>
              <a:rPr lang="en-US" sz="1600" dirty="0">
                <a:solidFill>
                  <a:srgbClr val="FF0000"/>
                </a:solidFill>
              </a:rPr>
              <a:t>Do not update Vector Platform Manager?</a:t>
            </a:r>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0374F978-FAAA-FD32-3BA0-4C74559D1CD0}"/>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sp>
        <p:nvSpPr>
          <p:cNvPr id="5" name="TextBox 4">
            <a:extLst>
              <a:ext uri="{FF2B5EF4-FFF2-40B4-BE49-F238E27FC236}">
                <a16:creationId xmlns:a16="http://schemas.microsoft.com/office/drawing/2014/main" id="{423030C7-1267-2ED1-0408-867F9E95B1E7}"/>
              </a:ext>
            </a:extLst>
          </p:cNvPr>
          <p:cNvSpPr txBox="1"/>
          <p:nvPr/>
        </p:nvSpPr>
        <p:spPr>
          <a:xfrm>
            <a:off x="5701439" y="1362782"/>
            <a:ext cx="2408460" cy="954107"/>
          </a:xfrm>
          <a:prstGeom prst="rect">
            <a:avLst/>
          </a:prstGeom>
          <a:solidFill>
            <a:srgbClr val="FFFF00"/>
          </a:solidFill>
        </p:spPr>
        <p:txBody>
          <a:bodyPr wrap="square" rtlCol="0">
            <a:spAutoFit/>
          </a:bodyPr>
          <a:lstStyle/>
          <a:p>
            <a:pPr marL="342900" indent="-342900">
              <a:buFontTx/>
              <a:buChar char="-"/>
            </a:pPr>
            <a:r>
              <a:rPr lang="en-US" sz="1400" dirty="0"/>
              <a:t>Confirm latest drivers work</a:t>
            </a:r>
          </a:p>
          <a:p>
            <a:pPr marL="342900" indent="-342900">
              <a:buFontTx/>
              <a:buChar char="-"/>
            </a:pPr>
            <a:endParaRPr lang="en-US" sz="1400" dirty="0"/>
          </a:p>
          <a:p>
            <a:pPr marL="342900" indent="-342900">
              <a:buFontTx/>
              <a:buChar char="-"/>
            </a:pPr>
            <a:endParaRPr lang="en-US" sz="1400" dirty="0"/>
          </a:p>
          <a:p>
            <a:pPr marL="342900" indent="-342900">
              <a:buFontTx/>
              <a:buChar char="-"/>
            </a:pPr>
            <a:endParaRPr lang="en-US" sz="14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FD9EAF4-3086-9152-3DF5-1256C57C3320}"/>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Upgrade to latest version of CANape 21</a:t>
            </a:r>
          </a:p>
        </p:txBody>
      </p:sp>
      <p:sp>
        <p:nvSpPr>
          <p:cNvPr id="3" name="Rectangle 2">
            <a:extLst>
              <a:ext uri="{FF2B5EF4-FFF2-40B4-BE49-F238E27FC236}">
                <a16:creationId xmlns:a16="http://schemas.microsoft.com/office/drawing/2014/main" id="{070ECFD7-991D-6B1A-39D1-A32A9D50D01C}"/>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CANape 21 SP 6</a:t>
            </a:r>
          </a:p>
        </p:txBody>
      </p:sp>
      <p:pic>
        <p:nvPicPr>
          <p:cNvPr id="29" name="Picture 28">
            <a:extLst>
              <a:ext uri="{FF2B5EF4-FFF2-40B4-BE49-F238E27FC236}">
                <a16:creationId xmlns:a16="http://schemas.microsoft.com/office/drawing/2014/main" id="{8F47865C-6804-E1DA-DE2C-DEFC31246D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B9338D53-FF98-AE75-76D5-57B016372248}"/>
              </a:ext>
            </a:extLst>
          </p:cNvPr>
          <p:cNvSpPr txBox="1"/>
          <p:nvPr/>
        </p:nvSpPr>
        <p:spPr>
          <a:xfrm>
            <a:off x="120340" y="1423442"/>
            <a:ext cx="3930528" cy="1569660"/>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Right click CAN18 -&gt; choose VN5650 CH 14</a:t>
            </a:r>
          </a:p>
          <a:p>
            <a:pPr marL="342900" indent="-342900">
              <a:buFont typeface="Arial" panose="020B0604020202020204" pitchFamily="34" charset="0"/>
              <a:buChar char="•"/>
            </a:pPr>
            <a:r>
              <a:rPr lang="en-US" sz="1600" dirty="0"/>
              <a:t>Right click CAN19 -&gt; choose Virtual CAN Bus 1</a:t>
            </a:r>
          </a:p>
          <a:p>
            <a:pPr marL="342900" indent="-342900">
              <a:buFont typeface="Arial" panose="020B0604020202020204" pitchFamily="34" charset="0"/>
              <a:buChar char="•"/>
            </a:pPr>
            <a:r>
              <a:rPr lang="en-US" sz="1600" dirty="0"/>
              <a:t>Right click CAN21 -&gt; choose VN5650 CH 14</a:t>
            </a:r>
          </a:p>
          <a:p>
            <a:pPr marL="342900" indent="-342900">
              <a:buFont typeface="Arial" panose="020B0604020202020204" pitchFamily="34" charset="0"/>
              <a:buChar char="•"/>
            </a:pPr>
            <a:r>
              <a:rPr lang="en-US" sz="1600" dirty="0"/>
              <a:t>Ensure LIN2 is VN1670 CH 5</a:t>
            </a:r>
          </a:p>
          <a:p>
            <a:pPr marL="342900" indent="-342900">
              <a:buFont typeface="Arial" panose="020B0604020202020204" pitchFamily="34" charset="0"/>
              <a:buChar char="•"/>
            </a:pPr>
            <a:r>
              <a:rPr lang="en-US" sz="1600" dirty="0">
                <a:solidFill>
                  <a:srgbClr val="FF0000"/>
                </a:solidFill>
              </a:rPr>
              <a:t>Do not update Vector Platform Manager?</a:t>
            </a:r>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69711607-E9D1-BAED-88F8-9FEC8CC5999C}"/>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sp>
        <p:nvSpPr>
          <p:cNvPr id="5" name="TextBox 4">
            <a:extLst>
              <a:ext uri="{FF2B5EF4-FFF2-40B4-BE49-F238E27FC236}">
                <a16:creationId xmlns:a16="http://schemas.microsoft.com/office/drawing/2014/main" id="{09250CCE-15AF-C784-1564-E447C84B2C81}"/>
              </a:ext>
            </a:extLst>
          </p:cNvPr>
          <p:cNvSpPr txBox="1"/>
          <p:nvPr/>
        </p:nvSpPr>
        <p:spPr>
          <a:xfrm>
            <a:off x="5701439" y="1362782"/>
            <a:ext cx="2408460" cy="1169551"/>
          </a:xfrm>
          <a:prstGeom prst="rect">
            <a:avLst/>
          </a:prstGeom>
          <a:solidFill>
            <a:srgbClr val="FFFF00"/>
          </a:solidFill>
        </p:spPr>
        <p:txBody>
          <a:bodyPr wrap="square" rtlCol="0">
            <a:spAutoFit/>
          </a:bodyPr>
          <a:lstStyle/>
          <a:p>
            <a:pPr marL="342900" indent="-342900">
              <a:buFontTx/>
              <a:buChar char="-"/>
            </a:pPr>
            <a:r>
              <a:rPr lang="en-US" sz="1400" dirty="0"/>
              <a:t>Confirm latest CANape 21 version works</a:t>
            </a:r>
          </a:p>
          <a:p>
            <a:pPr marL="342900" indent="-342900">
              <a:buFontTx/>
              <a:buChar char="-"/>
            </a:pPr>
            <a:endParaRPr lang="en-US" sz="1400" dirty="0"/>
          </a:p>
          <a:p>
            <a:pPr marL="342900" indent="-342900">
              <a:buFontTx/>
              <a:buChar char="-"/>
            </a:pPr>
            <a:endParaRPr lang="en-US" sz="1400" dirty="0"/>
          </a:p>
          <a:p>
            <a:pPr marL="342900" indent="-342900">
              <a:buFontTx/>
              <a:buChar char="-"/>
            </a:pPr>
            <a:endParaRPr lang="en-US" sz="14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07C07C87-C3FD-CF2A-A095-F14D016BFCC9}"/>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Adapter Addition</a:t>
            </a:r>
          </a:p>
        </p:txBody>
      </p:sp>
      <p:sp>
        <p:nvSpPr>
          <p:cNvPr id="3" name="Rectangle 2">
            <a:extLst>
              <a:ext uri="{FF2B5EF4-FFF2-40B4-BE49-F238E27FC236}">
                <a16:creationId xmlns:a16="http://schemas.microsoft.com/office/drawing/2014/main" id="{7C961C5B-383A-3B94-9552-17A4F593141F}"/>
              </a:ext>
            </a:extLst>
          </p:cNvPr>
          <p:cNvSpPr/>
          <p:nvPr/>
        </p:nvSpPr>
        <p:spPr>
          <a:xfrm>
            <a:off x="229111" y="654896"/>
            <a:ext cx="7654125" cy="707886"/>
          </a:xfrm>
          <a:prstGeom prst="rect">
            <a:avLst/>
          </a:prstGeom>
        </p:spPr>
        <p:txBody>
          <a:bodyPr wrap="square">
            <a:spAutoFit/>
          </a:bodyPr>
          <a:lstStyle/>
          <a:p>
            <a:pPr marL="285750" indent="-285750">
              <a:buFont typeface="Arial" panose="020B0604020202020204" pitchFamily="34" charset="0"/>
              <a:buChar char="•"/>
            </a:pPr>
            <a:r>
              <a:rPr lang="en-US" dirty="0"/>
              <a:t>Mount </a:t>
            </a:r>
            <a:r>
              <a:rPr lang="en-US" dirty="0" err="1"/>
              <a:t>Wifi</a:t>
            </a:r>
            <a:r>
              <a:rPr lang="en-US" dirty="0"/>
              <a:t> Adapter to Eve Kit</a:t>
            </a:r>
          </a:p>
          <a:p>
            <a:pPr marL="285750" indent="-285750">
              <a:buFont typeface="Arial" panose="020B0604020202020204" pitchFamily="34" charset="0"/>
              <a:buChar char="•"/>
            </a:pPr>
            <a:r>
              <a:rPr lang="en-US" dirty="0"/>
              <a:t>Plug into Brick PC</a:t>
            </a:r>
          </a:p>
        </p:txBody>
      </p:sp>
      <p:pic>
        <p:nvPicPr>
          <p:cNvPr id="29" name="Picture 28">
            <a:extLst>
              <a:ext uri="{FF2B5EF4-FFF2-40B4-BE49-F238E27FC236}">
                <a16:creationId xmlns:a16="http://schemas.microsoft.com/office/drawing/2014/main" id="{AB63DC4D-3978-DCA8-2986-98FF093045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96D8B895-EF9E-7788-4A7D-9386E4F11DB5}"/>
              </a:ext>
            </a:extLst>
          </p:cNvPr>
          <p:cNvSpPr txBox="1"/>
          <p:nvPr/>
        </p:nvSpPr>
        <p:spPr>
          <a:xfrm>
            <a:off x="120340" y="1423442"/>
            <a:ext cx="3930528" cy="1323439"/>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Mount </a:t>
            </a:r>
            <a:r>
              <a:rPr lang="en-US" sz="1600" dirty="0" err="1"/>
              <a:t>Wifi</a:t>
            </a:r>
            <a:r>
              <a:rPr lang="en-US" sz="1600" dirty="0"/>
              <a:t> Adapter to Eve Kit</a:t>
            </a:r>
          </a:p>
          <a:p>
            <a:pPr marL="342900" indent="-342900">
              <a:buFont typeface="Arial" panose="020B0604020202020204" pitchFamily="34" charset="0"/>
              <a:buChar char="•"/>
            </a:pPr>
            <a:r>
              <a:rPr lang="en-US" sz="1600" dirty="0"/>
              <a:t>Plug USB into Brick PC port 1</a:t>
            </a:r>
          </a:p>
          <a:p>
            <a:pPr marL="342900" indent="-342900">
              <a:buFont typeface="Arial" panose="020B0604020202020204" pitchFamily="34" charset="0"/>
              <a:buChar char="•"/>
            </a:pPr>
            <a:r>
              <a:rPr lang="en-US" sz="1600" dirty="0"/>
              <a:t>Remove patch panel slot for empty USB</a:t>
            </a:r>
          </a:p>
          <a:p>
            <a:pPr marL="800100" lvl="1" indent="-342900">
              <a:buFont typeface="Arial" panose="020B0604020202020204" pitchFamily="34" charset="0"/>
              <a:buChar char="•"/>
            </a:pPr>
            <a:r>
              <a:rPr lang="en-US" sz="1600" dirty="0"/>
              <a:t>Shift HDMI port left 1</a:t>
            </a:r>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02CD2CCB-57B5-68D2-0708-64E7596259CC}"/>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sp>
        <p:nvSpPr>
          <p:cNvPr id="5" name="TextBox 4">
            <a:extLst>
              <a:ext uri="{FF2B5EF4-FFF2-40B4-BE49-F238E27FC236}">
                <a16:creationId xmlns:a16="http://schemas.microsoft.com/office/drawing/2014/main" id="{AA2523FF-CACB-A539-2FC4-0F7A83B96FBA}"/>
              </a:ext>
            </a:extLst>
          </p:cNvPr>
          <p:cNvSpPr txBox="1"/>
          <p:nvPr/>
        </p:nvSpPr>
        <p:spPr>
          <a:xfrm>
            <a:off x="4730857" y="2394943"/>
            <a:ext cx="3220735" cy="2246769"/>
          </a:xfrm>
          <a:prstGeom prst="rect">
            <a:avLst/>
          </a:prstGeom>
          <a:noFill/>
          <a:ln w="28575">
            <a:solidFill>
              <a:srgbClr val="FF0000"/>
            </a:solidFill>
          </a:ln>
        </p:spPr>
        <p:txBody>
          <a:bodyPr wrap="square" rtlCol="0">
            <a:spAutoFit/>
          </a:bodyPr>
          <a:lstStyle/>
          <a:p>
            <a:r>
              <a:rPr lang="en-US" dirty="0"/>
              <a:t>Need to put picture of official mounting location</a:t>
            </a:r>
          </a:p>
          <a:p>
            <a:endParaRPr lang="en-US" dirty="0"/>
          </a:p>
          <a:p>
            <a:endParaRPr lang="en-US" dirty="0"/>
          </a:p>
          <a:p>
            <a:endParaRPr lang="en-US" dirty="0"/>
          </a:p>
          <a:p>
            <a:endParaRPr lang="en-US" dirty="0"/>
          </a:p>
          <a:p>
            <a:endParaRPr lang="en-US"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B3D30404-20BE-FFE8-0555-CF8D8719D45B}"/>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33C30A0C-0250-AA3B-2DAE-0EFFB5D3FE2E}"/>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Activate </a:t>
            </a:r>
            <a:r>
              <a:rPr lang="en-US" dirty="0" err="1"/>
              <a:t>Wifi</a:t>
            </a:r>
            <a:r>
              <a:rPr lang="en-US" dirty="0"/>
              <a:t> on Brick PC</a:t>
            </a:r>
          </a:p>
        </p:txBody>
      </p:sp>
      <p:pic>
        <p:nvPicPr>
          <p:cNvPr id="29" name="Picture 28">
            <a:extLst>
              <a:ext uri="{FF2B5EF4-FFF2-40B4-BE49-F238E27FC236}">
                <a16:creationId xmlns:a16="http://schemas.microsoft.com/office/drawing/2014/main" id="{6B222628-9170-C19D-782F-87BA681EB4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CB1211CE-1804-AE47-3B3E-426C0EDBBAE5}"/>
              </a:ext>
            </a:extLst>
          </p:cNvPr>
          <p:cNvSpPr txBox="1"/>
          <p:nvPr/>
        </p:nvSpPr>
        <p:spPr>
          <a:xfrm>
            <a:off x="120340" y="1423442"/>
            <a:ext cx="3930528" cy="2062103"/>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Open file explorer</a:t>
            </a:r>
          </a:p>
          <a:p>
            <a:pPr marL="342900" indent="-342900">
              <a:buFont typeface="Arial" panose="020B0604020202020204" pitchFamily="34" charset="0"/>
              <a:buChar char="•"/>
            </a:pPr>
            <a:r>
              <a:rPr lang="en-US" sz="1600" dirty="0"/>
              <a:t>Choose CD drive </a:t>
            </a:r>
            <a:r>
              <a:rPr lang="en-US" sz="1600" dirty="0" err="1"/>
              <a:t>Wifi</a:t>
            </a:r>
            <a:r>
              <a:rPr lang="en-US" sz="1600" dirty="0"/>
              <a:t> 6 USB</a:t>
            </a:r>
          </a:p>
          <a:p>
            <a:pPr marL="342900" indent="-342900">
              <a:buFont typeface="Arial" panose="020B0604020202020204" pitchFamily="34" charset="0"/>
              <a:buChar char="•"/>
            </a:pPr>
            <a:r>
              <a:rPr lang="en-US" sz="1600" dirty="0"/>
              <a:t>Choose Driver Folder -&gt; Setup.exe</a:t>
            </a:r>
          </a:p>
          <a:p>
            <a:pPr marL="342900" indent="-342900">
              <a:buFont typeface="Arial" panose="020B0604020202020204" pitchFamily="34" charset="0"/>
              <a:buChar char="•"/>
            </a:pPr>
            <a:r>
              <a:rPr lang="en-US" sz="1600" dirty="0"/>
              <a:t>Installation will begin! </a:t>
            </a:r>
          </a:p>
          <a:p>
            <a:pPr marL="800100" lvl="1" indent="-342900">
              <a:buFont typeface="Arial" panose="020B0604020202020204" pitchFamily="34" charset="0"/>
              <a:buChar char="•"/>
            </a:pPr>
            <a:r>
              <a:rPr lang="en-US" sz="1600" dirty="0"/>
              <a:t>Wait to finish</a:t>
            </a:r>
          </a:p>
          <a:p>
            <a:pPr marL="800100" lvl="1" indent="-342900">
              <a:buFont typeface="Arial" panose="020B0604020202020204" pitchFamily="34" charset="0"/>
              <a:buChar char="•"/>
            </a:pPr>
            <a:r>
              <a:rPr lang="en-US" sz="1600" dirty="0"/>
              <a:t>Will close automatically when complete</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7740C50E-861F-C8AD-C68D-7E933954AF5C}"/>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7" name="Picture 6">
            <a:extLst>
              <a:ext uri="{FF2B5EF4-FFF2-40B4-BE49-F238E27FC236}">
                <a16:creationId xmlns:a16="http://schemas.microsoft.com/office/drawing/2014/main" id="{655A36C7-26B4-41DE-CE2B-806E342AB0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6127" y="651788"/>
            <a:ext cx="2751551" cy="3264018"/>
          </a:xfrm>
          <a:prstGeom prst="rect">
            <a:avLst/>
          </a:prstGeom>
        </p:spPr>
      </p:pic>
      <p:pic>
        <p:nvPicPr>
          <p:cNvPr id="10" name="Picture 9">
            <a:extLst>
              <a:ext uri="{FF2B5EF4-FFF2-40B4-BE49-F238E27FC236}">
                <a16:creationId xmlns:a16="http://schemas.microsoft.com/office/drawing/2014/main" id="{5EC6736B-1919-5030-0CC6-4AB24F7945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34142" y="2150569"/>
            <a:ext cx="2498379" cy="3530474"/>
          </a:xfrm>
          <a:prstGeom prst="rect">
            <a:avLst/>
          </a:prstGeom>
        </p:spPr>
      </p:pic>
      <p:pic>
        <p:nvPicPr>
          <p:cNvPr id="12" name="Picture 11">
            <a:extLst>
              <a:ext uri="{FF2B5EF4-FFF2-40B4-BE49-F238E27FC236}">
                <a16:creationId xmlns:a16="http://schemas.microsoft.com/office/drawing/2014/main" id="{2E9F2B3C-5505-09D7-7D6E-290B8E016D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3703" y="3847982"/>
            <a:ext cx="2921762" cy="2326773"/>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CD054EB6-70C0-56D2-A061-D039742467A8}"/>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C8445E27-8487-0268-D5DA-8C1324CDD61F}"/>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Connect to Orbi Router</a:t>
            </a:r>
          </a:p>
        </p:txBody>
      </p:sp>
      <p:pic>
        <p:nvPicPr>
          <p:cNvPr id="29" name="Picture 28">
            <a:extLst>
              <a:ext uri="{FF2B5EF4-FFF2-40B4-BE49-F238E27FC236}">
                <a16:creationId xmlns:a16="http://schemas.microsoft.com/office/drawing/2014/main" id="{7E513503-AC0D-6B44-E83A-7C270EAA20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B625A033-9E95-E560-0FDE-6DC6380724BD}"/>
              </a:ext>
            </a:extLst>
          </p:cNvPr>
          <p:cNvSpPr txBox="1"/>
          <p:nvPr/>
        </p:nvSpPr>
        <p:spPr>
          <a:xfrm>
            <a:off x="120340" y="1169827"/>
            <a:ext cx="4627953" cy="1815882"/>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After </a:t>
            </a:r>
            <a:r>
              <a:rPr lang="en-US" sz="1600" dirty="0" err="1"/>
              <a:t>Wifi</a:t>
            </a:r>
            <a:r>
              <a:rPr lang="en-US" sz="1600" dirty="0"/>
              <a:t> 6 installation is finished, window will close</a:t>
            </a:r>
          </a:p>
          <a:p>
            <a:pPr marL="342900" indent="-342900">
              <a:buFont typeface="Arial" panose="020B0604020202020204" pitchFamily="34" charset="0"/>
              <a:buChar char="•"/>
            </a:pPr>
            <a:r>
              <a:rPr lang="en-US" sz="1600" dirty="0"/>
              <a:t>Network connections will now have </a:t>
            </a:r>
            <a:r>
              <a:rPr lang="en-US" sz="1600" dirty="0" err="1"/>
              <a:t>wifi</a:t>
            </a:r>
            <a:r>
              <a:rPr lang="en-US" sz="1600" dirty="0"/>
              <a:t> option</a:t>
            </a:r>
          </a:p>
          <a:p>
            <a:pPr marL="342900" indent="-342900">
              <a:buFont typeface="Arial" panose="020B0604020202020204" pitchFamily="34" charset="0"/>
              <a:buChar char="•"/>
            </a:pPr>
            <a:r>
              <a:rPr lang="en-US" sz="1600" dirty="0"/>
              <a:t>Open </a:t>
            </a:r>
            <a:r>
              <a:rPr lang="en-US" sz="1600" dirty="0" err="1"/>
              <a:t>wifi</a:t>
            </a:r>
            <a:r>
              <a:rPr lang="en-US" sz="1600" dirty="0"/>
              <a:t> settings and find ORBI38 router</a:t>
            </a:r>
          </a:p>
          <a:p>
            <a:pPr marL="342900" indent="-342900">
              <a:buFont typeface="Arial" panose="020B0604020202020204" pitchFamily="34" charset="0"/>
              <a:buChar char="•"/>
            </a:pPr>
            <a:r>
              <a:rPr lang="en-US" sz="1600" dirty="0"/>
              <a:t>Choose connect automatically</a:t>
            </a:r>
          </a:p>
          <a:p>
            <a:pPr marL="342900" indent="-342900">
              <a:buFont typeface="Arial" panose="020B0604020202020204" pitchFamily="34" charset="0"/>
              <a:buChar char="•"/>
            </a:pPr>
            <a:r>
              <a:rPr lang="en-US" sz="1600" dirty="0"/>
              <a:t>Password = windylake010</a:t>
            </a:r>
          </a:p>
          <a:p>
            <a:pPr marL="342900" indent="-342900">
              <a:buFont typeface="Arial" panose="020B0604020202020204" pitchFamily="34" charset="0"/>
              <a:buChar char="•"/>
            </a:pPr>
            <a:r>
              <a:rPr lang="en-US" sz="1600" dirty="0">
                <a:solidFill>
                  <a:srgbClr val="FF0000"/>
                </a:solidFill>
              </a:rPr>
              <a:t>Ensure connected successfully! (No internet, secured)</a:t>
            </a:r>
          </a:p>
          <a:p>
            <a:endParaRPr lang="en-US" sz="1600" dirty="0"/>
          </a:p>
        </p:txBody>
      </p:sp>
      <p:sp>
        <p:nvSpPr>
          <p:cNvPr id="4" name="TextBox 3">
            <a:extLst>
              <a:ext uri="{FF2B5EF4-FFF2-40B4-BE49-F238E27FC236}">
                <a16:creationId xmlns:a16="http://schemas.microsoft.com/office/drawing/2014/main" id="{4464CDC9-C303-499E-C126-2CE97B193149}"/>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7" name="Picture 6">
            <a:extLst>
              <a:ext uri="{FF2B5EF4-FFF2-40B4-BE49-F238E27FC236}">
                <a16:creationId xmlns:a16="http://schemas.microsoft.com/office/drawing/2014/main" id="{98326845-A4F8-606F-F5AA-96EB73DA20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111" y="2874601"/>
            <a:ext cx="3962479" cy="2414226"/>
          </a:xfrm>
          <a:prstGeom prst="rect">
            <a:avLst/>
          </a:prstGeom>
        </p:spPr>
      </p:pic>
      <p:pic>
        <p:nvPicPr>
          <p:cNvPr id="12" name="Picture 11">
            <a:extLst>
              <a:ext uri="{FF2B5EF4-FFF2-40B4-BE49-F238E27FC236}">
                <a16:creationId xmlns:a16="http://schemas.microsoft.com/office/drawing/2014/main" id="{32A74879-11D9-111E-4D21-F389FC4AD0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36359" y="570887"/>
            <a:ext cx="2420264" cy="5440083"/>
          </a:xfrm>
          <a:prstGeom prst="rect">
            <a:avLst/>
          </a:prstGeom>
        </p:spPr>
      </p:pic>
      <p:pic>
        <p:nvPicPr>
          <p:cNvPr id="18" name="Picture 17">
            <a:extLst>
              <a:ext uri="{FF2B5EF4-FFF2-40B4-BE49-F238E27FC236}">
                <a16:creationId xmlns:a16="http://schemas.microsoft.com/office/drawing/2014/main" id="{B929B9E3-EBF3-77DD-810E-E78B672405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8811" y="4837717"/>
            <a:ext cx="1957660" cy="704948"/>
          </a:xfrm>
          <a:prstGeom prst="rect">
            <a:avLst/>
          </a:prstGeom>
        </p:spPr>
      </p:pic>
      <p:cxnSp>
        <p:nvCxnSpPr>
          <p:cNvPr id="19" name="Straight Arrow Connector 18">
            <a:extLst>
              <a:ext uri="{FF2B5EF4-FFF2-40B4-BE49-F238E27FC236}">
                <a16:creationId xmlns:a16="http://schemas.microsoft.com/office/drawing/2014/main" id="{321527E2-6820-3E7C-4A20-A6F3680F3AA4}"/>
              </a:ext>
            </a:extLst>
          </p:cNvPr>
          <p:cNvCxnSpPr>
            <a:cxnSpLocks/>
          </p:cNvCxnSpPr>
          <p:nvPr/>
        </p:nvCxnSpPr>
        <p:spPr>
          <a:xfrm>
            <a:off x="2946615" y="4378271"/>
            <a:ext cx="540504" cy="5734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367CE4CA-5B5E-E500-6DA6-B057AADD7207}"/>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4F5E881E-A98B-973F-0EAA-30A24CB1CB3E}"/>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Install Synology Drive Client Software</a:t>
            </a:r>
          </a:p>
        </p:txBody>
      </p:sp>
      <p:pic>
        <p:nvPicPr>
          <p:cNvPr id="29" name="Picture 28">
            <a:extLst>
              <a:ext uri="{FF2B5EF4-FFF2-40B4-BE49-F238E27FC236}">
                <a16:creationId xmlns:a16="http://schemas.microsoft.com/office/drawing/2014/main" id="{065E520E-C722-FC37-8460-E2E3D46A25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25E32E92-6BA4-AC7E-1816-B863D0B86F79}"/>
              </a:ext>
            </a:extLst>
          </p:cNvPr>
          <p:cNvSpPr txBox="1"/>
          <p:nvPr/>
        </p:nvSpPr>
        <p:spPr>
          <a:xfrm>
            <a:off x="120340" y="1423442"/>
            <a:ext cx="3930528" cy="1569660"/>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Install Synology Client Software</a:t>
            </a:r>
          </a:p>
          <a:p>
            <a:pPr marL="800100" lvl="1" indent="-342900">
              <a:buFont typeface="Arial" panose="020B0604020202020204" pitchFamily="34" charset="0"/>
              <a:buChar char="•"/>
            </a:pPr>
            <a:r>
              <a:rPr lang="en-US" sz="1600" dirty="0"/>
              <a:t>Software provided by Andre</a:t>
            </a:r>
          </a:p>
          <a:p>
            <a:pPr marL="342900" indent="-342900">
              <a:buFont typeface="Arial" panose="020B0604020202020204" pitchFamily="34" charset="0"/>
              <a:buChar char="•"/>
            </a:pPr>
            <a:r>
              <a:rPr lang="en-US" sz="1600" dirty="0"/>
              <a:t>Click through setup -&gt; very simple</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3AFBBE4C-1CFA-FA76-7E8C-EE8AC6AEA702}"/>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6" name="Picture 5">
            <a:extLst>
              <a:ext uri="{FF2B5EF4-FFF2-40B4-BE49-F238E27FC236}">
                <a16:creationId xmlns:a16="http://schemas.microsoft.com/office/drawing/2014/main" id="{8FAAF8EE-3923-A500-590F-38F64299D8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5323" y="1489782"/>
            <a:ext cx="4799277" cy="2008666"/>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86CDBCD-7A45-E116-96C3-8461446969F3}"/>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529FD40C-F13D-3F1F-9EAD-D9DB89A12BA7}"/>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Setup Synology Drive Client</a:t>
            </a:r>
          </a:p>
        </p:txBody>
      </p:sp>
      <p:pic>
        <p:nvPicPr>
          <p:cNvPr id="29" name="Picture 28">
            <a:extLst>
              <a:ext uri="{FF2B5EF4-FFF2-40B4-BE49-F238E27FC236}">
                <a16:creationId xmlns:a16="http://schemas.microsoft.com/office/drawing/2014/main" id="{03CB54A0-6C1B-B2B8-835D-A45D7C25E7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32EE78E6-E692-E679-98A3-9A2304D49579}"/>
              </a:ext>
            </a:extLst>
          </p:cNvPr>
          <p:cNvSpPr txBox="1"/>
          <p:nvPr/>
        </p:nvSpPr>
        <p:spPr>
          <a:xfrm>
            <a:off x="120340" y="1423442"/>
            <a:ext cx="3930528" cy="2800767"/>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Open Synology Drive Client</a:t>
            </a:r>
          </a:p>
          <a:p>
            <a:pPr marL="342900" indent="-342900">
              <a:buFont typeface="Arial" panose="020B0604020202020204" pitchFamily="34" charset="0"/>
              <a:buChar char="•"/>
            </a:pPr>
            <a:r>
              <a:rPr lang="en-US" sz="1600" dirty="0"/>
              <a:t>Connect to NAS</a:t>
            </a:r>
          </a:p>
          <a:p>
            <a:pPr marL="800100" lvl="1" indent="-342900">
              <a:buFont typeface="Arial" panose="020B0604020202020204" pitchFamily="34" charset="0"/>
              <a:buChar char="•"/>
            </a:pPr>
            <a:r>
              <a:rPr lang="en-US" sz="1600" dirty="0"/>
              <a:t>Synology NAS = 195.0.100.101, click search</a:t>
            </a:r>
          </a:p>
          <a:p>
            <a:pPr marL="800100" lvl="1" indent="-342900">
              <a:buFont typeface="Arial" panose="020B0604020202020204" pitchFamily="34" charset="0"/>
              <a:buChar char="•"/>
            </a:pPr>
            <a:r>
              <a:rPr lang="en-US" sz="1600" dirty="0"/>
              <a:t>Choose </a:t>
            </a:r>
            <a:r>
              <a:rPr lang="en-US" sz="1600" dirty="0" err="1"/>
              <a:t>ADT_DataCenter</a:t>
            </a:r>
            <a:endParaRPr lang="en-US" sz="1600" dirty="0"/>
          </a:p>
          <a:p>
            <a:pPr marL="800100" lvl="1" indent="-342900">
              <a:buFont typeface="Arial" panose="020B0604020202020204" pitchFamily="34" charset="0"/>
              <a:buChar char="•"/>
            </a:pPr>
            <a:r>
              <a:rPr lang="en-US" sz="1600" dirty="0"/>
              <a:t>Username = </a:t>
            </a:r>
            <a:r>
              <a:rPr lang="en-US" sz="1600" dirty="0" err="1"/>
              <a:t>ADT_EveUploader</a:t>
            </a:r>
            <a:endParaRPr lang="en-US" sz="1600" dirty="0"/>
          </a:p>
          <a:p>
            <a:pPr marL="800100" lvl="1" indent="-342900">
              <a:buFont typeface="Arial" panose="020B0604020202020204" pitchFamily="34" charset="0"/>
              <a:buChar char="•"/>
            </a:pPr>
            <a:r>
              <a:rPr lang="en-US" sz="1600" dirty="0"/>
              <a:t>Password = PR0P!L0T</a:t>
            </a:r>
          </a:p>
          <a:p>
            <a:pPr marL="800100" lvl="1" indent="-342900">
              <a:buFont typeface="Arial" panose="020B0604020202020204" pitchFamily="34" charset="0"/>
              <a:buChar char="•"/>
            </a:pPr>
            <a:r>
              <a:rPr lang="en-US" sz="1600" dirty="0"/>
              <a:t>Keep checked “Enable SSL”</a:t>
            </a:r>
          </a:p>
          <a:p>
            <a:pPr marL="800100" lvl="1" indent="-342900">
              <a:buFont typeface="Arial" panose="020B0604020202020204" pitchFamily="34" charset="0"/>
              <a:buChar char="•"/>
            </a:pPr>
            <a:r>
              <a:rPr lang="en-US" sz="1600" dirty="0"/>
              <a:t>Click Next</a:t>
            </a:r>
          </a:p>
          <a:p>
            <a:pPr marL="342900" indent="-342900">
              <a:buFont typeface="Arial" panose="020B0604020202020204" pitchFamily="34" charset="0"/>
              <a:buChar char="•"/>
            </a:pPr>
            <a:r>
              <a:rPr lang="en-US" sz="1600" dirty="0"/>
              <a:t>Choose proceed anyway</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B089C14D-844A-013B-43B9-086968A851B8}"/>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6" name="Picture 5">
            <a:extLst>
              <a:ext uri="{FF2B5EF4-FFF2-40B4-BE49-F238E27FC236}">
                <a16:creationId xmlns:a16="http://schemas.microsoft.com/office/drawing/2014/main" id="{4B2BA89D-2D07-5788-5F9D-3C77D500D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2738" y="128317"/>
            <a:ext cx="3378879" cy="3615011"/>
          </a:xfrm>
          <a:prstGeom prst="rect">
            <a:avLst/>
          </a:prstGeom>
        </p:spPr>
      </p:pic>
      <p:pic>
        <p:nvPicPr>
          <p:cNvPr id="10" name="Picture 9">
            <a:extLst>
              <a:ext uri="{FF2B5EF4-FFF2-40B4-BE49-F238E27FC236}">
                <a16:creationId xmlns:a16="http://schemas.microsoft.com/office/drawing/2014/main" id="{63B8D5DC-DCA1-4EE2-5CD2-DA9075C683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1409" y="3866689"/>
            <a:ext cx="2179287" cy="2355255"/>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1830B0C4-DFD7-0D74-E48C-DF8ED78C192C}"/>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6F1E251D-AD6A-F323-8FAC-FEB12E084B5C}"/>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Setup Synology Drive Client</a:t>
            </a:r>
          </a:p>
        </p:txBody>
      </p:sp>
      <p:pic>
        <p:nvPicPr>
          <p:cNvPr id="29" name="Picture 28">
            <a:extLst>
              <a:ext uri="{FF2B5EF4-FFF2-40B4-BE49-F238E27FC236}">
                <a16:creationId xmlns:a16="http://schemas.microsoft.com/office/drawing/2014/main" id="{BCE41208-6994-F682-0CB9-965164CAB5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949F0536-5B15-8EE2-05D5-ACBE7034A225}"/>
              </a:ext>
            </a:extLst>
          </p:cNvPr>
          <p:cNvSpPr txBox="1"/>
          <p:nvPr/>
        </p:nvSpPr>
        <p:spPr>
          <a:xfrm>
            <a:off x="120341" y="1423442"/>
            <a:ext cx="2496033" cy="1815882"/>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Choose sync task -&gt; click next</a:t>
            </a:r>
          </a:p>
          <a:p>
            <a:pPr marL="342900" indent="-342900">
              <a:buFont typeface="Arial" panose="020B0604020202020204" pitchFamily="34" charset="0"/>
              <a:buChar char="•"/>
            </a:pPr>
            <a:r>
              <a:rPr lang="en-US" sz="1600" dirty="0"/>
              <a:t>View original folder, edit paths on the next slide</a:t>
            </a:r>
          </a:p>
          <a:p>
            <a:pPr marL="342900" indent="-342900">
              <a:buFont typeface="Arial" panose="020B0604020202020204" pitchFamily="34" charset="0"/>
              <a:buChar char="•"/>
            </a:pPr>
            <a:r>
              <a:rPr lang="en-US" sz="1600" dirty="0"/>
              <a:t>Click change to edit folder to sync from NAS</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90106C6D-760C-8CCD-07DC-A321A90D6D3C}"/>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7" name="Picture 6">
            <a:extLst>
              <a:ext uri="{FF2B5EF4-FFF2-40B4-BE49-F238E27FC236}">
                <a16:creationId xmlns:a16="http://schemas.microsoft.com/office/drawing/2014/main" id="{98E1B7B0-528C-4031-98E7-71A25467B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6375" y="1181475"/>
            <a:ext cx="3181814" cy="3362275"/>
          </a:xfrm>
          <a:prstGeom prst="rect">
            <a:avLst/>
          </a:prstGeom>
        </p:spPr>
      </p:pic>
      <p:pic>
        <p:nvPicPr>
          <p:cNvPr id="6" name="Picture 5">
            <a:extLst>
              <a:ext uri="{FF2B5EF4-FFF2-40B4-BE49-F238E27FC236}">
                <a16:creationId xmlns:a16="http://schemas.microsoft.com/office/drawing/2014/main" id="{01C9776A-5CA3-912C-36A9-E60E8EB657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3333" y="3108268"/>
            <a:ext cx="3097212" cy="3292533"/>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1ED0C114-923E-CFFB-E410-05E0647D5B22}"/>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406BB84A-3C9D-80A8-2081-1ECDD0FE2642}"/>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Setup Synology Drive Client</a:t>
            </a:r>
          </a:p>
        </p:txBody>
      </p:sp>
      <p:pic>
        <p:nvPicPr>
          <p:cNvPr id="29" name="Picture 28">
            <a:extLst>
              <a:ext uri="{FF2B5EF4-FFF2-40B4-BE49-F238E27FC236}">
                <a16:creationId xmlns:a16="http://schemas.microsoft.com/office/drawing/2014/main" id="{D8D59683-F75E-AF47-3EE2-A49B253868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72CB451D-31B2-755E-F191-A33D4BF24055}"/>
              </a:ext>
            </a:extLst>
          </p:cNvPr>
          <p:cNvSpPr txBox="1"/>
          <p:nvPr/>
        </p:nvSpPr>
        <p:spPr>
          <a:xfrm>
            <a:off x="120342" y="1423442"/>
            <a:ext cx="3539119" cy="3046988"/>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Folder to sync from your NAS (195.0.100.101)</a:t>
            </a:r>
          </a:p>
          <a:p>
            <a:pPr marL="800100" lvl="1" indent="-342900">
              <a:buFont typeface="Arial" panose="020B0604020202020204" pitchFamily="34" charset="0"/>
              <a:buChar char="•"/>
            </a:pPr>
            <a:r>
              <a:rPr lang="en-US" sz="1600" dirty="0"/>
              <a:t>Expand team folder</a:t>
            </a:r>
          </a:p>
          <a:p>
            <a:pPr marL="800100" lvl="1" indent="-342900">
              <a:buFont typeface="Arial" panose="020B0604020202020204" pitchFamily="34" charset="0"/>
              <a:buChar char="•"/>
            </a:pPr>
            <a:r>
              <a:rPr lang="en-US" sz="1600" dirty="0"/>
              <a:t>Select </a:t>
            </a:r>
            <a:r>
              <a:rPr lang="en-US" sz="1600" dirty="0" err="1"/>
              <a:t>CANape_Data</a:t>
            </a:r>
            <a:endParaRPr lang="en-US" sz="1600" dirty="0"/>
          </a:p>
          <a:p>
            <a:pPr marL="800100" lvl="1" indent="-342900">
              <a:buFont typeface="Arial" panose="020B0604020202020204" pitchFamily="34" charset="0"/>
              <a:buChar char="•"/>
            </a:pPr>
            <a:r>
              <a:rPr lang="en-US" sz="1600" dirty="0"/>
              <a:t>Click OK</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1600" dirty="0"/>
              <a:t>Folder location on your computer</a:t>
            </a:r>
          </a:p>
          <a:p>
            <a:pPr marL="800100" lvl="1" indent="-342900">
              <a:buFont typeface="Arial" panose="020B0604020202020204" pitchFamily="34" charset="0"/>
              <a:buChar char="•"/>
            </a:pPr>
            <a:r>
              <a:rPr lang="en-US" sz="1600" dirty="0"/>
              <a:t>Expand D Drive</a:t>
            </a:r>
          </a:p>
          <a:p>
            <a:pPr marL="800100" lvl="1" indent="-342900">
              <a:buFont typeface="Arial" panose="020B0604020202020204" pitchFamily="34" charset="0"/>
              <a:buChar char="•"/>
            </a:pPr>
            <a:r>
              <a:rPr lang="en-US" sz="1600" dirty="0"/>
              <a:t>Select only </a:t>
            </a:r>
            <a:r>
              <a:rPr lang="en-US" sz="1600" dirty="0" err="1"/>
              <a:t>CANape_Data</a:t>
            </a:r>
            <a:endParaRPr lang="en-US" sz="1600" dirty="0"/>
          </a:p>
          <a:p>
            <a:pPr marL="800100" lvl="1" indent="-342900">
              <a:buFont typeface="Arial" panose="020B0604020202020204" pitchFamily="34" charset="0"/>
              <a:buChar char="•"/>
            </a:pPr>
            <a:r>
              <a:rPr lang="en-US" sz="1600" dirty="0">
                <a:solidFill>
                  <a:srgbClr val="FF0000"/>
                </a:solidFill>
              </a:rPr>
              <a:t>Uncheck create an empty “</a:t>
            </a:r>
            <a:r>
              <a:rPr lang="en-US" sz="1600" dirty="0" err="1">
                <a:solidFill>
                  <a:srgbClr val="FF0000"/>
                </a:solidFill>
              </a:rPr>
              <a:t>SynologyDrive</a:t>
            </a:r>
            <a:r>
              <a:rPr lang="en-US" sz="1600" dirty="0">
                <a:solidFill>
                  <a:srgbClr val="FF0000"/>
                </a:solidFill>
              </a:rPr>
              <a:t>” folder</a:t>
            </a:r>
          </a:p>
          <a:p>
            <a:pPr marL="800100" lvl="1" indent="-342900">
              <a:buFont typeface="Arial" panose="020B0604020202020204" pitchFamily="34" charset="0"/>
              <a:buChar char="•"/>
            </a:pPr>
            <a:r>
              <a:rPr lang="en-US" sz="1600" dirty="0"/>
              <a:t>Click OK</a:t>
            </a:r>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8FC6F386-6973-D917-5A74-7C020F27D739}"/>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9" name="Picture 8">
            <a:extLst>
              <a:ext uri="{FF2B5EF4-FFF2-40B4-BE49-F238E27FC236}">
                <a16:creationId xmlns:a16="http://schemas.microsoft.com/office/drawing/2014/main" id="{819B9EEB-4BDE-2F21-E5F9-E480799A63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5153" y="1842792"/>
            <a:ext cx="2702858" cy="3618140"/>
          </a:xfrm>
          <a:prstGeom prst="rect">
            <a:avLst/>
          </a:prstGeom>
        </p:spPr>
      </p:pic>
      <p:sp>
        <p:nvSpPr>
          <p:cNvPr id="10" name="TextBox 9">
            <a:extLst>
              <a:ext uri="{FF2B5EF4-FFF2-40B4-BE49-F238E27FC236}">
                <a16:creationId xmlns:a16="http://schemas.microsoft.com/office/drawing/2014/main" id="{1586238C-F000-984A-81D6-38D33AA5CC5F}"/>
              </a:ext>
            </a:extLst>
          </p:cNvPr>
          <p:cNvSpPr txBox="1"/>
          <p:nvPr/>
        </p:nvSpPr>
        <p:spPr>
          <a:xfrm>
            <a:off x="3861813" y="1381530"/>
            <a:ext cx="1929538" cy="400110"/>
          </a:xfrm>
          <a:prstGeom prst="rect">
            <a:avLst/>
          </a:prstGeom>
          <a:noFill/>
          <a:ln>
            <a:solidFill>
              <a:schemeClr val="tx1"/>
            </a:solidFill>
          </a:ln>
        </p:spPr>
        <p:txBody>
          <a:bodyPr wrap="square" rtlCol="0">
            <a:spAutoFit/>
          </a:bodyPr>
          <a:lstStyle/>
          <a:p>
            <a:pPr algn="ctr"/>
            <a:r>
              <a:rPr lang="en-US" dirty="0"/>
              <a:t>Folder from NAS</a:t>
            </a:r>
          </a:p>
        </p:txBody>
      </p:sp>
      <p:pic>
        <p:nvPicPr>
          <p:cNvPr id="12" name="Picture 11">
            <a:extLst>
              <a:ext uri="{FF2B5EF4-FFF2-40B4-BE49-F238E27FC236}">
                <a16:creationId xmlns:a16="http://schemas.microsoft.com/office/drawing/2014/main" id="{ACDD8616-2960-4B17-DD41-4CAAABD883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0364" y="1842792"/>
            <a:ext cx="2643294" cy="3618140"/>
          </a:xfrm>
          <a:prstGeom prst="rect">
            <a:avLst/>
          </a:prstGeom>
        </p:spPr>
      </p:pic>
      <p:sp>
        <p:nvSpPr>
          <p:cNvPr id="13" name="TextBox 12">
            <a:extLst>
              <a:ext uri="{FF2B5EF4-FFF2-40B4-BE49-F238E27FC236}">
                <a16:creationId xmlns:a16="http://schemas.microsoft.com/office/drawing/2014/main" id="{F17FC9CF-D0A9-FB8C-5FD4-DCB1F7292A42}"/>
              </a:ext>
            </a:extLst>
          </p:cNvPr>
          <p:cNvSpPr txBox="1"/>
          <p:nvPr/>
        </p:nvSpPr>
        <p:spPr>
          <a:xfrm>
            <a:off x="6737241" y="1123121"/>
            <a:ext cx="1929538" cy="707886"/>
          </a:xfrm>
          <a:prstGeom prst="rect">
            <a:avLst/>
          </a:prstGeom>
          <a:noFill/>
          <a:ln>
            <a:solidFill>
              <a:schemeClr val="tx1"/>
            </a:solidFill>
          </a:ln>
        </p:spPr>
        <p:txBody>
          <a:bodyPr wrap="square" rtlCol="0">
            <a:spAutoFit/>
          </a:bodyPr>
          <a:lstStyle/>
          <a:p>
            <a:pPr algn="ctr"/>
            <a:r>
              <a:rPr lang="en-US" dirty="0"/>
              <a:t>Folder location on computer</a:t>
            </a:r>
          </a:p>
        </p:txBody>
      </p:sp>
      <p:sp>
        <p:nvSpPr>
          <p:cNvPr id="14" name="Oval 13">
            <a:extLst>
              <a:ext uri="{FF2B5EF4-FFF2-40B4-BE49-F238E27FC236}">
                <a16:creationId xmlns:a16="http://schemas.microsoft.com/office/drawing/2014/main" id="{4304CF14-AE88-4B4F-55A0-7F04C1582015}"/>
              </a:ext>
            </a:extLst>
          </p:cNvPr>
          <p:cNvSpPr/>
          <p:nvPr/>
        </p:nvSpPr>
        <p:spPr>
          <a:xfrm>
            <a:off x="6380364" y="4634235"/>
            <a:ext cx="1634196"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CD3A43B-A247-3D5F-403F-3822B8E563B6}"/>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D71DC1CC-116F-4C62-7424-24A5B8275D83}"/>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Setup Synology Drive Client</a:t>
            </a:r>
          </a:p>
        </p:txBody>
      </p:sp>
      <p:pic>
        <p:nvPicPr>
          <p:cNvPr id="29" name="Picture 28">
            <a:extLst>
              <a:ext uri="{FF2B5EF4-FFF2-40B4-BE49-F238E27FC236}">
                <a16:creationId xmlns:a16="http://schemas.microsoft.com/office/drawing/2014/main" id="{0DB8A007-2FF8-5966-3F27-1A4381BA1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36D54055-7C9A-48A1-F3F3-4EFC3EDA6152}"/>
              </a:ext>
            </a:extLst>
          </p:cNvPr>
          <p:cNvSpPr txBox="1"/>
          <p:nvPr/>
        </p:nvSpPr>
        <p:spPr>
          <a:xfrm>
            <a:off x="120341" y="1423442"/>
            <a:ext cx="3343530" cy="2800767"/>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Initial folder paths should look exactly like the image on the right</a:t>
            </a:r>
          </a:p>
          <a:p>
            <a:pPr marL="342900" indent="-342900">
              <a:buFont typeface="Arial" panose="020B0604020202020204" pitchFamily="34" charset="0"/>
              <a:buChar char="•"/>
            </a:pPr>
            <a:r>
              <a:rPr lang="en-US" sz="1600" dirty="0">
                <a:solidFill>
                  <a:srgbClr val="FF0000"/>
                </a:solidFill>
              </a:rPr>
              <a:t>But wait not finished!</a:t>
            </a:r>
          </a:p>
          <a:p>
            <a:pPr marL="342900" indent="-342900">
              <a:buFont typeface="Arial" panose="020B0604020202020204" pitchFamily="34" charset="0"/>
              <a:buChar char="•"/>
            </a:pPr>
            <a:r>
              <a:rPr lang="en-US" sz="1600" dirty="0"/>
              <a:t>Click advanced</a:t>
            </a:r>
          </a:p>
          <a:p>
            <a:pPr marL="342900" indent="-342900">
              <a:buFont typeface="Arial" panose="020B0604020202020204" pitchFamily="34" charset="0"/>
              <a:buChar char="•"/>
            </a:pPr>
            <a:r>
              <a:rPr lang="en-US" sz="1600" dirty="0"/>
              <a:t>Under Folder</a:t>
            </a:r>
          </a:p>
          <a:p>
            <a:pPr marL="800100" lvl="1" indent="-342900">
              <a:buFont typeface="Arial" panose="020B0604020202020204" pitchFamily="34" charset="0"/>
              <a:buChar char="•"/>
            </a:pPr>
            <a:r>
              <a:rPr lang="en-US" sz="1600" dirty="0"/>
              <a:t>Ensure </a:t>
            </a:r>
            <a:r>
              <a:rPr lang="en-US" sz="1600" dirty="0" err="1"/>
              <a:t>CANape_Data</a:t>
            </a:r>
            <a:r>
              <a:rPr lang="en-US" sz="1600" dirty="0"/>
              <a:t> is selected</a:t>
            </a:r>
          </a:p>
          <a:p>
            <a:pPr marL="800100" lvl="1" indent="-342900">
              <a:buFont typeface="Arial" panose="020B0604020202020204" pitchFamily="34" charset="0"/>
              <a:buChar char="•"/>
            </a:pPr>
            <a:r>
              <a:rPr lang="en-US" sz="1600" dirty="0"/>
              <a:t>Every folder below should be auto selected, no need to change</a:t>
            </a:r>
          </a:p>
          <a:p>
            <a:pPr marL="342900" indent="-342900">
              <a:buFont typeface="Arial" panose="020B0604020202020204" pitchFamily="34" charset="0"/>
              <a:buChar char="•"/>
            </a:pPr>
            <a:r>
              <a:rPr lang="en-US" sz="1600" dirty="0"/>
              <a:t>Change to sync mode tab</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904CA95C-DCB1-ABCE-70EB-39BCCC655094}"/>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9" name="Picture 8">
            <a:extLst>
              <a:ext uri="{FF2B5EF4-FFF2-40B4-BE49-F238E27FC236}">
                <a16:creationId xmlns:a16="http://schemas.microsoft.com/office/drawing/2014/main" id="{C7C2F218-C475-5559-64C0-E25F38A1F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1768" y="818443"/>
            <a:ext cx="3067923" cy="3272452"/>
          </a:xfrm>
          <a:prstGeom prst="rect">
            <a:avLst/>
          </a:prstGeom>
        </p:spPr>
      </p:pic>
      <p:sp>
        <p:nvSpPr>
          <p:cNvPr id="10" name="Oval 9">
            <a:extLst>
              <a:ext uri="{FF2B5EF4-FFF2-40B4-BE49-F238E27FC236}">
                <a16:creationId xmlns:a16="http://schemas.microsoft.com/office/drawing/2014/main" id="{4CBE0D9C-A511-60FC-AB17-AC96682DAAF1}"/>
              </a:ext>
            </a:extLst>
          </p:cNvPr>
          <p:cNvSpPr/>
          <p:nvPr/>
        </p:nvSpPr>
        <p:spPr>
          <a:xfrm>
            <a:off x="3291615" y="3638902"/>
            <a:ext cx="772104"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0B05426-229D-AA07-E722-D866F725FB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4572" y="2851446"/>
            <a:ext cx="2621445" cy="3446523"/>
          </a:xfrm>
          <a:prstGeom prst="rect">
            <a:avLst/>
          </a:prstGeom>
        </p:spPr>
      </p:pic>
      <p:sp>
        <p:nvSpPr>
          <p:cNvPr id="13" name="Oval 12">
            <a:extLst>
              <a:ext uri="{FF2B5EF4-FFF2-40B4-BE49-F238E27FC236}">
                <a16:creationId xmlns:a16="http://schemas.microsoft.com/office/drawing/2014/main" id="{316893BC-D57D-A9C2-5AC1-A5FD355EB14B}"/>
              </a:ext>
            </a:extLst>
          </p:cNvPr>
          <p:cNvSpPr/>
          <p:nvPr/>
        </p:nvSpPr>
        <p:spPr>
          <a:xfrm>
            <a:off x="5486562" y="3504583"/>
            <a:ext cx="993282"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983EB9B4-05D9-34E8-FAB9-AFDFF2283E9B}"/>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C0F11CAF-AFAC-F6EB-F42E-979E92B8D78E}"/>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Setup Synology Drive Client</a:t>
            </a:r>
          </a:p>
        </p:txBody>
      </p:sp>
      <p:pic>
        <p:nvPicPr>
          <p:cNvPr id="29" name="Picture 28">
            <a:extLst>
              <a:ext uri="{FF2B5EF4-FFF2-40B4-BE49-F238E27FC236}">
                <a16:creationId xmlns:a16="http://schemas.microsoft.com/office/drawing/2014/main" id="{94828A5F-9123-85E2-897D-E69C10CF37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704CBAE9-C0BD-06B8-8291-FFA1F86B8EDC}"/>
              </a:ext>
            </a:extLst>
          </p:cNvPr>
          <p:cNvSpPr txBox="1"/>
          <p:nvPr/>
        </p:nvSpPr>
        <p:spPr>
          <a:xfrm>
            <a:off x="120341" y="1423442"/>
            <a:ext cx="3343530" cy="2554545"/>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Sync mode tab</a:t>
            </a:r>
          </a:p>
          <a:p>
            <a:pPr marL="800100" lvl="1" indent="-342900">
              <a:buFont typeface="Arial" panose="020B0604020202020204" pitchFamily="34" charset="0"/>
              <a:buChar char="•"/>
            </a:pPr>
            <a:r>
              <a:rPr lang="en-US" sz="1600" dirty="0"/>
              <a:t>Check Upload data to Synology Drive Server Only</a:t>
            </a:r>
          </a:p>
          <a:p>
            <a:pPr marL="800100" lvl="1" indent="-342900">
              <a:buFont typeface="Arial" panose="020B0604020202020204" pitchFamily="34" charset="0"/>
              <a:buChar char="•"/>
            </a:pPr>
            <a:r>
              <a:rPr lang="en-US" sz="1600" dirty="0"/>
              <a:t>Keep checked “locally deleted files”</a:t>
            </a:r>
          </a:p>
          <a:p>
            <a:pPr marL="800100" lvl="1" indent="-342900">
              <a:buFont typeface="Arial" panose="020B0604020202020204" pitchFamily="34" charset="0"/>
              <a:buChar char="•"/>
            </a:pPr>
            <a:r>
              <a:rPr lang="en-US" sz="1600" dirty="0"/>
              <a:t>Keep checked “enable advanced consistency check</a:t>
            </a:r>
          </a:p>
          <a:p>
            <a:pPr marL="342900" indent="-342900">
              <a:buFont typeface="Arial" panose="020B0604020202020204" pitchFamily="34" charset="0"/>
              <a:buChar char="•"/>
            </a:pPr>
            <a:r>
              <a:rPr lang="en-US" sz="1600" dirty="0"/>
              <a:t>Ensure settings match the image on the right -&gt; Click Apply!</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07F83E7F-ECB0-2B5B-6AAA-5293F0AF36A5}"/>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6" name="Picture 5">
            <a:extLst>
              <a:ext uri="{FF2B5EF4-FFF2-40B4-BE49-F238E27FC236}">
                <a16:creationId xmlns:a16="http://schemas.microsoft.com/office/drawing/2014/main" id="{40A0DDA1-3CC9-4B99-C9F7-FA49B1E868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6830" y="1007745"/>
            <a:ext cx="3579518" cy="4725059"/>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628741B3-4B2C-902E-492D-70F1CF58897E}"/>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13BBD9B4-2710-33A7-2A89-9C7690171BFA}"/>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Setup Synology Drive Client</a:t>
            </a:r>
          </a:p>
        </p:txBody>
      </p:sp>
      <p:pic>
        <p:nvPicPr>
          <p:cNvPr id="29" name="Picture 28">
            <a:extLst>
              <a:ext uri="{FF2B5EF4-FFF2-40B4-BE49-F238E27FC236}">
                <a16:creationId xmlns:a16="http://schemas.microsoft.com/office/drawing/2014/main" id="{2E78C5EC-7EAD-18D6-BD30-AB7048FB75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09216B79-8A72-1CCA-A217-61A5EC5D5560}"/>
              </a:ext>
            </a:extLst>
          </p:cNvPr>
          <p:cNvSpPr txBox="1"/>
          <p:nvPr/>
        </p:nvSpPr>
        <p:spPr>
          <a:xfrm>
            <a:off x="120341" y="1423442"/>
            <a:ext cx="3343530" cy="1323439"/>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Ensure file paths are still the same</a:t>
            </a:r>
          </a:p>
          <a:p>
            <a:pPr marL="342900" indent="-342900">
              <a:buFont typeface="Arial" panose="020B0604020202020204" pitchFamily="34" charset="0"/>
              <a:buChar char="•"/>
            </a:pPr>
            <a:r>
              <a:rPr lang="en-US" sz="1600" dirty="0">
                <a:solidFill>
                  <a:srgbClr val="FF0000"/>
                </a:solidFill>
              </a:rPr>
              <a:t>Enable on demand sync checkbox will be removed automatically -&gt; this is OK</a:t>
            </a:r>
          </a:p>
          <a:p>
            <a:pPr marL="342900" indent="-342900">
              <a:buFont typeface="Arial" panose="020B0604020202020204" pitchFamily="34" charset="0"/>
              <a:buChar char="•"/>
            </a:pPr>
            <a:r>
              <a:rPr lang="en-US" sz="1600" dirty="0"/>
              <a:t>Click done!</a:t>
            </a:r>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280C42FF-E8CB-5F8A-BA0D-56BA93DC8618}"/>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12" name="Picture 11">
            <a:extLst>
              <a:ext uri="{FF2B5EF4-FFF2-40B4-BE49-F238E27FC236}">
                <a16:creationId xmlns:a16="http://schemas.microsoft.com/office/drawing/2014/main" id="{AEBC7952-BE1A-F7A8-E228-7E9A381AE3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7859" y="1058114"/>
            <a:ext cx="4221874" cy="4493082"/>
          </a:xfrm>
          <a:prstGeom prst="rect">
            <a:avLst/>
          </a:prstGeom>
        </p:spPr>
      </p:pic>
      <p:sp>
        <p:nvSpPr>
          <p:cNvPr id="13" name="Oval 12">
            <a:extLst>
              <a:ext uri="{FF2B5EF4-FFF2-40B4-BE49-F238E27FC236}">
                <a16:creationId xmlns:a16="http://schemas.microsoft.com/office/drawing/2014/main" id="{D80D413F-FE22-4B99-4767-089F24947A9F}"/>
              </a:ext>
            </a:extLst>
          </p:cNvPr>
          <p:cNvSpPr/>
          <p:nvPr/>
        </p:nvSpPr>
        <p:spPr>
          <a:xfrm>
            <a:off x="3902551" y="3569160"/>
            <a:ext cx="772104"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3EEB3E41-6B71-80DD-99D5-3DB24512CB3D}"/>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AE236A78-AF58-88CC-8684-7F12440C0A39}"/>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Setup Synology Drive Client</a:t>
            </a:r>
          </a:p>
        </p:txBody>
      </p:sp>
      <p:pic>
        <p:nvPicPr>
          <p:cNvPr id="29" name="Picture 28">
            <a:extLst>
              <a:ext uri="{FF2B5EF4-FFF2-40B4-BE49-F238E27FC236}">
                <a16:creationId xmlns:a16="http://schemas.microsoft.com/office/drawing/2014/main" id="{53E99DC5-FF26-D896-DE64-EB2B33C8D0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1CCE7EA0-09AA-B634-658C-E23506713107}"/>
              </a:ext>
            </a:extLst>
          </p:cNvPr>
          <p:cNvSpPr txBox="1"/>
          <p:nvPr/>
        </p:nvSpPr>
        <p:spPr>
          <a:xfrm>
            <a:off x="120341" y="1423442"/>
            <a:ext cx="3343530" cy="1815882"/>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Click through everything (Next x4)</a:t>
            </a:r>
          </a:p>
          <a:p>
            <a:pPr marL="342900" indent="-342900">
              <a:buFont typeface="Arial" panose="020B0604020202020204" pitchFamily="34" charset="0"/>
              <a:buChar char="•"/>
            </a:pPr>
            <a:r>
              <a:rPr lang="en-US" sz="1600" dirty="0"/>
              <a:t>Ensure the sync task matches the settings on the right</a:t>
            </a:r>
          </a:p>
          <a:p>
            <a:pPr marL="800100" lvl="1" indent="-342900">
              <a:buFont typeface="Arial" panose="020B0604020202020204" pitchFamily="34" charset="0"/>
              <a:buChar char="•"/>
            </a:pPr>
            <a:r>
              <a:rPr lang="en-US" sz="1600" dirty="0"/>
              <a:t>D:\CANape_Data</a:t>
            </a:r>
          </a:p>
          <a:p>
            <a:pPr marL="800100" lvl="1" indent="-342900">
              <a:buFont typeface="Arial" panose="020B0604020202020204" pitchFamily="34" charset="0"/>
              <a:buChar char="•"/>
            </a:pPr>
            <a:r>
              <a:rPr lang="en-US" sz="1600" dirty="0"/>
              <a:t>One-way upload</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B6E4BE02-8F43-C779-2227-C2926C761E2E}"/>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6" name="Picture 5">
            <a:extLst>
              <a:ext uri="{FF2B5EF4-FFF2-40B4-BE49-F238E27FC236}">
                <a16:creationId xmlns:a16="http://schemas.microsoft.com/office/drawing/2014/main" id="{2B9C2FAB-3A07-8433-0AA1-9229C40A4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879" y="3142452"/>
            <a:ext cx="2406439" cy="2355790"/>
          </a:xfrm>
          <a:prstGeom prst="rect">
            <a:avLst/>
          </a:prstGeom>
        </p:spPr>
      </p:pic>
      <p:pic>
        <p:nvPicPr>
          <p:cNvPr id="9" name="Picture 8">
            <a:extLst>
              <a:ext uri="{FF2B5EF4-FFF2-40B4-BE49-F238E27FC236}">
                <a16:creationId xmlns:a16="http://schemas.microsoft.com/office/drawing/2014/main" id="{DCE99C67-A924-53B2-48FA-790EBA89E4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06802" y="1575368"/>
            <a:ext cx="4771164" cy="42065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7FF5E947-68B8-D9C4-783F-2361B4963444}"/>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45580965-06E0-B785-7F6B-A369E836FD9C}"/>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See tasks when data starts to sync</a:t>
            </a:r>
          </a:p>
        </p:txBody>
      </p:sp>
      <p:pic>
        <p:nvPicPr>
          <p:cNvPr id="29" name="Picture 28">
            <a:extLst>
              <a:ext uri="{FF2B5EF4-FFF2-40B4-BE49-F238E27FC236}">
                <a16:creationId xmlns:a16="http://schemas.microsoft.com/office/drawing/2014/main" id="{048AC313-5823-88B8-F217-36AA659A62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6FEC993E-E50C-3680-2B41-BB36EDF0057B}"/>
              </a:ext>
            </a:extLst>
          </p:cNvPr>
          <p:cNvSpPr txBox="1"/>
          <p:nvPr/>
        </p:nvSpPr>
        <p:spPr>
          <a:xfrm>
            <a:off x="120341" y="1423442"/>
            <a:ext cx="3343530" cy="2062103"/>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Go to taskbar settings (right click on taskbar -&gt; taskbar settings)</a:t>
            </a:r>
          </a:p>
          <a:p>
            <a:pPr marL="342900" indent="-342900">
              <a:buFont typeface="Arial" panose="020B0604020202020204" pitchFamily="34" charset="0"/>
              <a:buChar char="•"/>
            </a:pPr>
            <a:r>
              <a:rPr lang="en-US" sz="1600" dirty="0"/>
              <a:t>Scroll down -&gt; Select which icons appear on the taskbar</a:t>
            </a:r>
          </a:p>
          <a:p>
            <a:pPr marL="342900" indent="-342900">
              <a:buFont typeface="Arial" panose="020B0604020202020204" pitchFamily="34" charset="0"/>
              <a:buChar char="•"/>
            </a:pPr>
            <a:r>
              <a:rPr lang="en-US" sz="1600" dirty="0"/>
              <a:t>Find Synology Drive Client -&gt; Switch to ON</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E0FFE513-B3A0-1985-BC73-713B4EBFC41B}"/>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11" name="Picture 10">
            <a:extLst>
              <a:ext uri="{FF2B5EF4-FFF2-40B4-BE49-F238E27FC236}">
                <a16:creationId xmlns:a16="http://schemas.microsoft.com/office/drawing/2014/main" id="{5353CC0A-4191-FE64-2FF6-AAB675F62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3871" y="1500068"/>
            <a:ext cx="2836249" cy="3979461"/>
          </a:xfrm>
          <a:prstGeom prst="rect">
            <a:avLst/>
          </a:prstGeom>
        </p:spPr>
      </p:pic>
      <p:pic>
        <p:nvPicPr>
          <p:cNvPr id="13" name="Picture 12">
            <a:extLst>
              <a:ext uri="{FF2B5EF4-FFF2-40B4-BE49-F238E27FC236}">
                <a16:creationId xmlns:a16="http://schemas.microsoft.com/office/drawing/2014/main" id="{C4D5E584-A02F-3D61-ED28-0CD9445769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7848" y="1575368"/>
            <a:ext cx="2598482" cy="3681726"/>
          </a:xfrm>
          <a:prstGeom prst="rect">
            <a:avLst/>
          </a:prstGeom>
        </p:spPr>
      </p:pic>
      <p:sp>
        <p:nvSpPr>
          <p:cNvPr id="14" name="Oval 13">
            <a:extLst>
              <a:ext uri="{FF2B5EF4-FFF2-40B4-BE49-F238E27FC236}">
                <a16:creationId xmlns:a16="http://schemas.microsoft.com/office/drawing/2014/main" id="{0271C644-D368-0F48-85D1-DC2AE152F5C1}"/>
              </a:ext>
            </a:extLst>
          </p:cNvPr>
          <p:cNvSpPr/>
          <p:nvPr/>
        </p:nvSpPr>
        <p:spPr>
          <a:xfrm>
            <a:off x="4437242" y="3848130"/>
            <a:ext cx="1374621"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F895CC5-6111-4FFE-9732-F9629D413F4A}"/>
              </a:ext>
            </a:extLst>
          </p:cNvPr>
          <p:cNvSpPr/>
          <p:nvPr/>
        </p:nvSpPr>
        <p:spPr>
          <a:xfrm>
            <a:off x="6315543" y="4279498"/>
            <a:ext cx="1374621" cy="4519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B8565DCF-71C2-1F67-DCC2-8A14800829F8}"/>
              </a:ext>
            </a:extLst>
          </p:cNvPr>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Wifi</a:t>
            </a:r>
            <a:r>
              <a:rPr lang="en-US" sz="3200" dirty="0">
                <a:latin typeface="Nissan Pro Bold" panose="02000803050000020004" pitchFamily="50" charset="0"/>
              </a:rPr>
              <a:t> Data Upload Setup</a:t>
            </a:r>
          </a:p>
        </p:txBody>
      </p:sp>
      <p:sp>
        <p:nvSpPr>
          <p:cNvPr id="3" name="Rectangle 2">
            <a:extLst>
              <a:ext uri="{FF2B5EF4-FFF2-40B4-BE49-F238E27FC236}">
                <a16:creationId xmlns:a16="http://schemas.microsoft.com/office/drawing/2014/main" id="{4A68799A-D4AF-18EB-157B-ADBFF06C2421}"/>
              </a:ext>
            </a:extLst>
          </p:cNvPr>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See tasks when data starts to sync</a:t>
            </a:r>
          </a:p>
        </p:txBody>
      </p:sp>
      <p:pic>
        <p:nvPicPr>
          <p:cNvPr id="29" name="Picture 28">
            <a:extLst>
              <a:ext uri="{FF2B5EF4-FFF2-40B4-BE49-F238E27FC236}">
                <a16:creationId xmlns:a16="http://schemas.microsoft.com/office/drawing/2014/main" id="{D79DE601-2E26-BD95-88A5-C4BB0AD1A9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a:extLst>
              <a:ext uri="{FF2B5EF4-FFF2-40B4-BE49-F238E27FC236}">
                <a16:creationId xmlns:a16="http://schemas.microsoft.com/office/drawing/2014/main" id="{A44F982E-5665-A0FF-8298-8577D95B6EE6}"/>
              </a:ext>
            </a:extLst>
          </p:cNvPr>
          <p:cNvSpPr txBox="1"/>
          <p:nvPr/>
        </p:nvSpPr>
        <p:spPr>
          <a:xfrm>
            <a:off x="120341" y="1423442"/>
            <a:ext cx="3343530" cy="2062103"/>
          </a:xfrm>
          <a:prstGeom prst="rect">
            <a:avLst/>
          </a:prstGeom>
          <a:noFill/>
          <a:ln w="28575">
            <a:noFill/>
          </a:ln>
        </p:spPr>
        <p:txBody>
          <a:bodyPr wrap="square" rtlCol="0">
            <a:spAutoFit/>
          </a:bodyPr>
          <a:lstStyle/>
          <a:p>
            <a:pPr marL="342900" indent="-342900">
              <a:buFont typeface="Arial" panose="020B0604020202020204" pitchFamily="34" charset="0"/>
              <a:buChar char="•"/>
            </a:pPr>
            <a:r>
              <a:rPr lang="en-US" sz="1600" dirty="0"/>
              <a:t>Go to D drive folder</a:t>
            </a:r>
          </a:p>
          <a:p>
            <a:pPr marL="342900" indent="-342900">
              <a:buFont typeface="Arial" panose="020B0604020202020204" pitchFamily="34" charset="0"/>
              <a:buChar char="•"/>
            </a:pPr>
            <a:r>
              <a:rPr lang="en-US" sz="1600" dirty="0"/>
              <a:t>Verify syncing status shows blue icon</a:t>
            </a:r>
          </a:p>
          <a:p>
            <a:pPr marL="800100" lvl="1" indent="-342900">
              <a:buFont typeface="Arial" panose="020B0604020202020204" pitchFamily="34" charset="0"/>
              <a:buChar char="•"/>
            </a:pPr>
            <a:r>
              <a:rPr lang="en-US" sz="1600" dirty="0"/>
              <a:t>Syncing in progress</a:t>
            </a:r>
          </a:p>
          <a:p>
            <a:pPr marL="342900" indent="-342900">
              <a:buFont typeface="Arial" panose="020B0604020202020204" pitchFamily="34" charset="0"/>
              <a:buChar char="•"/>
            </a:pPr>
            <a:r>
              <a:rPr lang="en-US" sz="1600" dirty="0"/>
              <a:t>Green checkmark will show when that folder sync is complete</a:t>
            </a:r>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a:p>
            <a:pPr marL="342900" indent="-342900">
              <a:buFont typeface="Arial" panose="020B0604020202020204" pitchFamily="34" charset="0"/>
              <a:buChar char="•"/>
            </a:pPr>
            <a:endParaRPr lang="en-US" sz="1600" dirty="0"/>
          </a:p>
        </p:txBody>
      </p:sp>
      <p:sp>
        <p:nvSpPr>
          <p:cNvPr id="4" name="TextBox 3">
            <a:extLst>
              <a:ext uri="{FF2B5EF4-FFF2-40B4-BE49-F238E27FC236}">
                <a16:creationId xmlns:a16="http://schemas.microsoft.com/office/drawing/2014/main" id="{254CA1B3-1796-6D88-8195-8E7E0D00F3C5}"/>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6" name="Picture 5">
            <a:extLst>
              <a:ext uri="{FF2B5EF4-FFF2-40B4-BE49-F238E27FC236}">
                <a16:creationId xmlns:a16="http://schemas.microsoft.com/office/drawing/2014/main" id="{82AEC992-CDB5-0056-7605-6C153D5722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1989" y="1423442"/>
            <a:ext cx="2707566" cy="3799816"/>
          </a:xfrm>
          <a:prstGeom prst="rect">
            <a:avLst/>
          </a:prstGeom>
        </p:spPr>
      </p:pic>
      <p:pic>
        <p:nvPicPr>
          <p:cNvPr id="9" name="Picture 8">
            <a:extLst>
              <a:ext uri="{FF2B5EF4-FFF2-40B4-BE49-F238E27FC236}">
                <a16:creationId xmlns:a16="http://schemas.microsoft.com/office/drawing/2014/main" id="{B2520D3B-5754-891C-5C5F-92F75853A5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35757" y="1375533"/>
            <a:ext cx="2342209" cy="3847725"/>
          </a:xfrm>
          <a:prstGeom prst="rect">
            <a:avLst/>
          </a:prstGeom>
        </p:spPr>
      </p:pic>
      <p:sp>
        <p:nvSpPr>
          <p:cNvPr id="10" name="TextBox 9">
            <a:extLst>
              <a:ext uri="{FF2B5EF4-FFF2-40B4-BE49-F238E27FC236}">
                <a16:creationId xmlns:a16="http://schemas.microsoft.com/office/drawing/2014/main" id="{4764C2C7-31A3-70F2-980F-1311DB646BFA}"/>
              </a:ext>
            </a:extLst>
          </p:cNvPr>
          <p:cNvSpPr txBox="1"/>
          <p:nvPr/>
        </p:nvSpPr>
        <p:spPr>
          <a:xfrm>
            <a:off x="4004784" y="1015215"/>
            <a:ext cx="1929538" cy="400110"/>
          </a:xfrm>
          <a:prstGeom prst="rect">
            <a:avLst/>
          </a:prstGeom>
          <a:noFill/>
          <a:ln>
            <a:solidFill>
              <a:schemeClr val="tx1"/>
            </a:solidFill>
          </a:ln>
        </p:spPr>
        <p:txBody>
          <a:bodyPr wrap="square" rtlCol="0">
            <a:spAutoFit/>
          </a:bodyPr>
          <a:lstStyle/>
          <a:p>
            <a:pPr algn="ctr"/>
            <a:r>
              <a:rPr lang="en-US" dirty="0"/>
              <a:t>Sync in Progress</a:t>
            </a:r>
          </a:p>
        </p:txBody>
      </p:sp>
      <p:sp>
        <p:nvSpPr>
          <p:cNvPr id="12" name="TextBox 11">
            <a:extLst>
              <a:ext uri="{FF2B5EF4-FFF2-40B4-BE49-F238E27FC236}">
                <a16:creationId xmlns:a16="http://schemas.microsoft.com/office/drawing/2014/main" id="{5B7FE8D5-8194-0DA8-40F5-19672133B06C}"/>
              </a:ext>
            </a:extLst>
          </p:cNvPr>
          <p:cNvSpPr txBox="1"/>
          <p:nvPr/>
        </p:nvSpPr>
        <p:spPr>
          <a:xfrm>
            <a:off x="6657867" y="1008997"/>
            <a:ext cx="1929538" cy="400110"/>
          </a:xfrm>
          <a:prstGeom prst="rect">
            <a:avLst/>
          </a:prstGeom>
          <a:noFill/>
          <a:ln>
            <a:solidFill>
              <a:schemeClr val="tx1"/>
            </a:solidFill>
          </a:ln>
        </p:spPr>
        <p:txBody>
          <a:bodyPr wrap="square" rtlCol="0">
            <a:spAutoFit/>
          </a:bodyPr>
          <a:lstStyle/>
          <a:p>
            <a:pPr algn="ctr"/>
            <a:r>
              <a:rPr lang="en-US" dirty="0"/>
              <a:t>Sync Complete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CANape</a:t>
            </a:r>
            <a:r>
              <a:rPr lang="en-US" sz="3200" dirty="0">
                <a:latin typeface="Nissan Pro Bold" panose="02000803050000020004" pitchFamily="50" charset="0"/>
              </a:rPr>
              <a:t> Configuration - Setup</a:t>
            </a:r>
          </a:p>
        </p:txBody>
      </p:sp>
      <p:sp>
        <p:nvSpPr>
          <p:cNvPr id="3" name="Rectangle 2"/>
          <p:cNvSpPr/>
          <p:nvPr/>
        </p:nvSpPr>
        <p:spPr>
          <a:xfrm>
            <a:off x="229111" y="654896"/>
            <a:ext cx="7654125" cy="1015663"/>
          </a:xfrm>
          <a:prstGeom prst="rect">
            <a:avLst/>
          </a:prstGeom>
        </p:spPr>
        <p:txBody>
          <a:bodyPr wrap="square">
            <a:spAutoFit/>
          </a:bodyPr>
          <a:lstStyle/>
          <a:p>
            <a:pPr marL="285750" indent="-285750">
              <a:buFont typeface="Arial" panose="020B0604020202020204" pitchFamily="34" charset="0"/>
              <a:buChar char="•"/>
            </a:pPr>
            <a:r>
              <a:rPr lang="en-US" dirty="0"/>
              <a:t>Setup page implemented from AZ configuration</a:t>
            </a:r>
          </a:p>
          <a:p>
            <a:pPr marL="285750" indent="-285750">
              <a:buFont typeface="Arial" panose="020B0604020202020204" pitchFamily="34" charset="0"/>
              <a:buChar char="•"/>
            </a:pPr>
            <a:r>
              <a:rPr lang="en-US" dirty="0"/>
              <a:t>Dedicated CAN assignments from hardware to match </a:t>
            </a:r>
            <a:r>
              <a:rPr lang="en-US" dirty="0" err="1"/>
              <a:t>CANape</a:t>
            </a:r>
            <a:r>
              <a:rPr lang="en-US" dirty="0"/>
              <a:t> software</a:t>
            </a:r>
          </a:p>
          <a:p>
            <a:pPr marL="285750" indent="-285750">
              <a:buFont typeface="Arial" panose="020B0604020202020204" pitchFamily="34" charset="0"/>
              <a:buChar char="•"/>
            </a:pPr>
            <a:endParaRPr lang="en-US" dirty="0"/>
          </a:p>
        </p:txBody>
      </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p:cNvSpPr txBox="1"/>
          <p:nvPr/>
        </p:nvSpPr>
        <p:spPr>
          <a:xfrm>
            <a:off x="229111" y="1474619"/>
            <a:ext cx="4342888" cy="4401205"/>
          </a:xfrm>
          <a:prstGeom prst="rect">
            <a:avLst/>
          </a:prstGeom>
          <a:noFill/>
          <a:ln w="28575">
            <a:noFill/>
          </a:ln>
        </p:spPr>
        <p:txBody>
          <a:bodyPr wrap="square" rtlCol="0">
            <a:spAutoFit/>
          </a:bodyPr>
          <a:lstStyle/>
          <a:p>
            <a:r>
              <a:rPr lang="en-US" dirty="0"/>
              <a:t>New Setup page</a:t>
            </a:r>
          </a:p>
          <a:p>
            <a:pPr marL="342900" indent="-342900">
              <a:buFont typeface="Arial" panose="020B0604020202020204" pitchFamily="34" charset="0"/>
              <a:buChar char="•"/>
            </a:pPr>
            <a:r>
              <a:rPr lang="en-US" sz="1600" dirty="0"/>
              <a:t>Input Vehicle Project and Number</a:t>
            </a:r>
          </a:p>
          <a:p>
            <a:pPr marL="342900" indent="-342900">
              <a:buFont typeface="Arial" panose="020B0604020202020204" pitchFamily="34" charset="0"/>
              <a:buChar char="•"/>
            </a:pPr>
            <a:r>
              <a:rPr lang="en-US" sz="1600" dirty="0"/>
              <a:t>Select AD Mode -&gt; Supports data driven tuning</a:t>
            </a:r>
          </a:p>
          <a:p>
            <a:pPr marL="342900" indent="-342900">
              <a:buFont typeface="Arial" panose="020B0604020202020204" pitchFamily="34" charset="0"/>
              <a:buChar char="•"/>
            </a:pPr>
            <a:endParaRPr lang="en-US" sz="1600" dirty="0"/>
          </a:p>
          <a:p>
            <a:endParaRPr lang="en-US" sz="1600" dirty="0"/>
          </a:p>
          <a:p>
            <a:r>
              <a:rPr lang="en-US" dirty="0"/>
              <a:t>Hardware Match</a:t>
            </a:r>
          </a:p>
          <a:p>
            <a:pPr marL="342900" indent="-342900">
              <a:buFont typeface="Arial" panose="020B0604020202020204" pitchFamily="34" charset="0"/>
              <a:buChar char="•"/>
            </a:pPr>
            <a:r>
              <a:rPr lang="en-US" sz="1600" dirty="0"/>
              <a:t>Check CAN boxes based on connected hardware</a:t>
            </a:r>
          </a:p>
          <a:p>
            <a:pPr marL="342900" indent="-342900">
              <a:buFont typeface="Arial" panose="020B0604020202020204" pitchFamily="34" charset="0"/>
              <a:buChar char="•"/>
            </a:pPr>
            <a:r>
              <a:rPr lang="en-US" sz="1600" dirty="0"/>
              <a:t>Selectable dropdown options for Ethernet channels based on Radar, Camera, and HD map type</a:t>
            </a:r>
          </a:p>
          <a:p>
            <a:pPr marL="342900" indent="-342900">
              <a:buFont typeface="Arial" panose="020B0604020202020204" pitchFamily="34" charset="0"/>
              <a:buChar char="•"/>
            </a:pPr>
            <a:r>
              <a:rPr lang="en-US" sz="1600" dirty="0"/>
              <a:t>Check Axis boxes based on external camera setup</a:t>
            </a:r>
          </a:p>
          <a:p>
            <a:pPr marL="342900" indent="-342900">
              <a:buFont typeface="Arial" panose="020B0604020202020204" pitchFamily="34" charset="0"/>
              <a:buChar char="•"/>
            </a:pPr>
            <a:r>
              <a:rPr lang="en-US" sz="1600" dirty="0"/>
              <a:t>Select commit to automatically enable/disable </a:t>
            </a:r>
            <a:r>
              <a:rPr lang="en-US" sz="1600" dirty="0" err="1"/>
              <a:t>CANape</a:t>
            </a:r>
            <a:r>
              <a:rPr lang="en-US" sz="1600" dirty="0"/>
              <a:t> networks in the Device Configuration</a:t>
            </a:r>
          </a:p>
          <a:p>
            <a:pPr marL="800100" lvl="1" indent="-342900">
              <a:buFont typeface="Arial" panose="020B0604020202020204" pitchFamily="34" charset="0"/>
              <a:buChar char="•"/>
            </a:pPr>
            <a:r>
              <a:rPr lang="en-US" sz="1600" dirty="0"/>
              <a:t>Status of background network displayed with colored LED</a:t>
            </a:r>
          </a:p>
          <a:p>
            <a:pPr marL="800100" lvl="1" indent="-342900">
              <a:buFont typeface="Arial" panose="020B0604020202020204" pitchFamily="34" charset="0"/>
              <a:buChar char="•"/>
            </a:pPr>
            <a:r>
              <a:rPr lang="en-US" sz="1600" dirty="0"/>
              <a:t>Axis camera views are live output</a:t>
            </a:r>
          </a:p>
          <a:p>
            <a:pPr marL="342900" indent="-342900">
              <a:buFont typeface="Arial" panose="020B0604020202020204" pitchFamily="34" charset="0"/>
              <a:buChar char="•"/>
            </a:pPr>
            <a:r>
              <a:rPr lang="en-US" sz="1600" dirty="0"/>
              <a:t>That’s it!</a:t>
            </a:r>
          </a:p>
          <a:p>
            <a:endParaRPr lang="en-US" sz="1600" dirty="0"/>
          </a:p>
        </p:txBody>
      </p:sp>
      <p:sp>
        <p:nvSpPr>
          <p:cNvPr id="4" name="TextBox 3">
            <a:extLst>
              <a:ext uri="{FF2B5EF4-FFF2-40B4-BE49-F238E27FC236}">
                <a16:creationId xmlns:a16="http://schemas.microsoft.com/office/drawing/2014/main" id="{1DADD926-E66B-F7CE-6E3A-00EDA311F979}"/>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11" name="Picture 10" descr="A screenshot of a computer&#10;&#10;Description automatically generated">
            <a:extLst>
              <a:ext uri="{FF2B5EF4-FFF2-40B4-BE49-F238E27FC236}">
                <a16:creationId xmlns:a16="http://schemas.microsoft.com/office/drawing/2014/main" id="{B486B958-0241-F416-FB7D-91F6FD1C72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0" y="1670559"/>
            <a:ext cx="4385235" cy="3965708"/>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CANape</a:t>
            </a:r>
            <a:r>
              <a:rPr lang="en-US" sz="3200" dirty="0">
                <a:latin typeface="Nissan Pro Bold" panose="02000803050000020004" pitchFamily="50" charset="0"/>
              </a:rPr>
              <a:t> Configuration – Setup Online Tuning</a:t>
            </a:r>
          </a:p>
        </p:txBody>
      </p:sp>
      <p:sp>
        <p:nvSpPr>
          <p:cNvPr id="3" name="Rectangle 2"/>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Additional Steps for Online Tuning Configuration</a:t>
            </a:r>
          </a:p>
        </p:txBody>
      </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p:cNvSpPr txBox="1"/>
          <p:nvPr/>
        </p:nvSpPr>
        <p:spPr>
          <a:xfrm>
            <a:off x="229111" y="1305342"/>
            <a:ext cx="3714669" cy="2123658"/>
          </a:xfrm>
          <a:prstGeom prst="rect">
            <a:avLst/>
          </a:prstGeom>
          <a:noFill/>
          <a:ln w="28575">
            <a:solidFill>
              <a:srgbClr val="FF0000"/>
            </a:solidFill>
          </a:ln>
        </p:spPr>
        <p:txBody>
          <a:bodyPr wrap="square" rtlCol="0">
            <a:spAutoFit/>
          </a:bodyPr>
          <a:lstStyle/>
          <a:p>
            <a:r>
              <a:rPr lang="en-US" dirty="0"/>
              <a:t>Online Tuning Additional Setup</a:t>
            </a:r>
          </a:p>
          <a:p>
            <a:pPr marL="342900" indent="-342900">
              <a:buFont typeface="Arial" panose="020B0604020202020204" pitchFamily="34" charset="0"/>
              <a:buChar char="•"/>
            </a:pPr>
            <a:r>
              <a:rPr lang="en-US" sz="1600" dirty="0"/>
              <a:t>Navigate to Device Configuration</a:t>
            </a:r>
          </a:p>
          <a:p>
            <a:pPr marL="342900" indent="-342900">
              <a:buFont typeface="Arial" panose="020B0604020202020204" pitchFamily="34" charset="0"/>
              <a:buChar char="•"/>
            </a:pPr>
            <a:r>
              <a:rPr lang="en-US" sz="1600" dirty="0"/>
              <a:t>Expand </a:t>
            </a:r>
            <a:r>
              <a:rPr lang="en-US" sz="1600" dirty="0" err="1"/>
              <a:t>Online_Tuning</a:t>
            </a:r>
            <a:r>
              <a:rPr lang="en-US" sz="1600" dirty="0"/>
              <a:t> under CAN1</a:t>
            </a:r>
          </a:p>
          <a:p>
            <a:pPr marL="342900" indent="-342900">
              <a:buFont typeface="Arial" panose="020B0604020202020204" pitchFamily="34" charset="0"/>
              <a:buChar char="•"/>
            </a:pPr>
            <a:r>
              <a:rPr lang="en-US" sz="1600" dirty="0"/>
              <a:t>Select database -&gt; Replace A2L file to online tune new vehicle</a:t>
            </a:r>
          </a:p>
          <a:p>
            <a:pPr marL="800100" lvl="1" indent="-342900">
              <a:buFont typeface="Arial" panose="020B0604020202020204" pitchFamily="34" charset="0"/>
              <a:buChar char="•"/>
            </a:pPr>
            <a:r>
              <a:rPr lang="en-US" sz="1600" dirty="0"/>
              <a:t>Different A2L and PDX files for different vehicles</a:t>
            </a:r>
          </a:p>
          <a:p>
            <a:pPr marL="800100" lvl="1" indent="-342900">
              <a:buFont typeface="Arial" panose="020B0604020202020204" pitchFamily="34" charset="0"/>
              <a:buChar char="•"/>
            </a:pPr>
            <a:r>
              <a:rPr lang="en-US" sz="1600" dirty="0"/>
              <a:t>Check page switching</a:t>
            </a:r>
          </a:p>
        </p:txBody>
      </p:sp>
      <p:sp>
        <p:nvSpPr>
          <p:cNvPr id="4" name="TextBox 3">
            <a:extLst>
              <a:ext uri="{FF2B5EF4-FFF2-40B4-BE49-F238E27FC236}">
                <a16:creationId xmlns:a16="http://schemas.microsoft.com/office/drawing/2014/main" id="{1DADD926-E66B-F7CE-6E3A-00EDA311F979}"/>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9" name="Picture 8" descr="A screenshot of a computer&#10;&#10;Description automatically generated">
            <a:extLst>
              <a:ext uri="{FF2B5EF4-FFF2-40B4-BE49-F238E27FC236}">
                <a16:creationId xmlns:a16="http://schemas.microsoft.com/office/drawing/2014/main" id="{461145B1-50D7-921B-91F9-6EDF785E82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08389" y="1048789"/>
            <a:ext cx="3847509" cy="1479856"/>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478D1422-DE37-1701-80E3-60DE23D757E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56462" y="2922538"/>
            <a:ext cx="4511721" cy="3183270"/>
          </a:xfrm>
          <a:prstGeom prst="rect">
            <a:avLst/>
          </a:prstGeom>
        </p:spPr>
      </p:pic>
      <p:cxnSp>
        <p:nvCxnSpPr>
          <p:cNvPr id="12" name="Straight Arrow Connector 11">
            <a:extLst>
              <a:ext uri="{FF2B5EF4-FFF2-40B4-BE49-F238E27FC236}">
                <a16:creationId xmlns:a16="http://schemas.microsoft.com/office/drawing/2014/main" id="{C011B21A-9A59-C3B8-D606-E72B3F8FEBFF}"/>
              </a:ext>
            </a:extLst>
          </p:cNvPr>
          <p:cNvCxnSpPr>
            <a:cxnSpLocks/>
            <a:stCxn id="8" idx="3"/>
          </p:cNvCxnSpPr>
          <p:nvPr/>
        </p:nvCxnSpPr>
        <p:spPr>
          <a:xfrm flipV="1">
            <a:off x="3943781" y="1672540"/>
            <a:ext cx="839754" cy="6946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AEC5F63-CC26-523C-2E6E-7A2B8188FC03}"/>
              </a:ext>
            </a:extLst>
          </p:cNvPr>
          <p:cNvSpPr txBox="1"/>
          <p:nvPr/>
        </p:nvSpPr>
        <p:spPr>
          <a:xfrm>
            <a:off x="229111" y="4046534"/>
            <a:ext cx="3714669" cy="1323439"/>
          </a:xfrm>
          <a:prstGeom prst="rect">
            <a:avLst/>
          </a:prstGeom>
          <a:noFill/>
          <a:ln w="28575">
            <a:solidFill>
              <a:srgbClr val="7030A0"/>
            </a:solidFill>
          </a:ln>
        </p:spPr>
        <p:txBody>
          <a:bodyPr wrap="square" rtlCol="0">
            <a:spAutoFit/>
          </a:bodyPr>
          <a:lstStyle/>
          <a:p>
            <a:r>
              <a:rPr lang="en-US" sz="1600" dirty="0"/>
              <a:t>Return to LKA1 Page</a:t>
            </a:r>
          </a:p>
          <a:p>
            <a:pPr marL="342900" indent="-342900">
              <a:buFont typeface="Arial" panose="020B0604020202020204" pitchFamily="34" charset="0"/>
              <a:buChar char="•"/>
            </a:pPr>
            <a:r>
              <a:rPr lang="en-US" sz="1600" dirty="0"/>
              <a:t>Ignition or engine on</a:t>
            </a:r>
          </a:p>
          <a:p>
            <a:pPr marL="342900" indent="-342900">
              <a:buFont typeface="Arial" panose="020B0604020202020204" pitchFamily="34" charset="0"/>
              <a:buChar char="•"/>
            </a:pPr>
            <a:r>
              <a:rPr lang="en-US" sz="1600" dirty="0"/>
              <a:t>Click online </a:t>
            </a:r>
          </a:p>
          <a:p>
            <a:pPr marL="342900" indent="-342900">
              <a:buFont typeface="Arial" panose="020B0604020202020204" pitchFamily="34" charset="0"/>
              <a:buChar char="•"/>
            </a:pPr>
            <a:r>
              <a:rPr lang="en-US" sz="1600" dirty="0"/>
              <a:t>Current LKA parameters will be retrieved from the ADAS module software</a:t>
            </a:r>
          </a:p>
        </p:txBody>
      </p:sp>
      <p:cxnSp>
        <p:nvCxnSpPr>
          <p:cNvPr id="16" name="Straight Arrow Connector 15">
            <a:extLst>
              <a:ext uri="{FF2B5EF4-FFF2-40B4-BE49-F238E27FC236}">
                <a16:creationId xmlns:a16="http://schemas.microsoft.com/office/drawing/2014/main" id="{75D2B68F-3774-3E80-A63A-6F760F989A48}"/>
              </a:ext>
            </a:extLst>
          </p:cNvPr>
          <p:cNvCxnSpPr>
            <a:cxnSpLocks/>
            <a:stCxn id="15" idx="3"/>
          </p:cNvCxnSpPr>
          <p:nvPr/>
        </p:nvCxnSpPr>
        <p:spPr>
          <a:xfrm>
            <a:off x="3943781" y="4708254"/>
            <a:ext cx="628218" cy="105561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CANape</a:t>
            </a:r>
            <a:r>
              <a:rPr lang="en-US" sz="3200" dirty="0">
                <a:latin typeface="Nissan Pro Bold" panose="02000803050000020004" pitchFamily="50" charset="0"/>
              </a:rPr>
              <a:t> Configuration – Confirmation Drive</a:t>
            </a:r>
          </a:p>
        </p:txBody>
      </p:sp>
      <p:sp>
        <p:nvSpPr>
          <p:cNvPr id="3" name="Rectangle 2"/>
          <p:cNvSpPr/>
          <p:nvPr/>
        </p:nvSpPr>
        <p:spPr>
          <a:xfrm>
            <a:off x="229111" y="654896"/>
            <a:ext cx="7654125" cy="707886"/>
          </a:xfrm>
          <a:prstGeom prst="rect">
            <a:avLst/>
          </a:prstGeom>
        </p:spPr>
        <p:txBody>
          <a:bodyPr wrap="square">
            <a:spAutoFit/>
          </a:bodyPr>
          <a:lstStyle/>
          <a:p>
            <a:pPr marL="285750" indent="-285750">
              <a:buFont typeface="Arial" panose="020B0604020202020204" pitchFamily="34" charset="0"/>
              <a:buChar char="•"/>
            </a:pPr>
            <a:r>
              <a:rPr lang="en-US" dirty="0"/>
              <a:t>Take vehicle for data confirmation drive</a:t>
            </a:r>
          </a:p>
          <a:p>
            <a:pPr marL="285750" indent="-285750">
              <a:buFont typeface="Arial" panose="020B0604020202020204" pitchFamily="34" charset="0"/>
              <a:buChar char="•"/>
            </a:pPr>
            <a:r>
              <a:rPr lang="en-US" dirty="0"/>
              <a:t>Ensure green heartbeats and confirm active GPS triggers</a:t>
            </a:r>
          </a:p>
        </p:txBody>
      </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E5A66A47-A5E7-9F8C-C4AC-BFBD0081CA34}"/>
              </a:ext>
            </a:extLst>
          </p:cNvPr>
          <p:cNvPicPr>
            <a:picLocks noChangeAspect="1"/>
          </p:cNvPicPr>
          <p:nvPr/>
        </p:nvPicPr>
        <p:blipFill>
          <a:blip r:embed="rId2"/>
          <a:stretch>
            <a:fillRect/>
          </a:stretch>
        </p:blipFill>
        <p:spPr>
          <a:xfrm>
            <a:off x="1310542" y="5108122"/>
            <a:ext cx="2114490" cy="1221972"/>
          </a:xfrm>
          <a:prstGeom prst="rect">
            <a:avLst/>
          </a:prstGeom>
        </p:spPr>
      </p:pic>
      <p:sp>
        <p:nvSpPr>
          <p:cNvPr id="8" name="TextBox 7"/>
          <p:cNvSpPr txBox="1"/>
          <p:nvPr/>
        </p:nvSpPr>
        <p:spPr>
          <a:xfrm>
            <a:off x="120339" y="1474619"/>
            <a:ext cx="4550541" cy="1877437"/>
          </a:xfrm>
          <a:prstGeom prst="rect">
            <a:avLst/>
          </a:prstGeom>
          <a:noFill/>
          <a:ln w="28575">
            <a:noFill/>
          </a:ln>
        </p:spPr>
        <p:txBody>
          <a:bodyPr wrap="square" rtlCol="0">
            <a:spAutoFit/>
          </a:bodyPr>
          <a:lstStyle/>
          <a:p>
            <a:r>
              <a:rPr lang="en-US" dirty="0"/>
              <a:t>Confirmation Drive</a:t>
            </a:r>
          </a:p>
          <a:p>
            <a:pPr marL="342900" indent="-342900">
              <a:buFont typeface="Arial" panose="020B0604020202020204" pitchFamily="34" charset="0"/>
              <a:buChar char="•"/>
            </a:pPr>
            <a:r>
              <a:rPr lang="en-US" sz="1600" dirty="0"/>
              <a:t>Start recording and drive test vehicle to M5 and back to office</a:t>
            </a:r>
          </a:p>
          <a:p>
            <a:pPr marL="800100" lvl="1" indent="-342900">
              <a:buFont typeface="Arial" panose="020B0604020202020204" pitchFamily="34" charset="0"/>
              <a:buChar char="•"/>
            </a:pPr>
            <a:r>
              <a:rPr lang="en-US" sz="1600" dirty="0"/>
              <a:t>Test of active GPS triggers</a:t>
            </a:r>
          </a:p>
          <a:p>
            <a:pPr marL="800100" lvl="1" indent="-342900">
              <a:buFont typeface="Arial" panose="020B0604020202020204" pitchFamily="34" charset="0"/>
              <a:buChar char="•"/>
            </a:pPr>
            <a:r>
              <a:rPr lang="en-US" sz="1600" dirty="0"/>
              <a:t>Test blue mode capable for AD2 vehicle</a:t>
            </a:r>
          </a:p>
          <a:p>
            <a:pPr marL="342900" indent="-342900">
              <a:buFont typeface="Arial" panose="020B0604020202020204" pitchFamily="34" charset="0"/>
              <a:buChar char="•"/>
            </a:pPr>
            <a:r>
              <a:rPr lang="en-US" sz="1600" dirty="0"/>
              <a:t>Ensure green heartbeats for successful signal recording</a:t>
            </a:r>
          </a:p>
          <a:p>
            <a:pPr marL="342900" indent="-342900">
              <a:buFont typeface="Arial" panose="020B0604020202020204" pitchFamily="34" charset="0"/>
              <a:buChar char="•"/>
            </a:pPr>
            <a:r>
              <a:rPr lang="en-US" sz="1600" dirty="0"/>
              <a:t>Ensure online tuning is working by verifying parameter changes are successful</a:t>
            </a:r>
          </a:p>
        </p:txBody>
      </p:sp>
      <p:sp>
        <p:nvSpPr>
          <p:cNvPr id="4" name="TextBox 3">
            <a:extLst>
              <a:ext uri="{FF2B5EF4-FFF2-40B4-BE49-F238E27FC236}">
                <a16:creationId xmlns:a16="http://schemas.microsoft.com/office/drawing/2014/main" id="{1DADD926-E66B-F7CE-6E3A-00EDA311F979}"/>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7" name="Picture 6" descr="A map of a city&#10;&#10;Description automatically generated">
            <a:extLst>
              <a:ext uri="{FF2B5EF4-FFF2-40B4-BE49-F238E27FC236}">
                <a16:creationId xmlns:a16="http://schemas.microsoft.com/office/drawing/2014/main" id="{79154A40-958E-EDFA-CA35-88EDCD847A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5889" y="1008839"/>
            <a:ext cx="3211812" cy="1572608"/>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9677A305-0571-C69A-F504-1B46F1B131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77691" y="2686886"/>
            <a:ext cx="2728207" cy="3866871"/>
          </a:xfrm>
          <a:prstGeom prst="rect">
            <a:avLst/>
          </a:prstGeom>
        </p:spPr>
      </p:pic>
      <p:sp>
        <p:nvSpPr>
          <p:cNvPr id="11" name="TextBox 10">
            <a:extLst>
              <a:ext uri="{FF2B5EF4-FFF2-40B4-BE49-F238E27FC236}">
                <a16:creationId xmlns:a16="http://schemas.microsoft.com/office/drawing/2014/main" id="{300B65E3-6637-C81D-F4CD-8E5AAFCDD9B8}"/>
              </a:ext>
            </a:extLst>
          </p:cNvPr>
          <p:cNvSpPr txBox="1"/>
          <p:nvPr/>
        </p:nvSpPr>
        <p:spPr>
          <a:xfrm>
            <a:off x="120340" y="3519860"/>
            <a:ext cx="5171813" cy="1384995"/>
          </a:xfrm>
          <a:prstGeom prst="rect">
            <a:avLst/>
          </a:prstGeom>
          <a:noFill/>
        </p:spPr>
        <p:txBody>
          <a:bodyPr wrap="square" rtlCol="0">
            <a:spAutoFit/>
          </a:bodyPr>
          <a:lstStyle/>
          <a:p>
            <a:r>
              <a:rPr lang="en-US" dirty="0"/>
              <a:t>External Comment Box</a:t>
            </a:r>
          </a:p>
          <a:p>
            <a:pPr marL="342900" indent="-342900">
              <a:buFont typeface="Arial" panose="020B0604020202020204" pitchFamily="34" charset="0"/>
              <a:buChar char="•"/>
            </a:pPr>
            <a:r>
              <a:rPr lang="en-US" sz="1600" dirty="0"/>
              <a:t>Executable built with C# to bypass </a:t>
            </a:r>
            <a:r>
              <a:rPr lang="en-US" sz="1600" dirty="0" err="1"/>
              <a:t>CANape</a:t>
            </a:r>
            <a:r>
              <a:rPr lang="en-US" sz="1600" dirty="0"/>
              <a:t> limitations</a:t>
            </a:r>
          </a:p>
          <a:p>
            <a:pPr marL="342900" indent="-342900">
              <a:buFont typeface="Arial" panose="020B0604020202020204" pitchFamily="34" charset="0"/>
              <a:buChar char="•"/>
            </a:pPr>
            <a:r>
              <a:rPr lang="en-US" sz="1600" dirty="0"/>
              <a:t>Allow for multiple comment boxes open at once</a:t>
            </a:r>
          </a:p>
          <a:p>
            <a:pPr marL="342900" indent="-342900">
              <a:buFont typeface="Arial" panose="020B0604020202020204" pitchFamily="34" charset="0"/>
              <a:buChar char="•"/>
            </a:pPr>
            <a:r>
              <a:rPr lang="en-US" sz="1600" dirty="0"/>
              <a:t>Ensures GPS triggers still successfully cut in the background</a:t>
            </a:r>
          </a:p>
          <a:p>
            <a:pPr marL="342900" indent="-342900">
              <a:buFont typeface="Arial" panose="020B0604020202020204" pitchFamily="34" charset="0"/>
              <a:buChar char="•"/>
            </a:pPr>
            <a:r>
              <a:rPr lang="en-US" sz="1600" dirty="0"/>
              <a:t>Turn comments on and off with convenient switch</a:t>
            </a:r>
          </a:p>
        </p:txBody>
      </p:sp>
      <p:cxnSp>
        <p:nvCxnSpPr>
          <p:cNvPr id="12" name="Straight Arrow Connector 11">
            <a:extLst>
              <a:ext uri="{FF2B5EF4-FFF2-40B4-BE49-F238E27FC236}">
                <a16:creationId xmlns:a16="http://schemas.microsoft.com/office/drawing/2014/main" id="{29606A05-DCEE-5B92-F7BB-53C87B37F217}"/>
              </a:ext>
            </a:extLst>
          </p:cNvPr>
          <p:cNvCxnSpPr>
            <a:cxnSpLocks/>
          </p:cNvCxnSpPr>
          <p:nvPr/>
        </p:nvCxnSpPr>
        <p:spPr>
          <a:xfrm>
            <a:off x="4221759" y="2686886"/>
            <a:ext cx="3177330" cy="2140448"/>
          </a:xfrm>
          <a:prstGeom prst="straightConnector1">
            <a:avLst/>
          </a:prstGeom>
          <a:ln w="38100">
            <a:solidFill>
              <a:srgbClr val="00AE4D"/>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FB336A4-7AAF-1FC4-4110-D6D944B46FE8}"/>
              </a:ext>
            </a:extLst>
          </p:cNvPr>
          <p:cNvCxnSpPr>
            <a:cxnSpLocks/>
          </p:cNvCxnSpPr>
          <p:nvPr/>
        </p:nvCxnSpPr>
        <p:spPr>
          <a:xfrm>
            <a:off x="3926048" y="3070371"/>
            <a:ext cx="2422320" cy="603378"/>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EA71E6B-D8CD-5BAA-6242-5CF591036E42}"/>
              </a:ext>
            </a:extLst>
          </p:cNvPr>
          <p:cNvCxnSpPr>
            <a:cxnSpLocks/>
          </p:cNvCxnSpPr>
          <p:nvPr/>
        </p:nvCxnSpPr>
        <p:spPr>
          <a:xfrm>
            <a:off x="6455328" y="3783040"/>
            <a:ext cx="1239473" cy="264253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E915453-9751-4216-5F7B-B0939CAE07BF}"/>
              </a:ext>
            </a:extLst>
          </p:cNvPr>
          <p:cNvCxnSpPr>
            <a:cxnSpLocks/>
          </p:cNvCxnSpPr>
          <p:nvPr/>
        </p:nvCxnSpPr>
        <p:spPr>
          <a:xfrm flipV="1">
            <a:off x="4670881" y="1812022"/>
            <a:ext cx="859560" cy="1258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13EE6B2-F7E2-EAB2-C02C-52E7F013734E}"/>
              </a:ext>
            </a:extLst>
          </p:cNvPr>
          <p:cNvCxnSpPr>
            <a:cxnSpLocks/>
          </p:cNvCxnSpPr>
          <p:nvPr/>
        </p:nvCxnSpPr>
        <p:spPr>
          <a:xfrm>
            <a:off x="3820136" y="4747466"/>
            <a:ext cx="2201061" cy="325193"/>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 name="Picture 18" descr="A screenshot of a computer&#10;&#10;Description automatically generated">
            <a:extLst>
              <a:ext uri="{FF2B5EF4-FFF2-40B4-BE49-F238E27FC236}">
                <a16:creationId xmlns:a16="http://schemas.microsoft.com/office/drawing/2014/main" id="{CECDBD3A-A25A-DFA3-7FB2-2B2DEBE7F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2843" y="1519737"/>
            <a:ext cx="5100920" cy="2846070"/>
          </a:xfrm>
          <a:prstGeom prst="rect">
            <a:avLst/>
          </a:prstGeom>
        </p:spPr>
      </p:pic>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CANape</a:t>
            </a:r>
            <a:r>
              <a:rPr lang="en-US" sz="3200" dirty="0">
                <a:latin typeface="Nissan Pro Bold" panose="02000803050000020004" pitchFamily="50" charset="0"/>
              </a:rPr>
              <a:t> Configuration – Automatic Data Cutting</a:t>
            </a:r>
          </a:p>
        </p:txBody>
      </p:sp>
      <p:sp>
        <p:nvSpPr>
          <p:cNvPr id="3" name="Rectangle 2"/>
          <p:cNvSpPr/>
          <p:nvPr/>
        </p:nvSpPr>
        <p:spPr>
          <a:xfrm>
            <a:off x="229111" y="654896"/>
            <a:ext cx="7654125" cy="707886"/>
          </a:xfrm>
          <a:prstGeom prst="rect">
            <a:avLst/>
          </a:prstGeom>
        </p:spPr>
        <p:txBody>
          <a:bodyPr wrap="square">
            <a:spAutoFit/>
          </a:bodyPr>
          <a:lstStyle/>
          <a:p>
            <a:pPr marL="285750" indent="-285750">
              <a:buFont typeface="Arial" panose="020B0604020202020204" pitchFamily="34" charset="0"/>
              <a:buChar char="•"/>
            </a:pPr>
            <a:r>
              <a:rPr lang="en-US" dirty="0"/>
              <a:t>Trigger 1 minute cutout files based on GPS location</a:t>
            </a:r>
          </a:p>
          <a:p>
            <a:pPr marL="285750" indent="-285750">
              <a:buFont typeface="Arial" panose="020B0604020202020204" pitchFamily="34" charset="0"/>
              <a:buChar char="•"/>
            </a:pPr>
            <a:r>
              <a:rPr lang="en-US" dirty="0"/>
              <a:t>New Trigger List Layout</a:t>
            </a:r>
          </a:p>
        </p:txBody>
      </p:sp>
      <p:sp>
        <p:nvSpPr>
          <p:cNvPr id="21" name="TextBox 20"/>
          <p:cNvSpPr txBox="1"/>
          <p:nvPr/>
        </p:nvSpPr>
        <p:spPr>
          <a:xfrm>
            <a:off x="280187" y="1743246"/>
            <a:ext cx="3381607" cy="1877437"/>
          </a:xfrm>
          <a:prstGeom prst="rect">
            <a:avLst/>
          </a:prstGeom>
          <a:noFill/>
          <a:ln w="28575">
            <a:noFill/>
          </a:ln>
        </p:spPr>
        <p:txBody>
          <a:bodyPr wrap="square" rtlCol="0">
            <a:spAutoFit/>
          </a:bodyPr>
          <a:lstStyle/>
          <a:p>
            <a:r>
              <a:rPr lang="en-US" dirty="0"/>
              <a:t>GPS Trigger Output to Trigger List</a:t>
            </a:r>
          </a:p>
          <a:p>
            <a:pPr marL="342900" indent="-342900">
              <a:buFont typeface="Arial" panose="020B0604020202020204" pitchFamily="34" charset="0"/>
              <a:buChar char="•"/>
            </a:pPr>
            <a:r>
              <a:rPr lang="en-US" sz="1600" dirty="0"/>
              <a:t>Automatic cutting of data when driving through key scenes</a:t>
            </a:r>
          </a:p>
          <a:p>
            <a:pPr marL="342900" indent="-342900">
              <a:buFont typeface="Arial" panose="020B0604020202020204" pitchFamily="34" charset="0"/>
              <a:buChar char="•"/>
            </a:pPr>
            <a:r>
              <a:rPr lang="en-US" sz="1600" dirty="0"/>
              <a:t>Data comparing two runs at the same location can be overlaid and plotted easily</a:t>
            </a:r>
          </a:p>
          <a:p>
            <a:pPr marL="342900" indent="-342900">
              <a:buFont typeface="Arial" panose="020B0604020202020204" pitchFamily="34" charset="0"/>
              <a:buChar char="•"/>
            </a:pPr>
            <a:r>
              <a:rPr lang="en-US" sz="1600" dirty="0"/>
              <a:t>New trigger list structure for data review compatibility</a:t>
            </a:r>
          </a:p>
        </p:txBody>
      </p:sp>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9" name="TextBox 8"/>
          <p:cNvSpPr txBox="1"/>
          <p:nvPr/>
        </p:nvSpPr>
        <p:spPr>
          <a:xfrm>
            <a:off x="5546191" y="1107810"/>
            <a:ext cx="1691841" cy="400110"/>
          </a:xfrm>
          <a:prstGeom prst="rect">
            <a:avLst/>
          </a:prstGeom>
          <a:noFill/>
        </p:spPr>
        <p:txBody>
          <a:bodyPr wrap="square" rtlCol="0">
            <a:spAutoFit/>
          </a:bodyPr>
          <a:lstStyle/>
          <a:p>
            <a:r>
              <a:rPr lang="en-US" dirty="0"/>
              <a:t>New Trigger List</a:t>
            </a:r>
          </a:p>
        </p:txBody>
      </p:sp>
      <p:sp>
        <p:nvSpPr>
          <p:cNvPr id="12" name="TextBox 11"/>
          <p:cNvSpPr txBox="1"/>
          <p:nvPr/>
        </p:nvSpPr>
        <p:spPr>
          <a:xfrm>
            <a:off x="6335784" y="5781162"/>
            <a:ext cx="2649114" cy="338554"/>
          </a:xfrm>
          <a:prstGeom prst="rect">
            <a:avLst/>
          </a:prstGeom>
          <a:noFill/>
          <a:ln w="28575">
            <a:solidFill>
              <a:srgbClr val="00B0F0"/>
            </a:solidFill>
          </a:ln>
        </p:spPr>
        <p:txBody>
          <a:bodyPr wrap="square" rtlCol="0">
            <a:spAutoFit/>
          </a:bodyPr>
          <a:lstStyle/>
          <a:p>
            <a:r>
              <a:rPr lang="en-US" sz="1600" dirty="0"/>
              <a:t>Free comment for individual trigger</a:t>
            </a:r>
          </a:p>
        </p:txBody>
      </p:sp>
      <p:sp>
        <p:nvSpPr>
          <p:cNvPr id="13" name="Rectangle 12"/>
          <p:cNvSpPr/>
          <p:nvPr/>
        </p:nvSpPr>
        <p:spPr>
          <a:xfrm>
            <a:off x="8418352" y="1530872"/>
            <a:ext cx="566546" cy="2848033"/>
          </a:xfrm>
          <a:prstGeom prst="rect">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7163035" y="1578138"/>
            <a:ext cx="632434" cy="2800767"/>
          </a:xfrm>
          <a:prstGeom prst="rect">
            <a:avLst/>
          </a:prstGeom>
          <a:noFill/>
          <a:ln w="28575">
            <a:solidFill>
              <a:srgbClr val="FF0000"/>
            </a:solidFill>
          </a:ln>
        </p:spPr>
        <p:txBody>
          <a:bodyPr wrap="square" rtlCol="0">
            <a:spAutoFit/>
          </a:bodyPr>
          <a:lstStyle/>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sp>
        <p:nvSpPr>
          <p:cNvPr id="15" name="TextBox 14"/>
          <p:cNvSpPr txBox="1"/>
          <p:nvPr/>
        </p:nvSpPr>
        <p:spPr>
          <a:xfrm>
            <a:off x="5546191" y="5237375"/>
            <a:ext cx="2150505" cy="338554"/>
          </a:xfrm>
          <a:prstGeom prst="rect">
            <a:avLst/>
          </a:prstGeom>
          <a:noFill/>
          <a:ln w="28575">
            <a:solidFill>
              <a:srgbClr val="FF0000"/>
            </a:solidFill>
          </a:ln>
        </p:spPr>
        <p:txBody>
          <a:bodyPr wrap="square" rtlCol="0">
            <a:spAutoFit/>
          </a:bodyPr>
          <a:lstStyle/>
          <a:p>
            <a:r>
              <a:rPr lang="en-US" sz="1600" dirty="0"/>
              <a:t>GPS Trigger Scene Name</a:t>
            </a:r>
          </a:p>
        </p:txBody>
      </p:sp>
      <p:sp>
        <p:nvSpPr>
          <p:cNvPr id="16" name="Rectangle 15">
            <a:extLst>
              <a:ext uri="{FF2B5EF4-FFF2-40B4-BE49-F238E27FC236}">
                <a16:creationId xmlns:a16="http://schemas.microsoft.com/office/drawing/2014/main" id="{E497FF7A-E5AF-4B70-9A9B-37DBB5480741}"/>
              </a:ext>
            </a:extLst>
          </p:cNvPr>
          <p:cNvSpPr/>
          <p:nvPr/>
        </p:nvSpPr>
        <p:spPr>
          <a:xfrm>
            <a:off x="5240836" y="1531468"/>
            <a:ext cx="1094948" cy="288445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104428" y="4618660"/>
            <a:ext cx="2618345" cy="338554"/>
          </a:xfrm>
          <a:prstGeom prst="rect">
            <a:avLst/>
          </a:prstGeom>
          <a:noFill/>
          <a:ln w="28575">
            <a:solidFill>
              <a:srgbClr val="00AE4D"/>
            </a:solidFill>
          </a:ln>
        </p:spPr>
        <p:txBody>
          <a:bodyPr wrap="square" rtlCol="0">
            <a:spAutoFit/>
          </a:bodyPr>
          <a:lstStyle/>
          <a:p>
            <a:r>
              <a:rPr lang="en-US" sz="1600" dirty="0"/>
              <a:t>Trigger folder for individual run data</a:t>
            </a:r>
          </a:p>
        </p:txBody>
      </p:sp>
      <p:cxnSp>
        <p:nvCxnSpPr>
          <p:cNvPr id="18" name="Straight Arrow Connector 17">
            <a:extLst>
              <a:ext uri="{FF2B5EF4-FFF2-40B4-BE49-F238E27FC236}">
                <a16:creationId xmlns:a16="http://schemas.microsoft.com/office/drawing/2014/main" id="{254FDC3B-C9B1-46D7-841C-D63FA7F01E62}"/>
              </a:ext>
            </a:extLst>
          </p:cNvPr>
          <p:cNvCxnSpPr>
            <a:cxnSpLocks/>
            <a:stCxn id="17" idx="0"/>
            <a:endCxn id="16" idx="2"/>
          </p:cNvCxnSpPr>
          <p:nvPr/>
        </p:nvCxnSpPr>
        <p:spPr>
          <a:xfrm flipV="1">
            <a:off x="5413601" y="4415927"/>
            <a:ext cx="374709" cy="202733"/>
          </a:xfrm>
          <a:prstGeom prst="straightConnector1">
            <a:avLst/>
          </a:prstGeom>
          <a:ln w="38100">
            <a:solidFill>
              <a:srgbClr val="00AE4D"/>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54FDC3B-C9B1-46D7-841C-D63FA7F01E62}"/>
              </a:ext>
            </a:extLst>
          </p:cNvPr>
          <p:cNvCxnSpPr>
            <a:cxnSpLocks/>
            <a:stCxn id="15" idx="0"/>
            <a:endCxn id="14" idx="2"/>
          </p:cNvCxnSpPr>
          <p:nvPr/>
        </p:nvCxnSpPr>
        <p:spPr>
          <a:xfrm flipV="1">
            <a:off x="6621444" y="4378905"/>
            <a:ext cx="857808" cy="8584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54FDC3B-C9B1-46D7-841C-D63FA7F01E62}"/>
              </a:ext>
            </a:extLst>
          </p:cNvPr>
          <p:cNvCxnSpPr>
            <a:cxnSpLocks/>
            <a:stCxn id="12" idx="0"/>
            <a:endCxn id="13" idx="2"/>
          </p:cNvCxnSpPr>
          <p:nvPr/>
        </p:nvCxnSpPr>
        <p:spPr>
          <a:xfrm flipV="1">
            <a:off x="7660341" y="4378905"/>
            <a:ext cx="1041284" cy="140225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660" y="3904883"/>
            <a:ext cx="3159087" cy="2104661"/>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CANape</a:t>
            </a:r>
            <a:r>
              <a:rPr lang="en-US" sz="3200" dirty="0">
                <a:latin typeface="Nissan Pro Bold" panose="02000803050000020004" pitchFamily="50" charset="0"/>
              </a:rPr>
              <a:t> Configuration – Check Data</a:t>
            </a:r>
          </a:p>
        </p:txBody>
      </p:sp>
      <p:sp>
        <p:nvSpPr>
          <p:cNvPr id="3" name="Rectangle 2"/>
          <p:cNvSpPr/>
          <p:nvPr/>
        </p:nvSpPr>
        <p:spPr>
          <a:xfrm>
            <a:off x="229111" y="654896"/>
            <a:ext cx="7654125" cy="400110"/>
          </a:xfrm>
          <a:prstGeom prst="rect">
            <a:avLst/>
          </a:prstGeom>
        </p:spPr>
        <p:txBody>
          <a:bodyPr wrap="square">
            <a:spAutoFit/>
          </a:bodyPr>
          <a:lstStyle/>
          <a:p>
            <a:pPr marL="285750" indent="-285750">
              <a:buFont typeface="Arial" panose="020B0604020202020204" pitchFamily="34" charset="0"/>
              <a:buChar char="•"/>
            </a:pPr>
            <a:r>
              <a:rPr lang="en-US" dirty="0"/>
              <a:t>Output automatic data check report to confirm reliable data</a:t>
            </a:r>
          </a:p>
        </p:txBody>
      </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p:cNvSpPr txBox="1"/>
          <p:nvPr/>
        </p:nvSpPr>
        <p:spPr>
          <a:xfrm>
            <a:off x="120339" y="1256506"/>
            <a:ext cx="5057763" cy="4093428"/>
          </a:xfrm>
          <a:prstGeom prst="rect">
            <a:avLst/>
          </a:prstGeom>
          <a:noFill/>
          <a:ln w="28575">
            <a:noFill/>
          </a:ln>
        </p:spPr>
        <p:txBody>
          <a:bodyPr wrap="square" rtlCol="0">
            <a:spAutoFit/>
          </a:bodyPr>
          <a:lstStyle/>
          <a:p>
            <a:r>
              <a:rPr lang="en-US" dirty="0"/>
              <a:t>Output Data Check Report</a:t>
            </a:r>
          </a:p>
          <a:p>
            <a:pPr marL="342900" indent="-342900">
              <a:buFont typeface="Arial" panose="020B0604020202020204" pitchFamily="34" charset="0"/>
              <a:buChar char="•"/>
            </a:pPr>
            <a:r>
              <a:rPr lang="en-US" sz="1600" dirty="0"/>
              <a:t>Return to office, stop recording, allow post processing</a:t>
            </a:r>
          </a:p>
          <a:p>
            <a:pPr marL="800100" lvl="1" indent="-342900">
              <a:buFont typeface="Arial" panose="020B0604020202020204" pitchFamily="34" charset="0"/>
              <a:buChar char="•"/>
            </a:pPr>
            <a:r>
              <a:rPr lang="en-US" sz="1600" dirty="0" err="1"/>
              <a:t>Matlab</a:t>
            </a:r>
            <a:r>
              <a:rPr lang="en-US" sz="1600" dirty="0"/>
              <a:t> conversion, automatic data transfer to SSD</a:t>
            </a:r>
          </a:p>
          <a:p>
            <a:pPr marL="342900" indent="-342900">
              <a:buFont typeface="Arial" panose="020B0604020202020204" pitchFamily="34" charset="0"/>
              <a:buChar char="•"/>
            </a:pPr>
            <a:r>
              <a:rPr lang="en-US" sz="1600" dirty="0"/>
              <a:t>Navigate to setup page, select Check Data box</a:t>
            </a:r>
          </a:p>
          <a:p>
            <a:pPr marL="800100" lvl="1" indent="-342900">
              <a:buFont typeface="Arial" panose="020B0604020202020204" pitchFamily="34" charset="0"/>
              <a:buChar char="•"/>
            </a:pPr>
            <a:r>
              <a:rPr lang="en-US" sz="1600" dirty="0"/>
              <a:t>Check remaining E Drive space</a:t>
            </a:r>
          </a:p>
          <a:p>
            <a:pPr marL="800100" lvl="1" indent="-342900">
              <a:buFont typeface="Arial" panose="020B0604020202020204" pitchFamily="34" charset="0"/>
              <a:buChar char="•"/>
            </a:pPr>
            <a:r>
              <a:rPr lang="en-US" sz="1600" dirty="0"/>
              <a:t>Script will automatically loop through each folder created from the various recorders</a:t>
            </a:r>
          </a:p>
          <a:p>
            <a:pPr marL="1257300" lvl="2" indent="-342900">
              <a:buFont typeface="Arial" panose="020B0604020202020204" pitchFamily="34" charset="0"/>
              <a:buChar char="•"/>
            </a:pPr>
            <a:r>
              <a:rPr lang="en-US" sz="1600" dirty="0"/>
              <a:t>Recorders 1, 2, 3 and Full</a:t>
            </a:r>
          </a:p>
          <a:p>
            <a:pPr marL="800100" lvl="1" indent="-342900">
              <a:buFont typeface="Arial" panose="020B0604020202020204" pitchFamily="34" charset="0"/>
              <a:buChar char="•"/>
            </a:pPr>
            <a:r>
              <a:rPr lang="en-US" sz="1600" dirty="0"/>
              <a:t>Verify output file exists and is an appropriate file size (MF4, BLF, AVI, Trigger List CSV, KML)</a:t>
            </a:r>
          </a:p>
          <a:p>
            <a:pPr marL="800100" lvl="1" indent="-342900">
              <a:buFont typeface="Arial" panose="020B0604020202020204" pitchFamily="34" charset="0"/>
              <a:buChar char="•"/>
            </a:pPr>
            <a:r>
              <a:rPr lang="en-US" sz="1600" dirty="0"/>
              <a:t>Check for important signals in individual MF4 files</a:t>
            </a:r>
          </a:p>
          <a:p>
            <a:pPr marL="1257300" lvl="2" indent="-342900">
              <a:buFont typeface="Arial" panose="020B0604020202020204" pitchFamily="34" charset="0"/>
              <a:buChar char="•"/>
            </a:pPr>
            <a:r>
              <a:rPr lang="en-US" sz="1600" dirty="0"/>
              <a:t>Yaw Rate, Steering Angle </a:t>
            </a:r>
            <a:r>
              <a:rPr lang="en-US" sz="1600" dirty="0" err="1"/>
              <a:t>etc</a:t>
            </a:r>
            <a:r>
              <a:rPr lang="en-US" sz="1600" dirty="0"/>
              <a:t> and ensure numerical output</a:t>
            </a:r>
          </a:p>
          <a:p>
            <a:pPr marL="800100" lvl="1" indent="-342900">
              <a:buFont typeface="Arial" panose="020B0604020202020204" pitchFamily="34" charset="0"/>
              <a:buChar char="•"/>
            </a:pPr>
            <a:r>
              <a:rPr lang="en-US" sz="1600" dirty="0"/>
              <a:t>Confirm AXIS Camera videos files</a:t>
            </a:r>
          </a:p>
          <a:p>
            <a:pPr marL="800100" lvl="1" indent="-342900">
              <a:buFont typeface="Arial" panose="020B0604020202020204" pitchFamily="34" charset="0"/>
              <a:buChar char="•"/>
            </a:pPr>
            <a:r>
              <a:rPr lang="en-US" sz="1600" dirty="0"/>
              <a:t>Confirm external SSD is recognized and fast copy is working</a:t>
            </a:r>
          </a:p>
          <a:p>
            <a:pPr marL="342900" indent="-342900">
              <a:buFont typeface="Arial" panose="020B0604020202020204" pitchFamily="34" charset="0"/>
              <a:buChar char="•"/>
            </a:pPr>
            <a:r>
              <a:rPr lang="en-US" sz="1600" dirty="0"/>
              <a:t>See result column to determine success or fail of individual tests</a:t>
            </a:r>
          </a:p>
          <a:p>
            <a:endParaRPr lang="en-US" sz="1600" dirty="0"/>
          </a:p>
        </p:txBody>
      </p:sp>
      <p:sp>
        <p:nvSpPr>
          <p:cNvPr id="4" name="TextBox 3">
            <a:extLst>
              <a:ext uri="{FF2B5EF4-FFF2-40B4-BE49-F238E27FC236}">
                <a16:creationId xmlns:a16="http://schemas.microsoft.com/office/drawing/2014/main" id="{1DADD926-E66B-F7CE-6E3A-00EDA311F979}"/>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11" name="Picture 10" descr="A screenshot of a computer program&#10;&#10;Description automatically generated">
            <a:extLst>
              <a:ext uri="{FF2B5EF4-FFF2-40B4-BE49-F238E27FC236}">
                <a16:creationId xmlns:a16="http://schemas.microsoft.com/office/drawing/2014/main" id="{A01AC4FB-7C84-8A6C-CB90-C0373F84EA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043" y="1170053"/>
            <a:ext cx="3380066" cy="4946836"/>
          </a:xfrm>
          <a:prstGeom prst="rect">
            <a:avLst/>
          </a:prstGeom>
        </p:spPr>
      </p:pic>
      <p:pic>
        <p:nvPicPr>
          <p:cNvPr id="15" name="Picture 14" descr="A close-up of a check data&#10;&#10;Description automatically generated">
            <a:extLst>
              <a:ext uri="{FF2B5EF4-FFF2-40B4-BE49-F238E27FC236}">
                <a16:creationId xmlns:a16="http://schemas.microsoft.com/office/drawing/2014/main" id="{27120B68-4142-2E5B-26B3-D203D317C12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3686852" y="2076064"/>
            <a:ext cx="987803" cy="481812"/>
          </a:xfrm>
          <a:prstGeom prst="rect">
            <a:avLst/>
          </a:prstGeom>
        </p:spPr>
      </p:pic>
      <p:sp>
        <p:nvSpPr>
          <p:cNvPr id="5" name="TextBox 4">
            <a:extLst>
              <a:ext uri="{FF2B5EF4-FFF2-40B4-BE49-F238E27FC236}">
                <a16:creationId xmlns:a16="http://schemas.microsoft.com/office/drawing/2014/main" id="{F57A8352-3BE8-15F7-3508-D157D5BC2A2A}"/>
              </a:ext>
            </a:extLst>
          </p:cNvPr>
          <p:cNvSpPr txBox="1"/>
          <p:nvPr/>
        </p:nvSpPr>
        <p:spPr>
          <a:xfrm>
            <a:off x="5480109" y="1477217"/>
            <a:ext cx="2592198" cy="246221"/>
          </a:xfrm>
          <a:prstGeom prst="rect">
            <a:avLst/>
          </a:prstGeom>
          <a:noFill/>
          <a:ln w="28575">
            <a:solidFill>
              <a:srgbClr val="FF0000"/>
            </a:solidFill>
          </a:ln>
        </p:spPr>
        <p:txBody>
          <a:bodyPr wrap="square" rtlCol="0">
            <a:spAutoFit/>
          </a:bodyPr>
          <a:lstStyle/>
          <a:p>
            <a:endParaRPr lang="en-US" sz="1000" dirty="0"/>
          </a:p>
        </p:txBody>
      </p:sp>
      <p:sp>
        <p:nvSpPr>
          <p:cNvPr id="6" name="TextBox 5">
            <a:extLst>
              <a:ext uri="{FF2B5EF4-FFF2-40B4-BE49-F238E27FC236}">
                <a16:creationId xmlns:a16="http://schemas.microsoft.com/office/drawing/2014/main" id="{046E4886-7936-978E-AA32-A002F1FF588A}"/>
              </a:ext>
            </a:extLst>
          </p:cNvPr>
          <p:cNvSpPr txBox="1"/>
          <p:nvPr/>
        </p:nvSpPr>
        <p:spPr>
          <a:xfrm>
            <a:off x="5480109" y="4238593"/>
            <a:ext cx="2592198" cy="246221"/>
          </a:xfrm>
          <a:prstGeom prst="rect">
            <a:avLst/>
          </a:prstGeom>
          <a:noFill/>
          <a:ln w="28575">
            <a:solidFill>
              <a:srgbClr val="FF0000"/>
            </a:solidFill>
          </a:ln>
        </p:spPr>
        <p:txBody>
          <a:bodyPr wrap="square" rtlCol="0">
            <a:spAutoFit/>
          </a:bodyPr>
          <a:lstStyle/>
          <a:p>
            <a:endParaRPr lang="en-US" sz="1000" dirty="0"/>
          </a:p>
        </p:txBody>
      </p:sp>
      <p:sp>
        <p:nvSpPr>
          <p:cNvPr id="7" name="TextBox 6">
            <a:extLst>
              <a:ext uri="{FF2B5EF4-FFF2-40B4-BE49-F238E27FC236}">
                <a16:creationId xmlns:a16="http://schemas.microsoft.com/office/drawing/2014/main" id="{0AFBC399-E3E7-4C98-940F-822093E2121C}"/>
              </a:ext>
            </a:extLst>
          </p:cNvPr>
          <p:cNvSpPr txBox="1"/>
          <p:nvPr/>
        </p:nvSpPr>
        <p:spPr>
          <a:xfrm>
            <a:off x="5537782" y="5870668"/>
            <a:ext cx="3037862" cy="246221"/>
          </a:xfrm>
          <a:prstGeom prst="rect">
            <a:avLst/>
          </a:prstGeom>
          <a:noFill/>
          <a:ln w="28575">
            <a:solidFill>
              <a:srgbClr val="FF0000"/>
            </a:solidFill>
          </a:ln>
        </p:spPr>
        <p:txBody>
          <a:bodyPr wrap="square" rtlCol="0">
            <a:spAutoFit/>
          </a:bodyPr>
          <a:lstStyle/>
          <a:p>
            <a:endParaRPr lang="en-US" sz="1000" dirty="0"/>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err="1">
                <a:latin typeface="Nissan Pro Bold" panose="02000803050000020004" pitchFamily="50" charset="0"/>
              </a:rPr>
              <a:t>CANape</a:t>
            </a:r>
            <a:r>
              <a:rPr lang="en-US" sz="3200" dirty="0">
                <a:latin typeface="Nissan Pro Bold" panose="02000803050000020004" pitchFamily="50" charset="0"/>
              </a:rPr>
              <a:t> Configuration Setup -  Additional</a:t>
            </a:r>
          </a:p>
        </p:txBody>
      </p:sp>
      <p:sp>
        <p:nvSpPr>
          <p:cNvPr id="3" name="Rectangle 2"/>
          <p:cNvSpPr/>
          <p:nvPr/>
        </p:nvSpPr>
        <p:spPr>
          <a:xfrm>
            <a:off x="229111" y="654896"/>
            <a:ext cx="7654125" cy="707886"/>
          </a:xfrm>
          <a:prstGeom prst="rect">
            <a:avLst/>
          </a:prstGeom>
        </p:spPr>
        <p:txBody>
          <a:bodyPr wrap="square">
            <a:spAutoFit/>
          </a:bodyPr>
          <a:lstStyle/>
          <a:p>
            <a:pPr marL="285750" indent="-285750">
              <a:buFont typeface="Arial" panose="020B0604020202020204" pitchFamily="34" charset="0"/>
              <a:buChar char="•"/>
            </a:pPr>
            <a:r>
              <a:rPr lang="en-US" dirty="0"/>
              <a:t>Full run MAT conversion to support data driven tuning</a:t>
            </a:r>
          </a:p>
          <a:p>
            <a:pPr marL="285750" indent="-285750">
              <a:buFont typeface="Arial" panose="020B0604020202020204" pitchFamily="34" charset="0"/>
              <a:buChar char="•"/>
            </a:pPr>
            <a:r>
              <a:rPr lang="en-US" dirty="0"/>
              <a:t>Continuous monitoring during driving to ensure no data errors</a:t>
            </a:r>
          </a:p>
        </p:txBody>
      </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8" name="TextBox 7"/>
          <p:cNvSpPr txBox="1"/>
          <p:nvPr/>
        </p:nvSpPr>
        <p:spPr>
          <a:xfrm>
            <a:off x="229111" y="1444744"/>
            <a:ext cx="4236009" cy="3908762"/>
          </a:xfrm>
          <a:prstGeom prst="rect">
            <a:avLst/>
          </a:prstGeom>
          <a:noFill/>
          <a:ln w="28575">
            <a:noFill/>
          </a:ln>
        </p:spPr>
        <p:txBody>
          <a:bodyPr wrap="square" rtlCol="0">
            <a:spAutoFit/>
          </a:bodyPr>
          <a:lstStyle/>
          <a:p>
            <a:r>
              <a:rPr lang="en-US" dirty="0"/>
              <a:t>Full Run MAT Convert</a:t>
            </a:r>
          </a:p>
          <a:p>
            <a:pPr marL="342900" indent="-342900">
              <a:buFont typeface="Arial" panose="020B0604020202020204" pitchFamily="34" charset="0"/>
              <a:buChar char="•"/>
            </a:pPr>
            <a:r>
              <a:rPr lang="en-US" sz="1600" dirty="0"/>
              <a:t>Supports data driven tuning to make vehicle models</a:t>
            </a:r>
          </a:p>
          <a:p>
            <a:pPr marL="342900" indent="-342900">
              <a:buFont typeface="Arial" panose="020B0604020202020204" pitchFamily="34" charset="0"/>
              <a:buChar char="•"/>
            </a:pPr>
            <a:r>
              <a:rPr lang="en-US" sz="1600" dirty="0"/>
              <a:t>Automatic </a:t>
            </a:r>
            <a:r>
              <a:rPr lang="en-US" sz="1600" dirty="0" err="1"/>
              <a:t>CANape</a:t>
            </a:r>
            <a:r>
              <a:rPr lang="en-US" sz="1600" dirty="0"/>
              <a:t> function to convert additional data</a:t>
            </a:r>
          </a:p>
          <a:p>
            <a:pPr marL="342900" indent="-342900">
              <a:buFont typeface="Arial" panose="020B0604020202020204" pitchFamily="34" charset="0"/>
              <a:buChar char="•"/>
            </a:pPr>
            <a:r>
              <a:rPr lang="en-US" sz="1600" dirty="0"/>
              <a:t>Continue to add scripts and features that support users automatically for reliable data collection</a:t>
            </a:r>
          </a:p>
          <a:p>
            <a:pPr marL="800100" lvl="1" indent="-342900">
              <a:buFont typeface="Arial" panose="020B0604020202020204" pitchFamily="34" charset="0"/>
              <a:buChar char="•"/>
            </a:pPr>
            <a:r>
              <a:rPr lang="en-US" sz="1600" dirty="0"/>
              <a:t>Avoid manual processing and sorting</a:t>
            </a:r>
          </a:p>
          <a:p>
            <a:endParaRPr lang="en-US" sz="1600" dirty="0"/>
          </a:p>
          <a:p>
            <a:r>
              <a:rPr lang="en-US" dirty="0"/>
              <a:t>Continuous Monitoring</a:t>
            </a:r>
          </a:p>
          <a:p>
            <a:pPr marL="342900" indent="-342900">
              <a:buFont typeface="Arial" panose="020B0604020202020204" pitchFamily="34" charset="0"/>
              <a:buChar char="•"/>
            </a:pPr>
            <a:r>
              <a:rPr lang="en-US" sz="1600" dirty="0"/>
              <a:t>Continuous checking of critical recording issues</a:t>
            </a:r>
          </a:p>
          <a:p>
            <a:pPr marL="800100" lvl="1" indent="-342900">
              <a:buFont typeface="Arial" panose="020B0604020202020204" pitchFamily="34" charset="0"/>
              <a:buChar char="•"/>
            </a:pPr>
            <a:r>
              <a:rPr lang="en-US" sz="1600" dirty="0"/>
              <a:t>Example E drive space</a:t>
            </a:r>
          </a:p>
          <a:p>
            <a:pPr marL="800100" lvl="1" indent="-342900">
              <a:buFont typeface="Arial" panose="020B0604020202020204" pitchFamily="34" charset="0"/>
              <a:buChar char="•"/>
            </a:pPr>
            <a:r>
              <a:rPr lang="en-US" sz="1600" dirty="0"/>
              <a:t>Pop up will show continuously until recording is stopped</a:t>
            </a:r>
          </a:p>
          <a:p>
            <a:pPr marL="342900" indent="-342900">
              <a:buFont typeface="Arial" panose="020B0604020202020204" pitchFamily="34" charset="0"/>
              <a:buChar char="•"/>
            </a:pPr>
            <a:r>
              <a:rPr lang="en-US" sz="1600" dirty="0"/>
              <a:t>Continue to add to this function to ensure no data loss during recording</a:t>
            </a:r>
          </a:p>
          <a:p>
            <a:endParaRPr lang="en-US" sz="1600" dirty="0"/>
          </a:p>
        </p:txBody>
      </p:sp>
      <p:sp>
        <p:nvSpPr>
          <p:cNvPr id="4" name="TextBox 3">
            <a:extLst>
              <a:ext uri="{FF2B5EF4-FFF2-40B4-BE49-F238E27FC236}">
                <a16:creationId xmlns:a16="http://schemas.microsoft.com/office/drawing/2014/main" id="{1DADD926-E66B-F7CE-6E3A-00EDA311F979}"/>
              </a:ext>
            </a:extLst>
          </p:cNvPr>
          <p:cNvSpPr txBox="1"/>
          <p:nvPr/>
        </p:nvSpPr>
        <p:spPr>
          <a:xfrm>
            <a:off x="7622636" y="251678"/>
            <a:ext cx="846764"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2000" b="0" i="0" u="none" strike="noStrike" kern="1200" cap="none" spc="0" normalizeH="0" baseline="0" noProof="0" dirty="0">
                <a:ln>
                  <a:noFill/>
                </a:ln>
                <a:solidFill>
                  <a:srgbClr val="000000"/>
                </a:solidFill>
                <a:effectLst/>
                <a:uLnTx/>
                <a:uFillTx/>
                <a:latin typeface="Arial" charset="0"/>
                <a:ea typeface="ＭＳ Ｐゴシック" charset="-128"/>
                <a:cs typeface="+mn-cs"/>
              </a:rPr>
              <a:t>Andre</a:t>
            </a:r>
          </a:p>
        </p:txBody>
      </p:sp>
      <p:pic>
        <p:nvPicPr>
          <p:cNvPr id="7" name="Picture 6" descr="A screenshot of a computer&#10;&#10;Description automatically generated">
            <a:extLst>
              <a:ext uri="{FF2B5EF4-FFF2-40B4-BE49-F238E27FC236}">
                <a16:creationId xmlns:a16="http://schemas.microsoft.com/office/drawing/2014/main" id="{1C9E57D2-0649-036B-108B-70A54BA55D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5877" y="1559979"/>
            <a:ext cx="4445931" cy="3058347"/>
          </a:xfrm>
          <a:prstGeom prst="rect">
            <a:avLst/>
          </a:prstGeom>
        </p:spPr>
      </p:pic>
      <p:sp>
        <p:nvSpPr>
          <p:cNvPr id="9" name="TextBox 8">
            <a:extLst>
              <a:ext uri="{FF2B5EF4-FFF2-40B4-BE49-F238E27FC236}">
                <a16:creationId xmlns:a16="http://schemas.microsoft.com/office/drawing/2014/main" id="{C6442467-C65F-3C13-1911-A5A6DCBABD93}"/>
              </a:ext>
            </a:extLst>
          </p:cNvPr>
          <p:cNvSpPr txBox="1"/>
          <p:nvPr/>
        </p:nvSpPr>
        <p:spPr>
          <a:xfrm>
            <a:off x="7631884" y="3398089"/>
            <a:ext cx="798877" cy="318234"/>
          </a:xfrm>
          <a:prstGeom prst="rect">
            <a:avLst/>
          </a:prstGeom>
          <a:noFill/>
          <a:ln w="28575">
            <a:solidFill>
              <a:srgbClr val="FF0000"/>
            </a:solidFill>
          </a:ln>
        </p:spPr>
        <p:txBody>
          <a:bodyPr wrap="square" rtlCol="0">
            <a:spAutoFit/>
          </a:bodyPr>
          <a:lstStyle/>
          <a:p>
            <a:endParaRPr lang="en-US" sz="1600" dirty="0"/>
          </a:p>
        </p:txBody>
      </p:sp>
      <p:pic>
        <p:nvPicPr>
          <p:cNvPr id="10" name="Picture 9" descr="A screenshot of a computer&#10;&#10;Description automatically generated">
            <a:extLst>
              <a:ext uri="{FF2B5EF4-FFF2-40B4-BE49-F238E27FC236}">
                <a16:creationId xmlns:a16="http://schemas.microsoft.com/office/drawing/2014/main" id="{2B3E2D9F-F08E-CD9E-29E7-C08144AF82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491" y="5061600"/>
            <a:ext cx="2863017" cy="1297305"/>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9DB588DE-9F3F-A918-B2DC-6DF730027F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6994" y="5241937"/>
            <a:ext cx="2863017" cy="936630"/>
          </a:xfrm>
          <a:prstGeom prst="rect">
            <a:avLst/>
          </a:prstGeom>
        </p:spPr>
      </p:pic>
      <p:cxnSp>
        <p:nvCxnSpPr>
          <p:cNvPr id="13" name="Straight Arrow Connector 12">
            <a:extLst>
              <a:ext uri="{FF2B5EF4-FFF2-40B4-BE49-F238E27FC236}">
                <a16:creationId xmlns:a16="http://schemas.microsoft.com/office/drawing/2014/main" id="{4E6E296B-7A87-D2BF-9FC0-D3C995B50CEE}"/>
              </a:ext>
            </a:extLst>
          </p:cNvPr>
          <p:cNvCxnSpPr>
            <a:cxnSpLocks/>
          </p:cNvCxnSpPr>
          <p:nvPr/>
        </p:nvCxnSpPr>
        <p:spPr>
          <a:xfrm>
            <a:off x="4083341" y="4211273"/>
            <a:ext cx="799051" cy="10306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6BE145D-037A-285C-2DA4-3EFD9B23C654}"/>
              </a:ext>
            </a:extLst>
          </p:cNvPr>
          <p:cNvCxnSpPr>
            <a:cxnSpLocks/>
            <a:stCxn id="10" idx="3"/>
            <a:endCxn id="12" idx="1"/>
          </p:cNvCxnSpPr>
          <p:nvPr/>
        </p:nvCxnSpPr>
        <p:spPr>
          <a:xfrm flipV="1">
            <a:off x="3488508" y="5710252"/>
            <a:ext cx="1128485"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txBox="1">
            <a:spLocks/>
          </p:cNvSpPr>
          <p:nvPr/>
        </p:nvSpPr>
        <p:spPr>
          <a:xfrm>
            <a:off x="120340" y="128317"/>
            <a:ext cx="9108630" cy="526579"/>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3200" dirty="0">
                <a:latin typeface="Nissan Pro Bold" panose="02000803050000020004" pitchFamily="50" charset="0"/>
              </a:rPr>
              <a:t>Data Organization</a:t>
            </a:r>
          </a:p>
        </p:txBody>
      </p:sp>
      <p:sp>
        <p:nvSpPr>
          <p:cNvPr id="3" name="Rectangle 2"/>
          <p:cNvSpPr/>
          <p:nvPr/>
        </p:nvSpPr>
        <p:spPr>
          <a:xfrm>
            <a:off x="229111" y="654896"/>
            <a:ext cx="7654125" cy="707886"/>
          </a:xfrm>
          <a:prstGeom prst="rect">
            <a:avLst/>
          </a:prstGeom>
        </p:spPr>
        <p:txBody>
          <a:bodyPr wrap="square">
            <a:spAutoFit/>
          </a:bodyPr>
          <a:lstStyle/>
          <a:p>
            <a:pPr marL="285750" indent="-285750">
              <a:buFont typeface="Arial" panose="020B0604020202020204" pitchFamily="34" charset="0"/>
              <a:buChar char="•"/>
            </a:pPr>
            <a:r>
              <a:rPr lang="en-US" dirty="0"/>
              <a:t>The Data Center Folder Structure Layout on SSD</a:t>
            </a:r>
          </a:p>
          <a:p>
            <a:pPr marL="285750" indent="-285750">
              <a:buFont typeface="Arial" panose="020B0604020202020204" pitchFamily="34" charset="0"/>
              <a:buChar char="•"/>
            </a:pPr>
            <a:r>
              <a:rPr lang="en-US" dirty="0" err="1"/>
              <a:t>CANape</a:t>
            </a:r>
            <a:r>
              <a:rPr lang="en-US" dirty="0"/>
              <a:t> Data Organization Overview</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4671" y="0"/>
            <a:ext cx="786591" cy="1048789"/>
          </a:xfrm>
          <a:prstGeom prst="rect">
            <a:avLst/>
          </a:prstGeom>
        </p:spPr>
      </p:pic>
      <p:sp>
        <p:nvSpPr>
          <p:cNvPr id="14" name="TextBox 13">
            <a:extLst>
              <a:ext uri="{FF2B5EF4-FFF2-40B4-BE49-F238E27FC236}">
                <a16:creationId xmlns:a16="http://schemas.microsoft.com/office/drawing/2014/main" id="{107C5454-3C78-7EF4-AAC3-900F09B5FC69}"/>
              </a:ext>
            </a:extLst>
          </p:cNvPr>
          <p:cNvSpPr txBox="1"/>
          <p:nvPr/>
        </p:nvSpPr>
        <p:spPr>
          <a:xfrm>
            <a:off x="120340" y="1628507"/>
            <a:ext cx="4686551" cy="2369880"/>
          </a:xfrm>
          <a:prstGeom prst="rect">
            <a:avLst/>
          </a:prstGeom>
          <a:noFill/>
          <a:ln w="28575">
            <a:noFill/>
          </a:ln>
        </p:spPr>
        <p:txBody>
          <a:bodyPr wrap="square" rtlCol="0">
            <a:spAutoFit/>
          </a:bodyPr>
          <a:lstStyle/>
          <a:p>
            <a:r>
              <a:rPr lang="en-US" dirty="0"/>
              <a:t>The Data Center (</a:t>
            </a:r>
            <a:r>
              <a:rPr lang="en-US" dirty="0" err="1"/>
              <a:t>CANape</a:t>
            </a:r>
            <a:r>
              <a:rPr lang="en-US" dirty="0"/>
              <a:t> Data)</a:t>
            </a:r>
          </a:p>
          <a:p>
            <a:pPr marL="342900" indent="-342900">
              <a:buFont typeface="Arial" panose="020B0604020202020204" pitchFamily="34" charset="0"/>
              <a:buChar char="•"/>
            </a:pPr>
            <a:r>
              <a:rPr lang="en-US" sz="1600" dirty="0"/>
              <a:t>Automatic copy of </a:t>
            </a:r>
            <a:r>
              <a:rPr lang="en-US" sz="1600" dirty="0" err="1"/>
              <a:t>CANape</a:t>
            </a:r>
            <a:r>
              <a:rPr lang="en-US" sz="1600" dirty="0"/>
              <a:t> Data to SSD</a:t>
            </a:r>
          </a:p>
          <a:p>
            <a:pPr marL="342900" indent="-342900">
              <a:buFont typeface="Arial" panose="020B0604020202020204" pitchFamily="34" charset="0"/>
              <a:buChar char="•"/>
            </a:pPr>
            <a:r>
              <a:rPr lang="en-US" sz="1600" dirty="0"/>
              <a:t>Organization by Vehicle Project and Number</a:t>
            </a:r>
          </a:p>
          <a:p>
            <a:pPr marL="342900" indent="-342900">
              <a:buFont typeface="Arial" panose="020B0604020202020204" pitchFamily="34" charset="0"/>
              <a:buChar char="•"/>
            </a:pPr>
            <a:r>
              <a:rPr lang="en-US" sz="1600" dirty="0"/>
              <a:t>Individual Date Folders Created Daily</a:t>
            </a:r>
          </a:p>
          <a:p>
            <a:pPr marL="342900" indent="-342900">
              <a:buFont typeface="Arial" panose="020B0604020202020204" pitchFamily="34" charset="0"/>
              <a:buChar char="•"/>
            </a:pPr>
            <a:r>
              <a:rPr lang="en-US" sz="1600" dirty="0"/>
              <a:t>Trigger folders created for all GPS trigger locations or manual markings</a:t>
            </a:r>
          </a:p>
          <a:p>
            <a:pPr marL="342900" indent="-342900">
              <a:buFont typeface="Arial" panose="020B0604020202020204" pitchFamily="34" charset="0"/>
              <a:buChar char="•"/>
            </a:pPr>
            <a:r>
              <a:rPr lang="en-US" sz="1600" dirty="0"/>
              <a:t>Individual Trigger folders</a:t>
            </a:r>
          </a:p>
          <a:p>
            <a:pPr marL="800100" lvl="1" indent="-342900">
              <a:buFont typeface="Arial" panose="020B0604020202020204" pitchFamily="34" charset="0"/>
              <a:buChar char="•"/>
            </a:pPr>
            <a:r>
              <a:rPr lang="en-US" sz="1600" dirty="0"/>
              <a:t>PAR, BLF, MAT, MF4, AVI </a:t>
            </a:r>
          </a:p>
          <a:p>
            <a:endParaRPr lang="en-US" sz="1600" dirty="0"/>
          </a:p>
        </p:txBody>
      </p:sp>
      <p:pic>
        <p:nvPicPr>
          <p:cNvPr id="19" name="Picture 18" descr="A screenshot of a computer&#10;&#10;Description automatically generated">
            <a:extLst>
              <a:ext uri="{FF2B5EF4-FFF2-40B4-BE49-F238E27FC236}">
                <a16:creationId xmlns:a16="http://schemas.microsoft.com/office/drawing/2014/main" id="{F1273814-53D4-988B-A31F-DD8DA4D82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3540" y="2330763"/>
            <a:ext cx="2929173" cy="1873162"/>
          </a:xfrm>
          <a:prstGeom prst="rect">
            <a:avLst/>
          </a:prstGeom>
        </p:spPr>
      </p:pic>
      <p:pic>
        <p:nvPicPr>
          <p:cNvPr id="22" name="Picture 21" descr="A screenshot of a computer&#10;&#10;Description automatically generated">
            <a:extLst>
              <a:ext uri="{FF2B5EF4-FFF2-40B4-BE49-F238E27FC236}">
                <a16:creationId xmlns:a16="http://schemas.microsoft.com/office/drawing/2014/main" id="{23ADC69A-41B9-FB2A-A32B-6A438C989C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3540" y="620845"/>
            <a:ext cx="2929173" cy="1249781"/>
          </a:xfrm>
          <a:prstGeom prst="rect">
            <a:avLst/>
          </a:prstGeom>
        </p:spPr>
      </p:pic>
      <p:pic>
        <p:nvPicPr>
          <p:cNvPr id="24" name="Picture 23" descr="A screenshot of a computer&#10;&#10;Description automatically generated">
            <a:extLst>
              <a:ext uri="{FF2B5EF4-FFF2-40B4-BE49-F238E27FC236}">
                <a16:creationId xmlns:a16="http://schemas.microsoft.com/office/drawing/2014/main" id="{75EE12CE-21BC-6124-53FD-4D53ACAAAF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03540" y="4655673"/>
            <a:ext cx="2929173" cy="1887689"/>
          </a:xfrm>
          <a:prstGeom prst="rect">
            <a:avLst/>
          </a:prstGeom>
        </p:spPr>
      </p:pic>
      <p:pic>
        <p:nvPicPr>
          <p:cNvPr id="26" name="Picture 25" descr="A screenshot of a computer&#10;&#10;Description automatically generated">
            <a:extLst>
              <a:ext uri="{FF2B5EF4-FFF2-40B4-BE49-F238E27FC236}">
                <a16:creationId xmlns:a16="http://schemas.microsoft.com/office/drawing/2014/main" id="{02EEDD21-6F90-6D4C-952F-0690889DF1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799" y="4306353"/>
            <a:ext cx="4297649" cy="2070379"/>
          </a:xfrm>
          <a:prstGeom prst="rect">
            <a:avLst/>
          </a:prstGeom>
        </p:spPr>
      </p:pic>
      <p:sp>
        <p:nvSpPr>
          <p:cNvPr id="27" name="TextBox 26">
            <a:extLst>
              <a:ext uri="{FF2B5EF4-FFF2-40B4-BE49-F238E27FC236}">
                <a16:creationId xmlns:a16="http://schemas.microsoft.com/office/drawing/2014/main" id="{83845A22-8697-0757-A0F1-295CD5D9A919}"/>
              </a:ext>
            </a:extLst>
          </p:cNvPr>
          <p:cNvSpPr txBox="1"/>
          <p:nvPr/>
        </p:nvSpPr>
        <p:spPr>
          <a:xfrm>
            <a:off x="5988687" y="245655"/>
            <a:ext cx="1758879" cy="369332"/>
          </a:xfrm>
          <a:prstGeom prst="rect">
            <a:avLst/>
          </a:prstGeom>
          <a:noFill/>
          <a:ln>
            <a:solidFill>
              <a:schemeClr val="tx1"/>
            </a:solidFill>
          </a:ln>
        </p:spPr>
        <p:txBody>
          <a:bodyPr wrap="square" rtlCol="0">
            <a:spAutoFit/>
          </a:bodyPr>
          <a:lstStyle/>
          <a:p>
            <a:pPr algn="ctr"/>
            <a:r>
              <a:rPr lang="en-US" sz="1800" dirty="0"/>
              <a:t>The Data Center</a:t>
            </a:r>
          </a:p>
        </p:txBody>
      </p:sp>
      <p:sp>
        <p:nvSpPr>
          <p:cNvPr id="28" name="TextBox 27">
            <a:extLst>
              <a:ext uri="{FF2B5EF4-FFF2-40B4-BE49-F238E27FC236}">
                <a16:creationId xmlns:a16="http://schemas.microsoft.com/office/drawing/2014/main" id="{8D72E575-4102-F009-94AB-C303BF1A96F9}"/>
              </a:ext>
            </a:extLst>
          </p:cNvPr>
          <p:cNvSpPr txBox="1"/>
          <p:nvPr/>
        </p:nvSpPr>
        <p:spPr>
          <a:xfrm>
            <a:off x="5609252" y="1965062"/>
            <a:ext cx="2517749" cy="369332"/>
          </a:xfrm>
          <a:prstGeom prst="rect">
            <a:avLst/>
          </a:prstGeom>
          <a:noFill/>
          <a:ln>
            <a:solidFill>
              <a:schemeClr val="tx1"/>
            </a:solidFill>
          </a:ln>
        </p:spPr>
        <p:txBody>
          <a:bodyPr wrap="square" rtlCol="0">
            <a:spAutoFit/>
          </a:bodyPr>
          <a:lstStyle/>
          <a:p>
            <a:pPr algn="ctr"/>
            <a:r>
              <a:rPr lang="en-US" sz="1800" dirty="0" err="1"/>
              <a:t>CANape</a:t>
            </a:r>
            <a:r>
              <a:rPr lang="en-US" sz="1800" dirty="0"/>
              <a:t> Data Date Folder</a:t>
            </a:r>
          </a:p>
        </p:txBody>
      </p:sp>
      <p:sp>
        <p:nvSpPr>
          <p:cNvPr id="29" name="TextBox 28">
            <a:extLst>
              <a:ext uri="{FF2B5EF4-FFF2-40B4-BE49-F238E27FC236}">
                <a16:creationId xmlns:a16="http://schemas.microsoft.com/office/drawing/2014/main" id="{67A9ADA8-B03D-8D4A-1F7E-F7C5AA0E8221}"/>
              </a:ext>
            </a:extLst>
          </p:cNvPr>
          <p:cNvSpPr txBox="1"/>
          <p:nvPr/>
        </p:nvSpPr>
        <p:spPr>
          <a:xfrm>
            <a:off x="5676806" y="4287598"/>
            <a:ext cx="2382639" cy="369332"/>
          </a:xfrm>
          <a:prstGeom prst="rect">
            <a:avLst/>
          </a:prstGeom>
          <a:noFill/>
          <a:ln>
            <a:solidFill>
              <a:schemeClr val="tx1"/>
            </a:solidFill>
          </a:ln>
        </p:spPr>
        <p:txBody>
          <a:bodyPr wrap="square" rtlCol="0">
            <a:spAutoFit/>
          </a:bodyPr>
          <a:lstStyle/>
          <a:p>
            <a:pPr algn="ctr"/>
            <a:r>
              <a:rPr lang="en-US" sz="1800" dirty="0"/>
              <a:t>Trigger Folders</a:t>
            </a:r>
          </a:p>
        </p:txBody>
      </p:sp>
      <p:sp>
        <p:nvSpPr>
          <p:cNvPr id="30" name="TextBox 29">
            <a:extLst>
              <a:ext uri="{FF2B5EF4-FFF2-40B4-BE49-F238E27FC236}">
                <a16:creationId xmlns:a16="http://schemas.microsoft.com/office/drawing/2014/main" id="{994F91B1-E0D5-651E-5172-F35A26DB2FAA}"/>
              </a:ext>
            </a:extLst>
          </p:cNvPr>
          <p:cNvSpPr txBox="1"/>
          <p:nvPr/>
        </p:nvSpPr>
        <p:spPr>
          <a:xfrm>
            <a:off x="1385547" y="3918266"/>
            <a:ext cx="2382639" cy="369332"/>
          </a:xfrm>
          <a:prstGeom prst="rect">
            <a:avLst/>
          </a:prstGeom>
          <a:noFill/>
          <a:ln>
            <a:solidFill>
              <a:schemeClr val="tx1"/>
            </a:solidFill>
          </a:ln>
        </p:spPr>
        <p:txBody>
          <a:bodyPr wrap="square" rtlCol="0">
            <a:spAutoFit/>
          </a:bodyPr>
          <a:lstStyle/>
          <a:p>
            <a:pPr algn="ctr"/>
            <a:r>
              <a:rPr lang="en-US" sz="1800" dirty="0"/>
              <a:t>Individual Trigger Folder</a:t>
            </a:r>
          </a:p>
        </p:txBody>
      </p:sp>
      <p:cxnSp>
        <p:nvCxnSpPr>
          <p:cNvPr id="34" name="Straight Arrow Connector 33">
            <a:extLst>
              <a:ext uri="{FF2B5EF4-FFF2-40B4-BE49-F238E27FC236}">
                <a16:creationId xmlns:a16="http://schemas.microsoft.com/office/drawing/2014/main" id="{32361968-412A-9860-6303-29C6BC7786B1}"/>
              </a:ext>
            </a:extLst>
          </p:cNvPr>
          <p:cNvCxnSpPr>
            <a:cxnSpLocks/>
          </p:cNvCxnSpPr>
          <p:nvPr/>
        </p:nvCxnSpPr>
        <p:spPr>
          <a:xfrm>
            <a:off x="6688122" y="3171039"/>
            <a:ext cx="0" cy="2130803"/>
          </a:xfrm>
          <a:prstGeom prst="straightConnector1">
            <a:avLst/>
          </a:prstGeom>
          <a:ln w="38100">
            <a:solidFill>
              <a:srgbClr val="00AE4D"/>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A453FCA-6593-0EC6-A171-A324FA7A4007}"/>
              </a:ext>
            </a:extLst>
          </p:cNvPr>
          <p:cNvCxnSpPr>
            <a:cxnSpLocks/>
          </p:cNvCxnSpPr>
          <p:nvPr/>
        </p:nvCxnSpPr>
        <p:spPr>
          <a:xfrm flipH="1">
            <a:off x="4372761" y="5519956"/>
            <a:ext cx="2063691" cy="0"/>
          </a:xfrm>
          <a:prstGeom prst="straightConnector1">
            <a:avLst/>
          </a:prstGeom>
          <a:ln w="38100">
            <a:solidFill>
              <a:srgbClr val="00AE4D"/>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TSP Layout">
  <a:themeElements>
    <a:clrScheme name="">
      <a:dk1>
        <a:srgbClr val="000000"/>
      </a:dk1>
      <a:lt1>
        <a:srgbClr val="FFFFFF"/>
      </a:lt1>
      <a:dk2>
        <a:srgbClr val="000000"/>
      </a:dk2>
      <a:lt2>
        <a:srgbClr val="808080"/>
      </a:lt2>
      <a:accent1>
        <a:srgbClr val="000000"/>
      </a:accent1>
      <a:accent2>
        <a:srgbClr val="C71444"/>
      </a:accent2>
      <a:accent3>
        <a:srgbClr val="FFFFFF"/>
      </a:accent3>
      <a:accent4>
        <a:srgbClr val="000000"/>
      </a:accent4>
      <a:accent5>
        <a:srgbClr val="AAAAAA"/>
      </a:accent5>
      <a:accent6>
        <a:srgbClr val="B4113D"/>
      </a:accent6>
      <a:hlink>
        <a:srgbClr val="2E00F4"/>
      </a:hlink>
      <a:folHlink>
        <a:srgbClr val="B2B2B2"/>
      </a:folHlink>
    </a:clrScheme>
    <a:fontScheme name="vi-2000">
      <a:majorFont>
        <a:latin typeface="Verdana"/>
        <a:ea typeface="ＭＳ Ｐゴシック"/>
        <a:cs typeface=""/>
      </a:majorFont>
      <a:minorFont>
        <a:latin typeface="Verdan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charset="0"/>
          </a:defRPr>
        </a:defPPr>
      </a:lstStyle>
    </a:lnDef>
  </a:objectDefaults>
  <a:extraClrSchemeLst>
    <a:extraClrScheme>
      <a:clrScheme name="vi-2000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vi-2000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i-2000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i-2000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i-200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i-200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vi-200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180A7147-CE8B-4ECB-A83F-89413E7800C2}" vid="{AFAE48DA-63BF-439C-BD5F-929F23E0027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11371</TotalTime>
  <Words>2199</Words>
  <Application>Microsoft Office PowerPoint</Application>
  <PresentationFormat>On-screen Show (4:3)</PresentationFormat>
  <Paragraphs>431</Paragraphs>
  <Slides>38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6" baseType="lpstr">
      <vt:lpstr>NissanAG-MedExt</vt:lpstr>
      <vt:lpstr>Arial</vt:lpstr>
      <vt:lpstr>Times New Roman</vt:lpstr>
      <vt:lpstr>Verdana</vt:lpstr>
      <vt:lpstr>Wingdings</vt:lpstr>
      <vt:lpstr>Wingdings 2</vt:lpstr>
      <vt:lpstr>TSP Layout</vt:lpstr>
      <vt:lpstr>Worksheet</vt:lpstr>
      <vt:lpstr>Eve Kit Software Installation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type Regulation #</dc:title>
  <dc:creator>Bayani, Wilbert</dc:creator>
  <cp:keywords/>
  <cp:lastModifiedBy>Tenorio, Aaron</cp:lastModifiedBy>
  <cp:revision>200</cp:revision>
  <cp:lastPrinted>2019-11-08T19:37:08Z</cp:lastPrinted>
  <dcterms:created xsi:type="dcterms:W3CDTF">2019-03-01T19:26:15Z</dcterms:created>
  <dcterms:modified xsi:type="dcterms:W3CDTF">2026-07-10T14:43:22Z</dcterms:modified>
  <cp:category>NONE</cp:category>
  <cp:contentStatus/>
</cp:coreProperties>
</file>